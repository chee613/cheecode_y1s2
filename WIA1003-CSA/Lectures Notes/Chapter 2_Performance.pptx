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98" r:id="rId1"/>
  </p:sldMasterIdLst>
  <p:notesMasterIdLst>
    <p:notesMasterId r:id="rId31"/>
  </p:notesMasterIdLst>
  <p:handoutMasterIdLst>
    <p:handoutMasterId r:id="rId32"/>
  </p:handoutMasterIdLst>
  <p:sldIdLst>
    <p:sldId id="382" r:id="rId2"/>
    <p:sldId id="359" r:id="rId3"/>
    <p:sldId id="279" r:id="rId4"/>
    <p:sldId id="291" r:id="rId5"/>
    <p:sldId id="292" r:id="rId6"/>
    <p:sldId id="302" r:id="rId7"/>
    <p:sldId id="303" r:id="rId8"/>
    <p:sldId id="305" r:id="rId9"/>
    <p:sldId id="306" r:id="rId10"/>
    <p:sldId id="307" r:id="rId11"/>
    <p:sldId id="371" r:id="rId12"/>
    <p:sldId id="265" r:id="rId13"/>
    <p:sldId id="372" r:id="rId14"/>
    <p:sldId id="266" r:id="rId15"/>
    <p:sldId id="267" r:id="rId16"/>
    <p:sldId id="269" r:id="rId17"/>
    <p:sldId id="286" r:id="rId18"/>
    <p:sldId id="287" r:id="rId19"/>
    <p:sldId id="367" r:id="rId20"/>
    <p:sldId id="375" r:id="rId21"/>
    <p:sldId id="376" r:id="rId22"/>
    <p:sldId id="368" r:id="rId23"/>
    <p:sldId id="380" r:id="rId24"/>
    <p:sldId id="377" r:id="rId25"/>
    <p:sldId id="381" r:id="rId26"/>
    <p:sldId id="369" r:id="rId27"/>
    <p:sldId id="370" r:id="rId28"/>
    <p:sldId id="331" r:id="rId29"/>
    <p:sldId id="385" r:id="rId30"/>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New Roman" pitchFamily="-110"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itchFamily="-110"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itchFamily="-110"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itchFamily="-110"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itchFamily="-110" charset="0"/>
        <a:ea typeface="+mn-ea"/>
        <a:cs typeface="+mn-cs"/>
      </a:defRPr>
    </a:lvl5pPr>
    <a:lvl6pPr marL="2286000" algn="l" defTabSz="457200" rtl="0" eaLnBrk="1" latinLnBrk="0" hangingPunct="1">
      <a:defRPr sz="2400" kern="1200">
        <a:solidFill>
          <a:schemeClr val="tx1"/>
        </a:solidFill>
        <a:latin typeface="Times New Roman" pitchFamily="-110" charset="0"/>
        <a:ea typeface="+mn-ea"/>
        <a:cs typeface="+mn-cs"/>
      </a:defRPr>
    </a:lvl6pPr>
    <a:lvl7pPr marL="2743200" algn="l" defTabSz="457200" rtl="0" eaLnBrk="1" latinLnBrk="0" hangingPunct="1">
      <a:defRPr sz="2400" kern="1200">
        <a:solidFill>
          <a:schemeClr val="tx1"/>
        </a:solidFill>
        <a:latin typeface="Times New Roman" pitchFamily="-110" charset="0"/>
        <a:ea typeface="+mn-ea"/>
        <a:cs typeface="+mn-cs"/>
      </a:defRPr>
    </a:lvl7pPr>
    <a:lvl8pPr marL="3200400" algn="l" defTabSz="457200" rtl="0" eaLnBrk="1" latinLnBrk="0" hangingPunct="1">
      <a:defRPr sz="2400" kern="1200">
        <a:solidFill>
          <a:schemeClr val="tx1"/>
        </a:solidFill>
        <a:latin typeface="Times New Roman" pitchFamily="-110" charset="0"/>
        <a:ea typeface="+mn-ea"/>
        <a:cs typeface="+mn-cs"/>
      </a:defRPr>
    </a:lvl8pPr>
    <a:lvl9pPr marL="3657600" algn="l" defTabSz="457200" rtl="0" eaLnBrk="1" latinLnBrk="0" hangingPunct="1">
      <a:defRPr sz="2400" kern="1200">
        <a:solidFill>
          <a:schemeClr val="tx1"/>
        </a:solidFill>
        <a:latin typeface="Times New Roman" pitchFamily="-110"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3" pos="277" userDrawn="1">
          <p15:clr>
            <a:srgbClr val="A4A3A4"/>
          </p15:clr>
        </p15:guide>
        <p15:guide id="4" pos="554" userDrawn="1">
          <p15:clr>
            <a:srgbClr val="A4A3A4"/>
          </p15:clr>
        </p15:guide>
        <p15:guide id="5" pos="340" userDrawn="1">
          <p15:clr>
            <a:srgbClr val="A4A3A4"/>
          </p15:clr>
        </p15:guide>
        <p15:guide id="6" orient="horz" pos="1085" userDrawn="1">
          <p15:clr>
            <a:srgbClr val="A4A3A4"/>
          </p15:clr>
        </p15:guide>
        <p15:guide id="7" orient="horz" pos="703" userDrawn="1">
          <p15:clr>
            <a:srgbClr val="A4A3A4"/>
          </p15:clr>
        </p15:guide>
        <p15:guide id="8" orient="horz" pos="382" userDrawn="1">
          <p15:clr>
            <a:srgbClr val="A4A3A4"/>
          </p15:clr>
        </p15:guide>
        <p15:guide id="9" pos="748" userDrawn="1">
          <p15:clr>
            <a:srgbClr val="A4A3A4"/>
          </p15:clr>
        </p15:guide>
        <p15:guide id="10" pos="930" userDrawn="1">
          <p15:clr>
            <a:srgbClr val="A4A3A4"/>
          </p15:clr>
        </p15:guide>
        <p15:guide id="11" pos="3067" userDrawn="1">
          <p15:clr>
            <a:srgbClr val="A4A3A4"/>
          </p15:clr>
        </p15:guide>
        <p15:guide id="12" pos="3243" userDrawn="1">
          <p15:clr>
            <a:srgbClr val="A4A3A4"/>
          </p15:clr>
        </p15:guide>
        <p15:guide id="13" pos="3411" userDrawn="1">
          <p15:clr>
            <a:srgbClr val="A4A3A4"/>
          </p15:clr>
        </p15:guide>
        <p15:guide id="14" pos="356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a:srgbClr val="C6F5CF"/>
    <a:srgbClr val="CC66FF"/>
    <a:srgbClr val="8000FF"/>
    <a:srgbClr val="6666FF"/>
    <a:srgbClr val="808080"/>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326" autoAdjust="0"/>
    <p:restoredTop sz="94249" autoAdjust="0"/>
  </p:normalViewPr>
  <p:slideViewPr>
    <p:cSldViewPr>
      <p:cViewPr varScale="1">
        <p:scale>
          <a:sx n="113" d="100"/>
          <a:sy n="113" d="100"/>
        </p:scale>
        <p:origin x="1722" y="96"/>
      </p:cViewPr>
      <p:guideLst>
        <p:guide orient="horz" pos="2160"/>
        <p:guide pos="2880"/>
        <p:guide pos="277"/>
        <p:guide pos="554"/>
        <p:guide pos="340"/>
        <p:guide orient="horz" pos="1085"/>
        <p:guide orient="horz" pos="703"/>
        <p:guide orient="horz" pos="382"/>
        <p:guide pos="748"/>
        <p:guide pos="930"/>
        <p:guide pos="3067"/>
        <p:guide pos="3243"/>
        <p:guide pos="3411"/>
        <p:guide pos="3560"/>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Lst>
  </p:outlineViewPr>
  <p:notesTextViewPr>
    <p:cViewPr>
      <p:scale>
        <a:sx n="100" d="100"/>
        <a:sy n="100" d="100"/>
      </p:scale>
      <p:origin x="0" y="0"/>
    </p:cViewPr>
  </p:notesTextViewPr>
  <p:notesViewPr>
    <p:cSldViewPr showGuides="1">
      <p:cViewPr varScale="1">
        <p:scale>
          <a:sx n="85" d="100"/>
          <a:sy n="85" d="100"/>
        </p:scale>
        <p:origin x="918"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_rels/viewProps.xml.rels><?xml version="1.0" encoding="UTF-8" standalone="yes"?>
<Relationships xmlns="http://schemas.openxmlformats.org/package/2006/relationships"><Relationship Id="rId8" Type="http://schemas.openxmlformats.org/officeDocument/2006/relationships/slide" Target="slides/slide28.xml"/><Relationship Id="rId3" Type="http://schemas.openxmlformats.org/officeDocument/2006/relationships/slide" Target="slides/slide6.xml"/><Relationship Id="rId7" Type="http://schemas.openxmlformats.org/officeDocument/2006/relationships/slide" Target="slides/slide11.xml"/><Relationship Id="rId2" Type="http://schemas.openxmlformats.org/officeDocument/2006/relationships/slide" Target="slides/slide4.xml"/><Relationship Id="rId1" Type="http://schemas.openxmlformats.org/officeDocument/2006/relationships/slide" Target="slides/slide3.xml"/><Relationship Id="rId6" Type="http://schemas.openxmlformats.org/officeDocument/2006/relationships/slide" Target="slides/slide10.xml"/><Relationship Id="rId5" Type="http://schemas.openxmlformats.org/officeDocument/2006/relationships/slide" Target="slides/slide9.xml"/><Relationship Id="rId4"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4">
  <dgm:title val=""/>
  <dgm:desc val=""/>
  <dgm:catLst>
    <dgm:cat type="accent2" pri="11400"/>
  </dgm:catLst>
  <dgm:styleLbl name="node0">
    <dgm:fillClrLst meth="cycle">
      <a:schemeClr val="accent2">
        <a:shade val="60000"/>
      </a:schemeClr>
    </dgm:fillClrLst>
    <dgm:linClrLst meth="repeat">
      <a:schemeClr val="lt1"/>
    </dgm:linClrLst>
    <dgm:effectClrLst/>
    <dgm:txLinClrLst/>
    <dgm:txFillClrLst/>
    <dgm:txEffectClrLst/>
  </dgm:styleLbl>
  <dgm:styleLbl name="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alignNode1">
    <dgm:fillClrLst meth="cycle">
      <a:schemeClr val="accent2">
        <a:shade val="50000"/>
      </a:schemeClr>
      <a:schemeClr val="accent2">
        <a:tint val="45000"/>
      </a:schemeClr>
    </dgm:fillClrLst>
    <dgm:linClrLst meth="cycle">
      <a:schemeClr val="accent2">
        <a:shade val="50000"/>
      </a:schemeClr>
      <a:schemeClr val="accent2">
        <a:tint val="45000"/>
      </a:schemeClr>
    </dgm:linClrLst>
    <dgm:effectClrLst/>
    <dgm:txLinClrLst/>
    <dgm:txFillClrLst/>
    <dgm:txEffectClrLst/>
  </dgm:styleLbl>
  <dgm:styleLbl name="ln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vennNode1">
    <dgm:fillClrLst meth="cycle">
      <a:schemeClr val="accent2">
        <a:shade val="80000"/>
        <a:alpha val="50000"/>
      </a:schemeClr>
      <a:schemeClr val="accent2">
        <a:tint val="45000"/>
        <a:alpha val="50000"/>
      </a:schemeClr>
    </dgm:fillClrLst>
    <dgm:linClrLst meth="repeat">
      <a:schemeClr val="lt1"/>
    </dgm:linClrLst>
    <dgm:effectClrLst/>
    <dgm:txLinClrLst/>
    <dgm:txFillClrLst/>
    <dgm:txEffectClrLst/>
  </dgm:styleLbl>
  <dgm:styleLbl name="node2">
    <dgm:fillClrLst>
      <a:schemeClr val="accent2">
        <a:shade val="80000"/>
      </a:schemeClr>
    </dgm:fillClrLst>
    <dgm:linClrLst meth="repeat">
      <a:schemeClr val="lt1"/>
    </dgm:linClrLst>
    <dgm:effectClrLst/>
    <dgm:txLinClrLst/>
    <dgm:txFillClrLst/>
    <dgm:txEffectClrLst/>
  </dgm:styleLbl>
  <dgm:styleLbl name="node3">
    <dgm:fillClrLst>
      <a:schemeClr val="accent2">
        <a:tint val="99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f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b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sibTrans1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0000"/>
      </a:schemeClr>
    </dgm:fillClrLst>
    <dgm:linClrLst meth="repeat">
      <a:schemeClr val="lt1"/>
    </dgm:linClrLst>
    <dgm:effectClrLst/>
    <dgm:txLinClrLst/>
    <dgm:txFillClrLst/>
    <dgm:txEffectClrLst/>
  </dgm:styleLbl>
  <dgm:styleLbl name="asst3">
    <dgm:fillClrLst>
      <a:schemeClr val="accent2">
        <a:tint val="70000"/>
      </a:schemeClr>
    </dgm:fillClrLst>
    <dgm:linClrLst meth="repeat">
      <a:schemeClr val="lt1"/>
    </dgm:linClrLst>
    <dgm:effectClrLst/>
    <dgm:txLinClrLst/>
    <dgm:txFillClrLst/>
    <dgm:txEffectClrLst/>
  </dgm:styleLbl>
  <dgm:styleLbl name="asst4">
    <dgm:fillClrLst>
      <a:schemeClr val="accent2">
        <a:tint val="5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align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bgAccFollowNode1">
    <dgm:fillClrLst meth="repeat">
      <a:schemeClr val="accent2">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55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BAEE847-EAD2-FE40-8C84-DA512223181C}" type="doc">
      <dgm:prSet loTypeId="urn:microsoft.com/office/officeart/2005/8/layout/target3" loCatId="relationship" qsTypeId="urn:microsoft.com/office/officeart/2005/8/quickstyle/simple4" qsCatId="simple" csTypeId="urn:microsoft.com/office/officeart/2005/8/colors/accent1_2" csCatId="accent1" phldr="1"/>
      <dgm:spPr/>
      <dgm:t>
        <a:bodyPr/>
        <a:lstStyle/>
        <a:p>
          <a:endParaRPr lang="en-US"/>
        </a:p>
      </dgm:t>
    </dgm:pt>
    <dgm:pt modelId="{1F9DFB5F-DB72-3648-AF91-4FECE9B6B05B}">
      <dgm:prSet/>
      <dgm:spPr>
        <a:xfrm>
          <a:off x="2266893" y="133406"/>
          <a:ext cx="5289419" cy="4533787"/>
        </a:xfrm>
        <a:prstGeom prst="rect">
          <a:avLst/>
        </a:prstGeom>
        <a:solidFill>
          <a:sysClr val="window" lastClr="FFFFFF">
            <a:alpha val="90000"/>
            <a:hueOff val="0"/>
            <a:satOff val="0"/>
            <a:lumOff val="0"/>
            <a:alphaOff val="0"/>
          </a:sysClr>
        </a:solidFill>
        <a:ln w="12700" cap="flat" cmpd="sng" algn="ctr">
          <a:solidFill>
            <a:srgbClr val="663366">
              <a:hueOff val="0"/>
              <a:satOff val="0"/>
              <a:lumOff val="0"/>
              <a:alphaOff val="0"/>
            </a:srgbClr>
          </a:solidFill>
          <a:prstDash val="solid"/>
        </a:ln>
        <a:effectLst/>
      </dgm:spPr>
      <dgm:t>
        <a:bodyPr/>
        <a:lstStyle/>
        <a:p>
          <a:pPr rtl="0"/>
          <a:r>
            <a:rPr lang="en-US" dirty="0">
              <a:solidFill>
                <a:sysClr val="windowText" lastClr="000000">
                  <a:hueOff val="0"/>
                  <a:satOff val="0"/>
                  <a:lumOff val="0"/>
                  <a:alphaOff val="0"/>
                </a:sysClr>
              </a:solidFill>
              <a:latin typeface="Rockwell"/>
              <a:ea typeface="+mn-ea"/>
              <a:cs typeface="+mn-cs"/>
            </a:rPr>
            <a:t>Pipelining</a:t>
          </a:r>
        </a:p>
      </dgm:t>
    </dgm:pt>
    <dgm:pt modelId="{4AE55039-A559-5B46-940A-75ACC4386115}" type="parTrans" cxnId="{D4A65260-D363-034C-BC13-9724735933CB}">
      <dgm:prSet/>
      <dgm:spPr/>
      <dgm:t>
        <a:bodyPr/>
        <a:lstStyle/>
        <a:p>
          <a:endParaRPr lang="en-US"/>
        </a:p>
      </dgm:t>
    </dgm:pt>
    <dgm:pt modelId="{E8DDD59A-4B47-2445-810B-652711BDAF3F}" type="sibTrans" cxnId="{D4A65260-D363-034C-BC13-9724735933CB}">
      <dgm:prSet/>
      <dgm:spPr/>
      <dgm:t>
        <a:bodyPr/>
        <a:lstStyle/>
        <a:p>
          <a:endParaRPr lang="en-US"/>
        </a:p>
      </dgm:t>
    </dgm:pt>
    <dgm:pt modelId="{D0904AE8-993E-5942-97B6-306A66DF04F0}">
      <dgm:prSet/>
      <dgm:spPr>
        <a:xfrm>
          <a:off x="4911603" y="133406"/>
          <a:ext cx="2644709" cy="725406"/>
        </a:xfrm>
        <a:prstGeom prst="rect">
          <a:avLst/>
        </a:prstGeom>
        <a:noFill/>
        <a:ln w="12700" cap="flat" cmpd="sng" algn="ctr">
          <a:noFill/>
          <a:prstDash val="solid"/>
        </a:ln>
        <a:effectLst/>
        <a:sp3d/>
      </dgm:spPr>
      <dgm:t>
        <a:bodyPr/>
        <a:lstStyle/>
        <a:p>
          <a:pPr rtl="0"/>
          <a:r>
            <a:rPr lang="en-US" dirty="0">
              <a:solidFill>
                <a:sysClr val="windowText" lastClr="000000">
                  <a:hueOff val="0"/>
                  <a:satOff val="0"/>
                  <a:lumOff val="0"/>
                  <a:alphaOff val="0"/>
                </a:sysClr>
              </a:solidFill>
              <a:latin typeface="Rockwell"/>
              <a:ea typeface="+mn-ea"/>
              <a:cs typeface="+mn-cs"/>
            </a:rPr>
            <a:t>Processor moves data or instructions into a conceptual pipe with all stages of the pipe processing simultaneously</a:t>
          </a:r>
        </a:p>
      </dgm:t>
    </dgm:pt>
    <dgm:pt modelId="{9F75FF9E-95F7-3A42-86AC-D87CBB9B2829}" type="parTrans" cxnId="{3F703D20-B38D-0440-87DC-35CF43E74087}">
      <dgm:prSet/>
      <dgm:spPr/>
      <dgm:t>
        <a:bodyPr/>
        <a:lstStyle/>
        <a:p>
          <a:endParaRPr lang="en-US"/>
        </a:p>
      </dgm:t>
    </dgm:pt>
    <dgm:pt modelId="{C6C74CB0-07D1-2444-933E-62ABDDE156FE}" type="sibTrans" cxnId="{3F703D20-B38D-0440-87DC-35CF43E74087}">
      <dgm:prSet/>
      <dgm:spPr/>
      <dgm:t>
        <a:bodyPr/>
        <a:lstStyle/>
        <a:p>
          <a:endParaRPr lang="en-US"/>
        </a:p>
      </dgm:t>
    </dgm:pt>
    <dgm:pt modelId="{9CFA17D8-46EF-D540-AC03-B1D783B08EBB}">
      <dgm:prSet/>
      <dgm:spPr>
        <a:xfrm>
          <a:off x="2266893" y="858812"/>
          <a:ext cx="5289419" cy="3581692"/>
        </a:xfrm>
        <a:prstGeom prst="rect">
          <a:avLst/>
        </a:prstGeom>
        <a:solidFill>
          <a:sysClr val="window" lastClr="FFFFFF">
            <a:alpha val="90000"/>
            <a:hueOff val="0"/>
            <a:satOff val="0"/>
            <a:lumOff val="0"/>
            <a:alphaOff val="0"/>
          </a:sysClr>
        </a:solidFill>
        <a:ln w="12700" cap="flat" cmpd="sng" algn="ctr">
          <a:solidFill>
            <a:srgbClr val="663366">
              <a:hueOff val="0"/>
              <a:satOff val="0"/>
              <a:lumOff val="0"/>
              <a:alphaOff val="0"/>
            </a:srgbClr>
          </a:solidFill>
          <a:prstDash val="solid"/>
        </a:ln>
        <a:effectLst/>
      </dgm:spPr>
      <dgm:t>
        <a:bodyPr/>
        <a:lstStyle/>
        <a:p>
          <a:pPr rtl="0"/>
          <a:r>
            <a:rPr lang="en-US" dirty="0">
              <a:solidFill>
                <a:sysClr val="windowText" lastClr="000000">
                  <a:hueOff val="0"/>
                  <a:satOff val="0"/>
                  <a:lumOff val="0"/>
                  <a:alphaOff val="0"/>
                </a:sysClr>
              </a:solidFill>
              <a:latin typeface="Rockwell"/>
              <a:ea typeface="+mn-ea"/>
              <a:cs typeface="+mn-cs"/>
            </a:rPr>
            <a:t>Branch prediction</a:t>
          </a:r>
        </a:p>
      </dgm:t>
    </dgm:pt>
    <dgm:pt modelId="{76F69678-778B-5942-BA13-4C4F290378CC}" type="parTrans" cxnId="{2EC13DCA-044A-5F4E-BFC5-433958E2AAB6}">
      <dgm:prSet/>
      <dgm:spPr/>
      <dgm:t>
        <a:bodyPr/>
        <a:lstStyle/>
        <a:p>
          <a:endParaRPr lang="en-US"/>
        </a:p>
      </dgm:t>
    </dgm:pt>
    <dgm:pt modelId="{C9D2CDA4-3B56-B44E-9256-FA215816FA39}" type="sibTrans" cxnId="{2EC13DCA-044A-5F4E-BFC5-433958E2AAB6}">
      <dgm:prSet/>
      <dgm:spPr/>
      <dgm:t>
        <a:bodyPr/>
        <a:lstStyle/>
        <a:p>
          <a:endParaRPr lang="en-US"/>
        </a:p>
      </dgm:t>
    </dgm:pt>
    <dgm:pt modelId="{39E21E8D-BCE6-874A-8E05-4FFC68AFADA3}">
      <dgm:prSet/>
      <dgm:spPr>
        <a:xfrm>
          <a:off x="4911603" y="858812"/>
          <a:ext cx="2644709" cy="725406"/>
        </a:xfrm>
        <a:prstGeom prst="rect">
          <a:avLst/>
        </a:prstGeom>
        <a:noFill/>
        <a:ln w="12700" cap="flat" cmpd="sng" algn="ctr">
          <a:noFill/>
          <a:prstDash val="solid"/>
        </a:ln>
        <a:effectLst/>
        <a:sp3d/>
      </dgm:spPr>
      <dgm:t>
        <a:bodyPr/>
        <a:lstStyle/>
        <a:p>
          <a:pPr rtl="0"/>
          <a:r>
            <a:rPr lang="en-US" dirty="0">
              <a:solidFill>
                <a:sysClr val="windowText" lastClr="000000">
                  <a:hueOff val="0"/>
                  <a:satOff val="0"/>
                  <a:lumOff val="0"/>
                  <a:alphaOff val="0"/>
                </a:sysClr>
              </a:solidFill>
              <a:latin typeface="Rockwell"/>
              <a:ea typeface="+mn-ea"/>
              <a:cs typeface="+mn-cs"/>
            </a:rPr>
            <a:t>Processor looks ahead in the instruction code fetched from memory and predicts which branches, or groups of instructions, are likely to be processed next</a:t>
          </a:r>
        </a:p>
      </dgm:t>
    </dgm:pt>
    <dgm:pt modelId="{D7E8EFC3-C4E7-A34B-B349-9059739AD4BB}" type="parTrans" cxnId="{D89EA3E6-2CA9-904E-B95E-CE3A420575DE}">
      <dgm:prSet/>
      <dgm:spPr/>
      <dgm:t>
        <a:bodyPr/>
        <a:lstStyle/>
        <a:p>
          <a:endParaRPr lang="en-US"/>
        </a:p>
      </dgm:t>
    </dgm:pt>
    <dgm:pt modelId="{A8B5980D-5E5F-7D4B-B523-AC127D7ABF5F}" type="sibTrans" cxnId="{D89EA3E6-2CA9-904E-B95E-CE3A420575DE}">
      <dgm:prSet/>
      <dgm:spPr/>
      <dgm:t>
        <a:bodyPr/>
        <a:lstStyle/>
        <a:p>
          <a:endParaRPr lang="en-US"/>
        </a:p>
      </dgm:t>
    </dgm:pt>
    <dgm:pt modelId="{30C97FF5-6C28-2047-A086-66AB02D8C9E6}">
      <dgm:prSet/>
      <dgm:spPr>
        <a:xfrm>
          <a:off x="2266893" y="2309624"/>
          <a:ext cx="5289419" cy="1677501"/>
        </a:xfrm>
        <a:prstGeom prst="rect">
          <a:avLst/>
        </a:prstGeom>
        <a:solidFill>
          <a:sysClr val="window" lastClr="FFFFFF">
            <a:alpha val="90000"/>
            <a:hueOff val="0"/>
            <a:satOff val="0"/>
            <a:lumOff val="0"/>
            <a:alphaOff val="0"/>
          </a:sysClr>
        </a:solidFill>
        <a:ln w="12700" cap="flat" cmpd="sng" algn="ctr">
          <a:solidFill>
            <a:srgbClr val="663366">
              <a:hueOff val="0"/>
              <a:satOff val="0"/>
              <a:lumOff val="0"/>
              <a:alphaOff val="0"/>
            </a:srgbClr>
          </a:solidFill>
          <a:prstDash val="solid"/>
        </a:ln>
        <a:effectLst/>
      </dgm:spPr>
      <dgm:t>
        <a:bodyPr/>
        <a:lstStyle/>
        <a:p>
          <a:pPr rtl="0"/>
          <a:r>
            <a:rPr lang="en-US" dirty="0">
              <a:solidFill>
                <a:sysClr val="windowText" lastClr="000000">
                  <a:hueOff val="0"/>
                  <a:satOff val="0"/>
                  <a:lumOff val="0"/>
                  <a:alphaOff val="0"/>
                </a:sysClr>
              </a:solidFill>
              <a:latin typeface="Rockwell"/>
              <a:ea typeface="+mn-ea"/>
              <a:cs typeface="+mn-cs"/>
            </a:rPr>
            <a:t>Data flow analysis</a:t>
          </a:r>
        </a:p>
      </dgm:t>
    </dgm:pt>
    <dgm:pt modelId="{8B33C48A-2DB3-7044-9606-73F5DE3532D7}" type="parTrans" cxnId="{8F91E62B-0F7C-5A42-841A-E7940D3EE6E8}">
      <dgm:prSet/>
      <dgm:spPr/>
      <dgm:t>
        <a:bodyPr/>
        <a:lstStyle/>
        <a:p>
          <a:endParaRPr lang="en-US"/>
        </a:p>
      </dgm:t>
    </dgm:pt>
    <dgm:pt modelId="{39F20121-8F60-EF4F-86A6-AFD0374E46AF}" type="sibTrans" cxnId="{8F91E62B-0F7C-5A42-841A-E7940D3EE6E8}">
      <dgm:prSet/>
      <dgm:spPr/>
      <dgm:t>
        <a:bodyPr/>
        <a:lstStyle/>
        <a:p>
          <a:endParaRPr lang="en-US"/>
        </a:p>
      </dgm:t>
    </dgm:pt>
    <dgm:pt modelId="{1ADEEF36-6D40-D44F-9B35-90E0CDA42AB8}">
      <dgm:prSet/>
      <dgm:spPr>
        <a:xfrm>
          <a:off x="4911603" y="2309624"/>
          <a:ext cx="2644709" cy="725406"/>
        </a:xfrm>
        <a:prstGeom prst="rect">
          <a:avLst/>
        </a:prstGeom>
        <a:noFill/>
        <a:ln w="12700" cap="flat" cmpd="sng" algn="ctr">
          <a:noFill/>
          <a:prstDash val="solid"/>
        </a:ln>
        <a:effectLst/>
        <a:sp3d/>
      </dgm:spPr>
      <dgm:t>
        <a:bodyPr/>
        <a:lstStyle/>
        <a:p>
          <a:pPr rtl="0"/>
          <a:r>
            <a:rPr lang="en-US" dirty="0">
              <a:solidFill>
                <a:sysClr val="windowText" lastClr="000000">
                  <a:hueOff val="0"/>
                  <a:satOff val="0"/>
                  <a:lumOff val="0"/>
                  <a:alphaOff val="0"/>
                </a:sysClr>
              </a:solidFill>
              <a:latin typeface="Rockwell"/>
              <a:ea typeface="+mn-ea"/>
              <a:cs typeface="+mn-cs"/>
            </a:rPr>
            <a:t>Processor analyzes which instructions are dependent on each other’s results, or data, to create an optimized schedule of instructions</a:t>
          </a:r>
        </a:p>
      </dgm:t>
    </dgm:pt>
    <dgm:pt modelId="{8BF2F0E2-2B88-9D4E-9A6B-A4483BF6CDE4}" type="parTrans" cxnId="{46F765FF-7156-694C-984E-6EAE0E5C28A5}">
      <dgm:prSet/>
      <dgm:spPr/>
      <dgm:t>
        <a:bodyPr/>
        <a:lstStyle/>
        <a:p>
          <a:endParaRPr lang="en-US"/>
        </a:p>
      </dgm:t>
    </dgm:pt>
    <dgm:pt modelId="{81FDBB88-0681-8E4E-8D8B-BB30C3BAFA65}" type="sibTrans" cxnId="{46F765FF-7156-694C-984E-6EAE0E5C28A5}">
      <dgm:prSet/>
      <dgm:spPr/>
      <dgm:t>
        <a:bodyPr/>
        <a:lstStyle/>
        <a:p>
          <a:endParaRPr lang="en-US"/>
        </a:p>
      </dgm:t>
    </dgm:pt>
    <dgm:pt modelId="{96FA048A-5310-FE4D-81B2-9D70B7C257AA}">
      <dgm:prSet/>
      <dgm:spPr>
        <a:xfrm>
          <a:off x="2266893" y="3035030"/>
          <a:ext cx="5289419" cy="725406"/>
        </a:xfrm>
        <a:prstGeom prst="rect">
          <a:avLst/>
        </a:prstGeom>
        <a:solidFill>
          <a:sysClr val="window" lastClr="FFFFFF">
            <a:alpha val="90000"/>
            <a:hueOff val="0"/>
            <a:satOff val="0"/>
            <a:lumOff val="0"/>
            <a:alphaOff val="0"/>
          </a:sysClr>
        </a:solidFill>
        <a:ln w="12700" cap="flat" cmpd="sng" algn="ctr">
          <a:solidFill>
            <a:srgbClr val="663366">
              <a:hueOff val="0"/>
              <a:satOff val="0"/>
              <a:lumOff val="0"/>
              <a:alphaOff val="0"/>
            </a:srgbClr>
          </a:solidFill>
          <a:prstDash val="solid"/>
        </a:ln>
        <a:effectLst/>
      </dgm:spPr>
      <dgm:t>
        <a:bodyPr/>
        <a:lstStyle/>
        <a:p>
          <a:pPr rtl="0"/>
          <a:r>
            <a:rPr lang="en-US" dirty="0">
              <a:solidFill>
                <a:sysClr val="windowText" lastClr="000000">
                  <a:hueOff val="0"/>
                  <a:satOff val="0"/>
                  <a:lumOff val="0"/>
                  <a:alphaOff val="0"/>
                </a:sysClr>
              </a:solidFill>
              <a:latin typeface="Rockwell"/>
              <a:ea typeface="+mn-ea"/>
              <a:cs typeface="+mn-cs"/>
            </a:rPr>
            <a:t>Speculative execution</a:t>
          </a:r>
        </a:p>
      </dgm:t>
    </dgm:pt>
    <dgm:pt modelId="{E46BF334-3C6C-F643-8363-F7310281F45D}" type="parTrans" cxnId="{1950FF33-8146-2642-B11E-74530D295442}">
      <dgm:prSet/>
      <dgm:spPr/>
      <dgm:t>
        <a:bodyPr/>
        <a:lstStyle/>
        <a:p>
          <a:endParaRPr lang="en-US"/>
        </a:p>
      </dgm:t>
    </dgm:pt>
    <dgm:pt modelId="{AC35690D-9D17-014B-8008-2A5C688BF974}" type="sibTrans" cxnId="{1950FF33-8146-2642-B11E-74530D295442}">
      <dgm:prSet/>
      <dgm:spPr/>
      <dgm:t>
        <a:bodyPr/>
        <a:lstStyle/>
        <a:p>
          <a:endParaRPr lang="en-US"/>
        </a:p>
      </dgm:t>
    </dgm:pt>
    <dgm:pt modelId="{0DA0EBF7-C177-5C4F-9EAE-1A180967A483}">
      <dgm:prSet/>
      <dgm:spPr>
        <a:xfrm>
          <a:off x="4911603" y="3035030"/>
          <a:ext cx="2644709" cy="725406"/>
        </a:xfrm>
        <a:prstGeom prst="rect">
          <a:avLst/>
        </a:prstGeom>
        <a:noFill/>
        <a:ln w="12700" cap="flat" cmpd="sng" algn="ctr">
          <a:noFill/>
          <a:prstDash val="solid"/>
        </a:ln>
        <a:effectLst/>
        <a:sp3d/>
      </dgm:spPr>
      <dgm:t>
        <a:bodyPr/>
        <a:lstStyle/>
        <a:p>
          <a:pPr rtl="0"/>
          <a:r>
            <a:rPr lang="en-US" dirty="0">
              <a:solidFill>
                <a:sysClr val="windowText" lastClr="000000">
                  <a:hueOff val="0"/>
                  <a:satOff val="0"/>
                  <a:lumOff val="0"/>
                  <a:alphaOff val="0"/>
                </a:sysClr>
              </a:solidFill>
              <a:latin typeface="Rockwell"/>
              <a:ea typeface="+mn-ea"/>
              <a:cs typeface="+mn-cs"/>
            </a:rPr>
            <a:t>Using branch prediction and data flow analysis, some processors speculatively execute instructions ahead of their actual appearance in the program execution, holding the results in temporary locations, keeping execution engines as busy as possible</a:t>
          </a:r>
        </a:p>
      </dgm:t>
    </dgm:pt>
    <dgm:pt modelId="{4A466D16-CBA1-5143-B43C-964C8F088F9E}" type="parTrans" cxnId="{CB9B861B-73E3-1449-BB22-CAF83A6C153E}">
      <dgm:prSet/>
      <dgm:spPr/>
      <dgm:t>
        <a:bodyPr/>
        <a:lstStyle/>
        <a:p>
          <a:endParaRPr lang="en-US"/>
        </a:p>
      </dgm:t>
    </dgm:pt>
    <dgm:pt modelId="{2CF877C0-D3B3-774A-BDC9-CCB09F6CE2DF}" type="sibTrans" cxnId="{CB9B861B-73E3-1449-BB22-CAF83A6C153E}">
      <dgm:prSet/>
      <dgm:spPr/>
      <dgm:t>
        <a:bodyPr/>
        <a:lstStyle/>
        <a:p>
          <a:endParaRPr lang="en-US"/>
        </a:p>
      </dgm:t>
    </dgm:pt>
    <dgm:pt modelId="{8A26F3A1-AB6C-5049-B361-FAF4609B2616}">
      <dgm:prSet/>
      <dgm:spPr>
        <a:xfrm>
          <a:off x="2266893" y="1584218"/>
          <a:ext cx="5289419" cy="2629596"/>
        </a:xfrm>
        <a:prstGeom prst="rect">
          <a:avLst/>
        </a:prstGeom>
        <a:solidFill>
          <a:sysClr val="window" lastClr="FFFFFF">
            <a:alpha val="90000"/>
            <a:hueOff val="0"/>
            <a:satOff val="0"/>
            <a:lumOff val="0"/>
            <a:alphaOff val="0"/>
          </a:sysClr>
        </a:solidFill>
        <a:ln w="12700" cap="flat" cmpd="sng" algn="ctr">
          <a:solidFill>
            <a:srgbClr val="663366">
              <a:hueOff val="0"/>
              <a:satOff val="0"/>
              <a:lumOff val="0"/>
              <a:alphaOff val="0"/>
            </a:srgbClr>
          </a:solidFill>
          <a:prstDash val="solid"/>
        </a:ln>
        <a:effectLst/>
      </dgm:spPr>
      <dgm:t>
        <a:bodyPr/>
        <a:lstStyle/>
        <a:p>
          <a:pPr rtl="0"/>
          <a:r>
            <a:rPr lang="en-US" dirty="0">
              <a:solidFill>
                <a:sysClr val="windowText" lastClr="000000">
                  <a:hueOff val="0"/>
                  <a:satOff val="0"/>
                  <a:lumOff val="0"/>
                  <a:alphaOff val="0"/>
                </a:sysClr>
              </a:solidFill>
              <a:latin typeface="Rockwell"/>
              <a:ea typeface="+mn-ea"/>
              <a:cs typeface="+mn-cs"/>
            </a:rPr>
            <a:t>Superscalar execution</a:t>
          </a:r>
        </a:p>
      </dgm:t>
    </dgm:pt>
    <dgm:pt modelId="{AC6437F1-8798-1544-BB20-AB95D8409774}" type="parTrans" cxnId="{760301D8-6D8F-3C4B-A4AB-150C60644331}">
      <dgm:prSet/>
      <dgm:spPr/>
      <dgm:t>
        <a:bodyPr/>
        <a:lstStyle/>
        <a:p>
          <a:endParaRPr lang="en-US"/>
        </a:p>
      </dgm:t>
    </dgm:pt>
    <dgm:pt modelId="{1EE08078-6E4D-7842-9B72-3F0C7C3378C4}" type="sibTrans" cxnId="{760301D8-6D8F-3C4B-A4AB-150C60644331}">
      <dgm:prSet/>
      <dgm:spPr/>
      <dgm:t>
        <a:bodyPr/>
        <a:lstStyle/>
        <a:p>
          <a:endParaRPr lang="en-US"/>
        </a:p>
      </dgm:t>
    </dgm:pt>
    <dgm:pt modelId="{CE02E82E-38D7-9F49-B76A-A9DEA9406EA8}">
      <dgm:prSet/>
      <dgm:spPr>
        <a:xfrm>
          <a:off x="4911603" y="1584218"/>
          <a:ext cx="2644709" cy="725406"/>
        </a:xfrm>
        <a:prstGeom prst="rect">
          <a:avLst/>
        </a:prstGeom>
        <a:noFill/>
        <a:ln w="12700" cap="flat" cmpd="sng" algn="ctr">
          <a:noFill/>
          <a:prstDash val="solid"/>
        </a:ln>
        <a:effectLst/>
        <a:sp3d/>
      </dgm:spPr>
      <dgm:t>
        <a:bodyPr/>
        <a:lstStyle/>
        <a:p>
          <a:pPr rtl="0"/>
          <a:r>
            <a:rPr lang="en-US" dirty="0">
              <a:solidFill>
                <a:sysClr val="windowText" lastClr="000000">
                  <a:hueOff val="0"/>
                  <a:satOff val="0"/>
                  <a:lumOff val="0"/>
                  <a:alphaOff val="0"/>
                </a:sysClr>
              </a:solidFill>
              <a:latin typeface="Rockwell"/>
              <a:ea typeface="+mn-ea"/>
              <a:cs typeface="+mn-cs"/>
            </a:rPr>
            <a:t>This is the ability to issue more than one instruction in every processor clock cycle. (In effect, multiple parallel pipelines are used.)</a:t>
          </a:r>
        </a:p>
      </dgm:t>
    </dgm:pt>
    <dgm:pt modelId="{E3906516-8F1C-4E44-BF3B-DE1A16420EAE}" type="parTrans" cxnId="{A9BAD250-28CD-0A43-8EEB-F79FC2853276}">
      <dgm:prSet/>
      <dgm:spPr/>
      <dgm:t>
        <a:bodyPr/>
        <a:lstStyle/>
        <a:p>
          <a:endParaRPr lang="en-US"/>
        </a:p>
      </dgm:t>
    </dgm:pt>
    <dgm:pt modelId="{D0DB07B7-D114-984D-A8F2-E3D6867CD40F}" type="sibTrans" cxnId="{A9BAD250-28CD-0A43-8EEB-F79FC2853276}">
      <dgm:prSet/>
      <dgm:spPr/>
      <dgm:t>
        <a:bodyPr/>
        <a:lstStyle/>
        <a:p>
          <a:endParaRPr lang="en-US"/>
        </a:p>
      </dgm:t>
    </dgm:pt>
    <dgm:pt modelId="{B5438589-107F-BE44-8E79-B96C087882C3}" type="pres">
      <dgm:prSet presAssocID="{8BAEE847-EAD2-FE40-8C84-DA512223181C}" presName="Name0" presStyleCnt="0">
        <dgm:presLayoutVars>
          <dgm:chMax val="7"/>
          <dgm:dir/>
          <dgm:animLvl val="lvl"/>
          <dgm:resizeHandles val="exact"/>
        </dgm:presLayoutVars>
      </dgm:prSet>
      <dgm:spPr/>
      <dgm:t>
        <a:bodyPr/>
        <a:lstStyle/>
        <a:p>
          <a:endParaRPr lang="en-US"/>
        </a:p>
      </dgm:t>
    </dgm:pt>
    <dgm:pt modelId="{8F8399CD-6D80-A04B-A73D-FAE536245E54}" type="pres">
      <dgm:prSet presAssocID="{1F9DFB5F-DB72-3648-AF91-4FECE9B6B05B}" presName="circle1" presStyleLbl="node1" presStyleIdx="0" presStyleCnt="5"/>
      <dgm:spPr>
        <a:xfrm>
          <a:off x="0" y="133406"/>
          <a:ext cx="4533787" cy="4533787"/>
        </a:xfrm>
        <a:prstGeom prst="pie">
          <a:avLst>
            <a:gd name="adj1" fmla="val 5400000"/>
            <a:gd name="adj2" fmla="val 16200000"/>
          </a:avLst>
        </a:prstGeom>
        <a:gradFill rotWithShape="0">
          <a:gsLst>
            <a:gs pos="0">
              <a:srgbClr val="663366">
                <a:hueOff val="0"/>
                <a:satOff val="0"/>
                <a:lumOff val="0"/>
                <a:alphaOff val="0"/>
                <a:shade val="40000"/>
                <a:alpha val="100000"/>
                <a:satMod val="150000"/>
                <a:lumMod val="100000"/>
              </a:srgbClr>
            </a:gs>
            <a:gs pos="100000">
              <a:srgbClr val="663366">
                <a:hueOff val="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gm:spPr>
    </dgm:pt>
    <dgm:pt modelId="{C8351538-822B-924A-B1CC-4E89FE8D8B98}" type="pres">
      <dgm:prSet presAssocID="{1F9DFB5F-DB72-3648-AF91-4FECE9B6B05B}" presName="space" presStyleCnt="0"/>
      <dgm:spPr/>
    </dgm:pt>
    <dgm:pt modelId="{1C95AEB3-1C20-5849-B1AE-D3E218984151}" type="pres">
      <dgm:prSet presAssocID="{1F9DFB5F-DB72-3648-AF91-4FECE9B6B05B}" presName="rect1" presStyleLbl="alignAcc1" presStyleIdx="0" presStyleCnt="5"/>
      <dgm:spPr/>
      <dgm:t>
        <a:bodyPr/>
        <a:lstStyle/>
        <a:p>
          <a:endParaRPr lang="en-US"/>
        </a:p>
      </dgm:t>
    </dgm:pt>
    <dgm:pt modelId="{E5E6FCE1-34FD-AE40-955F-2C56C6769BE6}" type="pres">
      <dgm:prSet presAssocID="{9CFA17D8-46EF-D540-AC03-B1D783B08EBB}" presName="vertSpace2" presStyleLbl="node1" presStyleIdx="0" presStyleCnt="5"/>
      <dgm:spPr/>
    </dgm:pt>
    <dgm:pt modelId="{95965867-777A-B244-9440-59A3ABA67E2E}" type="pres">
      <dgm:prSet presAssocID="{9CFA17D8-46EF-D540-AC03-B1D783B08EBB}" presName="circle2" presStyleLbl="node1" presStyleIdx="1" presStyleCnt="5"/>
      <dgm:spPr>
        <a:xfrm>
          <a:off x="476047" y="858812"/>
          <a:ext cx="3581692" cy="3581692"/>
        </a:xfrm>
        <a:prstGeom prst="pie">
          <a:avLst>
            <a:gd name="adj1" fmla="val 5400000"/>
            <a:gd name="adj2" fmla="val 16200000"/>
          </a:avLst>
        </a:prstGeom>
        <a:gradFill rotWithShape="0">
          <a:gsLst>
            <a:gs pos="0">
              <a:srgbClr val="663366">
                <a:hueOff val="0"/>
                <a:satOff val="0"/>
                <a:lumOff val="0"/>
                <a:alphaOff val="0"/>
                <a:shade val="40000"/>
                <a:alpha val="100000"/>
                <a:satMod val="150000"/>
                <a:lumMod val="100000"/>
              </a:srgbClr>
            </a:gs>
            <a:gs pos="100000">
              <a:srgbClr val="663366">
                <a:hueOff val="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gm:spPr>
    </dgm:pt>
    <dgm:pt modelId="{62C26FB8-F960-704B-9B69-4C5DA54F634F}" type="pres">
      <dgm:prSet presAssocID="{9CFA17D8-46EF-D540-AC03-B1D783B08EBB}" presName="rect2" presStyleLbl="alignAcc1" presStyleIdx="1" presStyleCnt="5"/>
      <dgm:spPr/>
      <dgm:t>
        <a:bodyPr/>
        <a:lstStyle/>
        <a:p>
          <a:endParaRPr lang="en-US"/>
        </a:p>
      </dgm:t>
    </dgm:pt>
    <dgm:pt modelId="{21097EEF-7F32-5B40-849F-5D64D8FB6490}" type="pres">
      <dgm:prSet presAssocID="{8A26F3A1-AB6C-5049-B361-FAF4609B2616}" presName="vertSpace3" presStyleLbl="node1" presStyleIdx="1" presStyleCnt="5"/>
      <dgm:spPr/>
    </dgm:pt>
    <dgm:pt modelId="{8980E4CE-FAE8-4640-865E-DD474CAE12ED}" type="pres">
      <dgm:prSet presAssocID="{8A26F3A1-AB6C-5049-B361-FAF4609B2616}" presName="circle3" presStyleLbl="node1" presStyleIdx="2" presStyleCnt="5"/>
      <dgm:spPr>
        <a:xfrm>
          <a:off x="952095" y="1584218"/>
          <a:ext cx="2629596" cy="2629596"/>
        </a:xfrm>
        <a:prstGeom prst="pie">
          <a:avLst>
            <a:gd name="adj1" fmla="val 5400000"/>
            <a:gd name="adj2" fmla="val 16200000"/>
          </a:avLst>
        </a:prstGeom>
        <a:gradFill rotWithShape="0">
          <a:gsLst>
            <a:gs pos="0">
              <a:srgbClr val="663366">
                <a:hueOff val="0"/>
                <a:satOff val="0"/>
                <a:lumOff val="0"/>
                <a:alphaOff val="0"/>
                <a:shade val="40000"/>
                <a:alpha val="100000"/>
                <a:satMod val="150000"/>
                <a:lumMod val="100000"/>
              </a:srgbClr>
            </a:gs>
            <a:gs pos="100000">
              <a:srgbClr val="663366">
                <a:hueOff val="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gm:spPr>
    </dgm:pt>
    <dgm:pt modelId="{8A0AD6EA-0B5C-914A-9F0A-CC84B3884EAA}" type="pres">
      <dgm:prSet presAssocID="{8A26F3A1-AB6C-5049-B361-FAF4609B2616}" presName="rect3" presStyleLbl="alignAcc1" presStyleIdx="2" presStyleCnt="5"/>
      <dgm:spPr/>
      <dgm:t>
        <a:bodyPr/>
        <a:lstStyle/>
        <a:p>
          <a:endParaRPr lang="en-US"/>
        </a:p>
      </dgm:t>
    </dgm:pt>
    <dgm:pt modelId="{C5C34AE3-0941-7F41-AEFA-33EA5ED8EA8E}" type="pres">
      <dgm:prSet presAssocID="{30C97FF5-6C28-2047-A086-66AB02D8C9E6}" presName="vertSpace4" presStyleLbl="node1" presStyleIdx="2" presStyleCnt="5"/>
      <dgm:spPr/>
    </dgm:pt>
    <dgm:pt modelId="{8FC3D4C7-6020-F347-A658-FE974C7C2633}" type="pres">
      <dgm:prSet presAssocID="{30C97FF5-6C28-2047-A086-66AB02D8C9E6}" presName="circle4" presStyleLbl="node1" presStyleIdx="3" presStyleCnt="5"/>
      <dgm:spPr>
        <a:xfrm>
          <a:off x="1428143" y="2309624"/>
          <a:ext cx="1677501" cy="1677501"/>
        </a:xfrm>
        <a:prstGeom prst="pie">
          <a:avLst>
            <a:gd name="adj1" fmla="val 5400000"/>
            <a:gd name="adj2" fmla="val 16200000"/>
          </a:avLst>
        </a:prstGeom>
        <a:gradFill rotWithShape="0">
          <a:gsLst>
            <a:gs pos="0">
              <a:srgbClr val="663366">
                <a:hueOff val="0"/>
                <a:satOff val="0"/>
                <a:lumOff val="0"/>
                <a:alphaOff val="0"/>
                <a:shade val="40000"/>
                <a:alpha val="100000"/>
                <a:satMod val="150000"/>
                <a:lumMod val="100000"/>
              </a:srgbClr>
            </a:gs>
            <a:gs pos="100000">
              <a:srgbClr val="663366">
                <a:hueOff val="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gm:spPr>
    </dgm:pt>
    <dgm:pt modelId="{3912B40C-E4AB-4443-8E49-43D36F560895}" type="pres">
      <dgm:prSet presAssocID="{30C97FF5-6C28-2047-A086-66AB02D8C9E6}" presName="rect4" presStyleLbl="alignAcc1" presStyleIdx="3" presStyleCnt="5"/>
      <dgm:spPr/>
      <dgm:t>
        <a:bodyPr/>
        <a:lstStyle/>
        <a:p>
          <a:endParaRPr lang="en-US"/>
        </a:p>
      </dgm:t>
    </dgm:pt>
    <dgm:pt modelId="{8D91002D-285F-B140-9CB7-BDD1A1FA0E36}" type="pres">
      <dgm:prSet presAssocID="{96FA048A-5310-FE4D-81B2-9D70B7C257AA}" presName="vertSpace5" presStyleLbl="node1" presStyleIdx="3" presStyleCnt="5"/>
      <dgm:spPr/>
    </dgm:pt>
    <dgm:pt modelId="{8CA8964D-0088-5C41-B5B6-C7928BBF95DC}" type="pres">
      <dgm:prSet presAssocID="{96FA048A-5310-FE4D-81B2-9D70B7C257AA}" presName="circle5" presStyleLbl="node1" presStyleIdx="4" presStyleCnt="5"/>
      <dgm:spPr>
        <a:xfrm>
          <a:off x="1904190" y="3035030"/>
          <a:ext cx="725406" cy="725406"/>
        </a:xfrm>
        <a:prstGeom prst="pie">
          <a:avLst>
            <a:gd name="adj1" fmla="val 5400000"/>
            <a:gd name="adj2" fmla="val 16200000"/>
          </a:avLst>
        </a:prstGeom>
        <a:gradFill rotWithShape="0">
          <a:gsLst>
            <a:gs pos="0">
              <a:srgbClr val="663366">
                <a:hueOff val="0"/>
                <a:satOff val="0"/>
                <a:lumOff val="0"/>
                <a:alphaOff val="0"/>
                <a:shade val="40000"/>
                <a:alpha val="100000"/>
                <a:satMod val="150000"/>
                <a:lumMod val="100000"/>
              </a:srgbClr>
            </a:gs>
            <a:gs pos="100000">
              <a:srgbClr val="663366">
                <a:hueOff val="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gm:spPr>
    </dgm:pt>
    <dgm:pt modelId="{4E35B49C-BBBC-DB45-BDFD-E61EAF99AC87}" type="pres">
      <dgm:prSet presAssocID="{96FA048A-5310-FE4D-81B2-9D70B7C257AA}" presName="rect5" presStyleLbl="alignAcc1" presStyleIdx="4" presStyleCnt="5"/>
      <dgm:spPr/>
      <dgm:t>
        <a:bodyPr/>
        <a:lstStyle/>
        <a:p>
          <a:endParaRPr lang="en-US"/>
        </a:p>
      </dgm:t>
    </dgm:pt>
    <dgm:pt modelId="{FDF68C10-93C2-9847-8923-5DAB69061B5C}" type="pres">
      <dgm:prSet presAssocID="{1F9DFB5F-DB72-3648-AF91-4FECE9B6B05B}" presName="rect1ParTx" presStyleLbl="alignAcc1" presStyleIdx="4" presStyleCnt="5">
        <dgm:presLayoutVars>
          <dgm:chMax val="1"/>
          <dgm:bulletEnabled val="1"/>
        </dgm:presLayoutVars>
      </dgm:prSet>
      <dgm:spPr/>
      <dgm:t>
        <a:bodyPr/>
        <a:lstStyle/>
        <a:p>
          <a:endParaRPr lang="en-US"/>
        </a:p>
      </dgm:t>
    </dgm:pt>
    <dgm:pt modelId="{9625A8A9-4E22-1C45-8780-F620536E0AB6}" type="pres">
      <dgm:prSet presAssocID="{1F9DFB5F-DB72-3648-AF91-4FECE9B6B05B}" presName="rect1ChTx" presStyleLbl="alignAcc1" presStyleIdx="4" presStyleCnt="5">
        <dgm:presLayoutVars>
          <dgm:bulletEnabled val="1"/>
        </dgm:presLayoutVars>
      </dgm:prSet>
      <dgm:spPr/>
      <dgm:t>
        <a:bodyPr/>
        <a:lstStyle/>
        <a:p>
          <a:endParaRPr lang="en-US"/>
        </a:p>
      </dgm:t>
    </dgm:pt>
    <dgm:pt modelId="{1296813F-D39B-814D-848B-44B53BD6057E}" type="pres">
      <dgm:prSet presAssocID="{9CFA17D8-46EF-D540-AC03-B1D783B08EBB}" presName="rect2ParTx" presStyleLbl="alignAcc1" presStyleIdx="4" presStyleCnt="5">
        <dgm:presLayoutVars>
          <dgm:chMax val="1"/>
          <dgm:bulletEnabled val="1"/>
        </dgm:presLayoutVars>
      </dgm:prSet>
      <dgm:spPr/>
      <dgm:t>
        <a:bodyPr/>
        <a:lstStyle/>
        <a:p>
          <a:endParaRPr lang="en-US"/>
        </a:p>
      </dgm:t>
    </dgm:pt>
    <dgm:pt modelId="{B8C4BD7A-9494-904F-8FD8-EAB30AD1C9C2}" type="pres">
      <dgm:prSet presAssocID="{9CFA17D8-46EF-D540-AC03-B1D783B08EBB}" presName="rect2ChTx" presStyleLbl="alignAcc1" presStyleIdx="4" presStyleCnt="5">
        <dgm:presLayoutVars>
          <dgm:bulletEnabled val="1"/>
        </dgm:presLayoutVars>
      </dgm:prSet>
      <dgm:spPr/>
      <dgm:t>
        <a:bodyPr/>
        <a:lstStyle/>
        <a:p>
          <a:endParaRPr lang="en-US"/>
        </a:p>
      </dgm:t>
    </dgm:pt>
    <dgm:pt modelId="{4CD70E50-5CB8-974F-99E3-860FEAB27838}" type="pres">
      <dgm:prSet presAssocID="{8A26F3A1-AB6C-5049-B361-FAF4609B2616}" presName="rect3ParTx" presStyleLbl="alignAcc1" presStyleIdx="4" presStyleCnt="5">
        <dgm:presLayoutVars>
          <dgm:chMax val="1"/>
          <dgm:bulletEnabled val="1"/>
        </dgm:presLayoutVars>
      </dgm:prSet>
      <dgm:spPr/>
      <dgm:t>
        <a:bodyPr/>
        <a:lstStyle/>
        <a:p>
          <a:endParaRPr lang="en-US"/>
        </a:p>
      </dgm:t>
    </dgm:pt>
    <dgm:pt modelId="{9D7E2566-676D-9E41-99C2-0953099D924D}" type="pres">
      <dgm:prSet presAssocID="{8A26F3A1-AB6C-5049-B361-FAF4609B2616}" presName="rect3ChTx" presStyleLbl="alignAcc1" presStyleIdx="4" presStyleCnt="5">
        <dgm:presLayoutVars>
          <dgm:bulletEnabled val="1"/>
        </dgm:presLayoutVars>
      </dgm:prSet>
      <dgm:spPr/>
      <dgm:t>
        <a:bodyPr/>
        <a:lstStyle/>
        <a:p>
          <a:endParaRPr lang="en-US"/>
        </a:p>
      </dgm:t>
    </dgm:pt>
    <dgm:pt modelId="{C047E8FF-ABA5-3248-AA1A-9A4239A7E3E6}" type="pres">
      <dgm:prSet presAssocID="{30C97FF5-6C28-2047-A086-66AB02D8C9E6}" presName="rect4ParTx" presStyleLbl="alignAcc1" presStyleIdx="4" presStyleCnt="5">
        <dgm:presLayoutVars>
          <dgm:chMax val="1"/>
          <dgm:bulletEnabled val="1"/>
        </dgm:presLayoutVars>
      </dgm:prSet>
      <dgm:spPr/>
      <dgm:t>
        <a:bodyPr/>
        <a:lstStyle/>
        <a:p>
          <a:endParaRPr lang="en-US"/>
        </a:p>
      </dgm:t>
    </dgm:pt>
    <dgm:pt modelId="{B4AAA73C-1031-C544-BDD6-9B9C29452A80}" type="pres">
      <dgm:prSet presAssocID="{30C97FF5-6C28-2047-A086-66AB02D8C9E6}" presName="rect4ChTx" presStyleLbl="alignAcc1" presStyleIdx="4" presStyleCnt="5">
        <dgm:presLayoutVars>
          <dgm:bulletEnabled val="1"/>
        </dgm:presLayoutVars>
      </dgm:prSet>
      <dgm:spPr/>
      <dgm:t>
        <a:bodyPr/>
        <a:lstStyle/>
        <a:p>
          <a:endParaRPr lang="en-US"/>
        </a:p>
      </dgm:t>
    </dgm:pt>
    <dgm:pt modelId="{67BD0849-4A79-D541-90FC-E48AB8D34DEE}" type="pres">
      <dgm:prSet presAssocID="{96FA048A-5310-FE4D-81B2-9D70B7C257AA}" presName="rect5ParTx" presStyleLbl="alignAcc1" presStyleIdx="4" presStyleCnt="5">
        <dgm:presLayoutVars>
          <dgm:chMax val="1"/>
          <dgm:bulletEnabled val="1"/>
        </dgm:presLayoutVars>
      </dgm:prSet>
      <dgm:spPr/>
      <dgm:t>
        <a:bodyPr/>
        <a:lstStyle/>
        <a:p>
          <a:endParaRPr lang="en-US"/>
        </a:p>
      </dgm:t>
    </dgm:pt>
    <dgm:pt modelId="{BB5D0C00-E641-934E-AE39-CCC5D85D9568}" type="pres">
      <dgm:prSet presAssocID="{96FA048A-5310-FE4D-81B2-9D70B7C257AA}" presName="rect5ChTx" presStyleLbl="alignAcc1" presStyleIdx="4" presStyleCnt="5">
        <dgm:presLayoutVars>
          <dgm:bulletEnabled val="1"/>
        </dgm:presLayoutVars>
      </dgm:prSet>
      <dgm:spPr/>
      <dgm:t>
        <a:bodyPr/>
        <a:lstStyle/>
        <a:p>
          <a:endParaRPr lang="en-US"/>
        </a:p>
      </dgm:t>
    </dgm:pt>
  </dgm:ptLst>
  <dgm:cxnLst>
    <dgm:cxn modelId="{2EC13DCA-044A-5F4E-BFC5-433958E2AAB6}" srcId="{8BAEE847-EAD2-FE40-8C84-DA512223181C}" destId="{9CFA17D8-46EF-D540-AC03-B1D783B08EBB}" srcOrd="1" destOrd="0" parTransId="{76F69678-778B-5942-BA13-4C4F290378CC}" sibTransId="{C9D2CDA4-3B56-B44E-9256-FA215816FA39}"/>
    <dgm:cxn modelId="{1F75482D-39EF-5641-9DD0-57C267687981}" type="presOf" srcId="{8A26F3A1-AB6C-5049-B361-FAF4609B2616}" destId="{4CD70E50-5CB8-974F-99E3-860FEAB27838}" srcOrd="1" destOrd="0" presId="urn:microsoft.com/office/officeart/2005/8/layout/target3"/>
    <dgm:cxn modelId="{1950FF33-8146-2642-B11E-74530D295442}" srcId="{8BAEE847-EAD2-FE40-8C84-DA512223181C}" destId="{96FA048A-5310-FE4D-81B2-9D70B7C257AA}" srcOrd="4" destOrd="0" parTransId="{E46BF334-3C6C-F643-8363-F7310281F45D}" sibTransId="{AC35690D-9D17-014B-8008-2A5C688BF974}"/>
    <dgm:cxn modelId="{8F91E62B-0F7C-5A42-841A-E7940D3EE6E8}" srcId="{8BAEE847-EAD2-FE40-8C84-DA512223181C}" destId="{30C97FF5-6C28-2047-A086-66AB02D8C9E6}" srcOrd="3" destOrd="0" parTransId="{8B33C48A-2DB3-7044-9606-73F5DE3532D7}" sibTransId="{39F20121-8F60-EF4F-86A6-AFD0374E46AF}"/>
    <dgm:cxn modelId="{DBA6C5A0-FE3E-9842-A01C-F83FB7771255}" type="presOf" srcId="{D0904AE8-993E-5942-97B6-306A66DF04F0}" destId="{9625A8A9-4E22-1C45-8780-F620536E0AB6}" srcOrd="0" destOrd="0" presId="urn:microsoft.com/office/officeart/2005/8/layout/target3"/>
    <dgm:cxn modelId="{97423DD5-2B0D-ED49-A726-E649080C84EC}" type="presOf" srcId="{9CFA17D8-46EF-D540-AC03-B1D783B08EBB}" destId="{62C26FB8-F960-704B-9B69-4C5DA54F634F}" srcOrd="0" destOrd="0" presId="urn:microsoft.com/office/officeart/2005/8/layout/target3"/>
    <dgm:cxn modelId="{3DFF21E3-F2C8-4C49-9D7F-7E92EB9D4F2C}" type="presOf" srcId="{96FA048A-5310-FE4D-81B2-9D70B7C257AA}" destId="{4E35B49C-BBBC-DB45-BDFD-E61EAF99AC87}" srcOrd="0" destOrd="0" presId="urn:microsoft.com/office/officeart/2005/8/layout/target3"/>
    <dgm:cxn modelId="{493CC3A7-89C9-FC4D-AA12-8C4FCAA641E6}" type="presOf" srcId="{1F9DFB5F-DB72-3648-AF91-4FECE9B6B05B}" destId="{FDF68C10-93C2-9847-8923-5DAB69061B5C}" srcOrd="1" destOrd="0" presId="urn:microsoft.com/office/officeart/2005/8/layout/target3"/>
    <dgm:cxn modelId="{9EA4899C-801D-5844-8093-9EE9020D6B92}" type="presOf" srcId="{8BAEE847-EAD2-FE40-8C84-DA512223181C}" destId="{B5438589-107F-BE44-8E79-B96C087882C3}" srcOrd="0" destOrd="0" presId="urn:microsoft.com/office/officeart/2005/8/layout/target3"/>
    <dgm:cxn modelId="{205C9DE3-2B2A-374C-A313-28A852AD70DF}" type="presOf" srcId="{1ADEEF36-6D40-D44F-9B35-90E0CDA42AB8}" destId="{B4AAA73C-1031-C544-BDD6-9B9C29452A80}" srcOrd="0" destOrd="0" presId="urn:microsoft.com/office/officeart/2005/8/layout/target3"/>
    <dgm:cxn modelId="{0543E415-2607-204C-A468-518EB5E730BA}" type="presOf" srcId="{30C97FF5-6C28-2047-A086-66AB02D8C9E6}" destId="{C047E8FF-ABA5-3248-AA1A-9A4239A7E3E6}" srcOrd="1" destOrd="0" presId="urn:microsoft.com/office/officeart/2005/8/layout/target3"/>
    <dgm:cxn modelId="{3124647B-CEF8-0348-A8DC-6017A38138EE}" type="presOf" srcId="{39E21E8D-BCE6-874A-8E05-4FFC68AFADA3}" destId="{B8C4BD7A-9494-904F-8FD8-EAB30AD1C9C2}" srcOrd="0" destOrd="0" presId="urn:microsoft.com/office/officeart/2005/8/layout/target3"/>
    <dgm:cxn modelId="{A9BAD250-28CD-0A43-8EEB-F79FC2853276}" srcId="{8A26F3A1-AB6C-5049-B361-FAF4609B2616}" destId="{CE02E82E-38D7-9F49-B76A-A9DEA9406EA8}" srcOrd="0" destOrd="0" parTransId="{E3906516-8F1C-4E44-BF3B-DE1A16420EAE}" sibTransId="{D0DB07B7-D114-984D-A8F2-E3D6867CD40F}"/>
    <dgm:cxn modelId="{301294FF-4AF4-D043-8E38-F8EB23367CB3}" type="presOf" srcId="{8A26F3A1-AB6C-5049-B361-FAF4609B2616}" destId="{8A0AD6EA-0B5C-914A-9F0A-CC84B3884EAA}" srcOrd="0" destOrd="0" presId="urn:microsoft.com/office/officeart/2005/8/layout/target3"/>
    <dgm:cxn modelId="{B5E7D4A8-5E1B-B541-96F4-801FA261EC47}" type="presOf" srcId="{96FA048A-5310-FE4D-81B2-9D70B7C257AA}" destId="{67BD0849-4A79-D541-90FC-E48AB8D34DEE}" srcOrd="1" destOrd="0" presId="urn:microsoft.com/office/officeart/2005/8/layout/target3"/>
    <dgm:cxn modelId="{C517610C-5B74-2F41-A242-FA5CFF08BF4A}" type="presOf" srcId="{0DA0EBF7-C177-5C4F-9EAE-1A180967A483}" destId="{BB5D0C00-E641-934E-AE39-CCC5D85D9568}" srcOrd="0" destOrd="0" presId="urn:microsoft.com/office/officeart/2005/8/layout/target3"/>
    <dgm:cxn modelId="{4FD956BC-F778-8147-824F-46C487539D26}" type="presOf" srcId="{1F9DFB5F-DB72-3648-AF91-4FECE9B6B05B}" destId="{1C95AEB3-1C20-5849-B1AE-D3E218984151}" srcOrd="0" destOrd="0" presId="urn:microsoft.com/office/officeart/2005/8/layout/target3"/>
    <dgm:cxn modelId="{3F703D20-B38D-0440-87DC-35CF43E74087}" srcId="{1F9DFB5F-DB72-3648-AF91-4FECE9B6B05B}" destId="{D0904AE8-993E-5942-97B6-306A66DF04F0}" srcOrd="0" destOrd="0" parTransId="{9F75FF9E-95F7-3A42-86AC-D87CBB9B2829}" sibTransId="{C6C74CB0-07D1-2444-933E-62ABDDE156FE}"/>
    <dgm:cxn modelId="{70761CD2-A649-644E-9CB9-F7DC2012EE36}" type="presOf" srcId="{9CFA17D8-46EF-D540-AC03-B1D783B08EBB}" destId="{1296813F-D39B-814D-848B-44B53BD6057E}" srcOrd="1" destOrd="0" presId="urn:microsoft.com/office/officeart/2005/8/layout/target3"/>
    <dgm:cxn modelId="{760301D8-6D8F-3C4B-A4AB-150C60644331}" srcId="{8BAEE847-EAD2-FE40-8C84-DA512223181C}" destId="{8A26F3A1-AB6C-5049-B361-FAF4609B2616}" srcOrd="2" destOrd="0" parTransId="{AC6437F1-8798-1544-BB20-AB95D8409774}" sibTransId="{1EE08078-6E4D-7842-9B72-3F0C7C3378C4}"/>
    <dgm:cxn modelId="{46F765FF-7156-694C-984E-6EAE0E5C28A5}" srcId="{30C97FF5-6C28-2047-A086-66AB02D8C9E6}" destId="{1ADEEF36-6D40-D44F-9B35-90E0CDA42AB8}" srcOrd="0" destOrd="0" parTransId="{8BF2F0E2-2B88-9D4E-9A6B-A4483BF6CDE4}" sibTransId="{81FDBB88-0681-8E4E-8D8B-BB30C3BAFA65}"/>
    <dgm:cxn modelId="{D89EA3E6-2CA9-904E-B95E-CE3A420575DE}" srcId="{9CFA17D8-46EF-D540-AC03-B1D783B08EBB}" destId="{39E21E8D-BCE6-874A-8E05-4FFC68AFADA3}" srcOrd="0" destOrd="0" parTransId="{D7E8EFC3-C4E7-A34B-B349-9059739AD4BB}" sibTransId="{A8B5980D-5E5F-7D4B-B523-AC127D7ABF5F}"/>
    <dgm:cxn modelId="{AA4077E6-98AB-8548-A1A9-4EDCD357F6AF}" type="presOf" srcId="{30C97FF5-6C28-2047-A086-66AB02D8C9E6}" destId="{3912B40C-E4AB-4443-8E49-43D36F560895}" srcOrd="0" destOrd="0" presId="urn:microsoft.com/office/officeart/2005/8/layout/target3"/>
    <dgm:cxn modelId="{CB9B861B-73E3-1449-BB22-CAF83A6C153E}" srcId="{96FA048A-5310-FE4D-81B2-9D70B7C257AA}" destId="{0DA0EBF7-C177-5C4F-9EAE-1A180967A483}" srcOrd="0" destOrd="0" parTransId="{4A466D16-CBA1-5143-B43C-964C8F088F9E}" sibTransId="{2CF877C0-D3B3-774A-BDC9-CCB09F6CE2DF}"/>
    <dgm:cxn modelId="{D4A65260-D363-034C-BC13-9724735933CB}" srcId="{8BAEE847-EAD2-FE40-8C84-DA512223181C}" destId="{1F9DFB5F-DB72-3648-AF91-4FECE9B6B05B}" srcOrd="0" destOrd="0" parTransId="{4AE55039-A559-5B46-940A-75ACC4386115}" sibTransId="{E8DDD59A-4B47-2445-810B-652711BDAF3F}"/>
    <dgm:cxn modelId="{8C44C30A-E064-7744-B4A2-1C94E483A490}" type="presOf" srcId="{CE02E82E-38D7-9F49-B76A-A9DEA9406EA8}" destId="{9D7E2566-676D-9E41-99C2-0953099D924D}" srcOrd="0" destOrd="0" presId="urn:microsoft.com/office/officeart/2005/8/layout/target3"/>
    <dgm:cxn modelId="{9337C14B-1017-AC44-91CB-F0CA4DC8148D}" type="presParOf" srcId="{B5438589-107F-BE44-8E79-B96C087882C3}" destId="{8F8399CD-6D80-A04B-A73D-FAE536245E54}" srcOrd="0" destOrd="0" presId="urn:microsoft.com/office/officeart/2005/8/layout/target3"/>
    <dgm:cxn modelId="{163E5219-EE5D-1B4E-ACD5-9CE2B956510E}" type="presParOf" srcId="{B5438589-107F-BE44-8E79-B96C087882C3}" destId="{C8351538-822B-924A-B1CC-4E89FE8D8B98}" srcOrd="1" destOrd="0" presId="urn:microsoft.com/office/officeart/2005/8/layout/target3"/>
    <dgm:cxn modelId="{9D8077DD-7DA2-594D-B3F3-BC397BEA446A}" type="presParOf" srcId="{B5438589-107F-BE44-8E79-B96C087882C3}" destId="{1C95AEB3-1C20-5849-B1AE-D3E218984151}" srcOrd="2" destOrd="0" presId="urn:microsoft.com/office/officeart/2005/8/layout/target3"/>
    <dgm:cxn modelId="{EF9A5943-94B4-EC45-80D5-9D88AB543EB2}" type="presParOf" srcId="{B5438589-107F-BE44-8E79-B96C087882C3}" destId="{E5E6FCE1-34FD-AE40-955F-2C56C6769BE6}" srcOrd="3" destOrd="0" presId="urn:microsoft.com/office/officeart/2005/8/layout/target3"/>
    <dgm:cxn modelId="{3769CB35-6124-BE47-82AD-A1EEF720959C}" type="presParOf" srcId="{B5438589-107F-BE44-8E79-B96C087882C3}" destId="{95965867-777A-B244-9440-59A3ABA67E2E}" srcOrd="4" destOrd="0" presId="urn:microsoft.com/office/officeart/2005/8/layout/target3"/>
    <dgm:cxn modelId="{1CA8701D-C0A4-DC41-A43A-88918726A5B6}" type="presParOf" srcId="{B5438589-107F-BE44-8E79-B96C087882C3}" destId="{62C26FB8-F960-704B-9B69-4C5DA54F634F}" srcOrd="5" destOrd="0" presId="urn:microsoft.com/office/officeart/2005/8/layout/target3"/>
    <dgm:cxn modelId="{2838EB30-9379-E042-8BA4-A0A280417150}" type="presParOf" srcId="{B5438589-107F-BE44-8E79-B96C087882C3}" destId="{21097EEF-7F32-5B40-849F-5D64D8FB6490}" srcOrd="6" destOrd="0" presId="urn:microsoft.com/office/officeart/2005/8/layout/target3"/>
    <dgm:cxn modelId="{9BB45B1D-656D-FC4D-9532-5278DBE01C23}" type="presParOf" srcId="{B5438589-107F-BE44-8E79-B96C087882C3}" destId="{8980E4CE-FAE8-4640-865E-DD474CAE12ED}" srcOrd="7" destOrd="0" presId="urn:microsoft.com/office/officeart/2005/8/layout/target3"/>
    <dgm:cxn modelId="{0CCBD73A-C2E5-B247-AE15-32F655193A9D}" type="presParOf" srcId="{B5438589-107F-BE44-8E79-B96C087882C3}" destId="{8A0AD6EA-0B5C-914A-9F0A-CC84B3884EAA}" srcOrd="8" destOrd="0" presId="urn:microsoft.com/office/officeart/2005/8/layout/target3"/>
    <dgm:cxn modelId="{C0F6B8D5-8098-5D4C-98D6-A7F9626720DB}" type="presParOf" srcId="{B5438589-107F-BE44-8E79-B96C087882C3}" destId="{C5C34AE3-0941-7F41-AEFA-33EA5ED8EA8E}" srcOrd="9" destOrd="0" presId="urn:microsoft.com/office/officeart/2005/8/layout/target3"/>
    <dgm:cxn modelId="{C0125645-5CD3-8746-BA79-4184EA7DA9E1}" type="presParOf" srcId="{B5438589-107F-BE44-8E79-B96C087882C3}" destId="{8FC3D4C7-6020-F347-A658-FE974C7C2633}" srcOrd="10" destOrd="0" presId="urn:microsoft.com/office/officeart/2005/8/layout/target3"/>
    <dgm:cxn modelId="{B522517D-4297-C44E-9B0D-4039E46AFA24}" type="presParOf" srcId="{B5438589-107F-BE44-8E79-B96C087882C3}" destId="{3912B40C-E4AB-4443-8E49-43D36F560895}" srcOrd="11" destOrd="0" presId="urn:microsoft.com/office/officeart/2005/8/layout/target3"/>
    <dgm:cxn modelId="{E161E772-0EA3-794C-B896-92A24A2298EC}" type="presParOf" srcId="{B5438589-107F-BE44-8E79-B96C087882C3}" destId="{8D91002D-285F-B140-9CB7-BDD1A1FA0E36}" srcOrd="12" destOrd="0" presId="urn:microsoft.com/office/officeart/2005/8/layout/target3"/>
    <dgm:cxn modelId="{08386E96-D699-CF41-AE08-2AAD0B39FB45}" type="presParOf" srcId="{B5438589-107F-BE44-8E79-B96C087882C3}" destId="{8CA8964D-0088-5C41-B5B6-C7928BBF95DC}" srcOrd="13" destOrd="0" presId="urn:microsoft.com/office/officeart/2005/8/layout/target3"/>
    <dgm:cxn modelId="{5969DB80-B243-0341-9494-70E131A79C21}" type="presParOf" srcId="{B5438589-107F-BE44-8E79-B96C087882C3}" destId="{4E35B49C-BBBC-DB45-BDFD-E61EAF99AC87}" srcOrd="14" destOrd="0" presId="urn:microsoft.com/office/officeart/2005/8/layout/target3"/>
    <dgm:cxn modelId="{5DD8A149-6B30-7548-A206-FC2CA8546DD3}" type="presParOf" srcId="{B5438589-107F-BE44-8E79-B96C087882C3}" destId="{FDF68C10-93C2-9847-8923-5DAB69061B5C}" srcOrd="15" destOrd="0" presId="urn:microsoft.com/office/officeart/2005/8/layout/target3"/>
    <dgm:cxn modelId="{80F29C6B-BB39-8A49-BB25-7D13885F5DD2}" type="presParOf" srcId="{B5438589-107F-BE44-8E79-B96C087882C3}" destId="{9625A8A9-4E22-1C45-8780-F620536E0AB6}" srcOrd="16" destOrd="0" presId="urn:microsoft.com/office/officeart/2005/8/layout/target3"/>
    <dgm:cxn modelId="{13F5F08D-CE69-8342-9A37-43AE6D23DDB6}" type="presParOf" srcId="{B5438589-107F-BE44-8E79-B96C087882C3}" destId="{1296813F-D39B-814D-848B-44B53BD6057E}" srcOrd="17" destOrd="0" presId="urn:microsoft.com/office/officeart/2005/8/layout/target3"/>
    <dgm:cxn modelId="{0F98E1D4-37E0-6E43-B731-D970A6053B92}" type="presParOf" srcId="{B5438589-107F-BE44-8E79-B96C087882C3}" destId="{B8C4BD7A-9494-904F-8FD8-EAB30AD1C9C2}" srcOrd="18" destOrd="0" presId="urn:microsoft.com/office/officeart/2005/8/layout/target3"/>
    <dgm:cxn modelId="{FC9C352E-88E2-1649-896D-A2F9EE815967}" type="presParOf" srcId="{B5438589-107F-BE44-8E79-B96C087882C3}" destId="{4CD70E50-5CB8-974F-99E3-860FEAB27838}" srcOrd="19" destOrd="0" presId="urn:microsoft.com/office/officeart/2005/8/layout/target3"/>
    <dgm:cxn modelId="{DDDE13AE-CC34-8446-9A0C-A649F9F6223A}" type="presParOf" srcId="{B5438589-107F-BE44-8E79-B96C087882C3}" destId="{9D7E2566-676D-9E41-99C2-0953099D924D}" srcOrd="20" destOrd="0" presId="urn:microsoft.com/office/officeart/2005/8/layout/target3"/>
    <dgm:cxn modelId="{F97C5BBA-6C8E-924D-9834-74B9C0B99ECA}" type="presParOf" srcId="{B5438589-107F-BE44-8E79-B96C087882C3}" destId="{C047E8FF-ABA5-3248-AA1A-9A4239A7E3E6}" srcOrd="21" destOrd="0" presId="urn:microsoft.com/office/officeart/2005/8/layout/target3"/>
    <dgm:cxn modelId="{5D083E1E-D0C1-0645-A810-66B443A8962C}" type="presParOf" srcId="{B5438589-107F-BE44-8E79-B96C087882C3}" destId="{B4AAA73C-1031-C544-BDD6-9B9C29452A80}" srcOrd="22" destOrd="0" presId="urn:microsoft.com/office/officeart/2005/8/layout/target3"/>
    <dgm:cxn modelId="{7AEA94CD-3EDF-F340-9697-00E5D0134088}" type="presParOf" srcId="{B5438589-107F-BE44-8E79-B96C087882C3}" destId="{67BD0849-4A79-D541-90FC-E48AB8D34DEE}" srcOrd="23" destOrd="0" presId="urn:microsoft.com/office/officeart/2005/8/layout/target3"/>
    <dgm:cxn modelId="{DAB33B87-0516-414F-B1FE-7F17EDBB379D}" type="presParOf" srcId="{B5438589-107F-BE44-8E79-B96C087882C3}" destId="{BB5D0C00-E641-934E-AE39-CCC5D85D9568}" srcOrd="24" destOrd="0" presId="urn:microsoft.com/office/officeart/2005/8/layout/targe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DEEB0FD-18FA-9C4A-92E6-3737DBB7AA4C}" type="doc">
      <dgm:prSet loTypeId="urn:microsoft.com/office/officeart/2005/8/layout/pyramid4" loCatId="pyramid" qsTypeId="urn:microsoft.com/office/officeart/2005/8/quickstyle/3D2" qsCatId="3D" csTypeId="urn:microsoft.com/office/officeart/2005/8/colors/colorful3" csCatId="colorful" phldr="1"/>
      <dgm:spPr/>
      <dgm:t>
        <a:bodyPr/>
        <a:lstStyle/>
        <a:p>
          <a:endParaRPr lang="en-US"/>
        </a:p>
      </dgm:t>
    </dgm:pt>
    <dgm:pt modelId="{9AB80C6C-0116-6D42-BEF1-145881EFCDD8}">
      <dgm:prSet/>
      <dgm:spPr>
        <a:xfrm>
          <a:off x="3012701" y="0"/>
          <a:ext cx="3226668" cy="3226668"/>
        </a:xfrm>
        <a:prstGeom prst="triangle">
          <a:avLst/>
        </a:prstGeom>
        <a:gradFill rotWithShape="0">
          <a:gsLst>
            <a:gs pos="0">
              <a:srgbClr val="666699">
                <a:hueOff val="0"/>
                <a:satOff val="0"/>
                <a:lumOff val="0"/>
                <a:alphaOff val="0"/>
                <a:shade val="40000"/>
                <a:alpha val="100000"/>
                <a:satMod val="150000"/>
                <a:lumMod val="100000"/>
              </a:srgbClr>
            </a:gs>
            <a:gs pos="100000">
              <a:srgbClr val="666699">
                <a:hueOff val="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a:scene3d>
          <a:camera prst="orthographicFront"/>
          <a:lightRig rig="threePt" dir="t">
            <a:rot lat="0" lon="0" rev="7500000"/>
          </a:lightRig>
        </a:scene3d>
        <a:sp3d prstMaterial="plastic">
          <a:bevelT w="127000" h="25400" prst="relaxedInset"/>
        </a:sp3d>
      </dgm:spPr>
      <dgm:t>
        <a:bodyPr/>
        <a:lstStyle/>
        <a:p>
          <a:pPr rtl="0"/>
          <a:r>
            <a:rPr lang="en-US" b="1" dirty="0">
              <a:solidFill>
                <a:srgbClr val="663366">
                  <a:lumMod val="50000"/>
                </a:srgbClr>
              </a:solidFill>
              <a:effectLst/>
              <a:latin typeface="Rockwell"/>
              <a:ea typeface="+mn-ea"/>
              <a:cs typeface="+mn-cs"/>
            </a:rPr>
            <a:t>Increase the number of bits that are retrieved at one time by making DRAMs “wider” rather than “deeper” and by using wide bus data paths</a:t>
          </a:r>
        </a:p>
      </dgm:t>
    </dgm:pt>
    <dgm:pt modelId="{219CBE61-046A-C14E-9F2A-A7F188540FD5}" type="parTrans" cxnId="{3DC90812-5372-B44E-B807-A2A6DBC308B4}">
      <dgm:prSet/>
      <dgm:spPr/>
      <dgm:t>
        <a:bodyPr/>
        <a:lstStyle/>
        <a:p>
          <a:endParaRPr lang="en-US"/>
        </a:p>
      </dgm:t>
    </dgm:pt>
    <dgm:pt modelId="{A5F16F68-5B59-0646-99B8-4F8D2538E024}" type="sibTrans" cxnId="{3DC90812-5372-B44E-B807-A2A6DBC308B4}">
      <dgm:prSet/>
      <dgm:spPr/>
      <dgm:t>
        <a:bodyPr/>
        <a:lstStyle/>
        <a:p>
          <a:endParaRPr lang="en-US"/>
        </a:p>
      </dgm:t>
    </dgm:pt>
    <dgm:pt modelId="{58D11B8A-235D-384E-BEB1-50D9E38003F6}">
      <dgm:prSet/>
      <dgm:spPr>
        <a:xfrm>
          <a:off x="1399367" y="3226668"/>
          <a:ext cx="3226668" cy="3226668"/>
        </a:xfrm>
        <a:prstGeom prst="triangle">
          <a:avLst/>
        </a:prstGeom>
        <a:gradFill rotWithShape="0">
          <a:gsLst>
            <a:gs pos="0">
              <a:srgbClr val="666699">
                <a:hueOff val="-3600000"/>
                <a:satOff val="0"/>
                <a:lumOff val="0"/>
                <a:alphaOff val="0"/>
                <a:shade val="40000"/>
                <a:alpha val="100000"/>
                <a:satMod val="150000"/>
                <a:lumMod val="100000"/>
              </a:srgbClr>
            </a:gs>
            <a:gs pos="100000">
              <a:srgbClr val="666699">
                <a:hueOff val="-360000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a:scene3d>
          <a:camera prst="orthographicFront"/>
          <a:lightRig rig="threePt" dir="t">
            <a:rot lat="0" lon="0" rev="7500000"/>
          </a:lightRig>
        </a:scene3d>
        <a:sp3d prstMaterial="plastic">
          <a:bevelT w="127000" h="25400" prst="relaxedInset"/>
        </a:sp3d>
      </dgm:spPr>
      <dgm:t>
        <a:bodyPr/>
        <a:lstStyle/>
        <a:p>
          <a:pPr marL="0" marR="0" indent="0" defTabSz="914400" rtl="0" eaLnBrk="1" fontAlgn="auto" latinLnBrk="0" hangingPunct="1">
            <a:lnSpc>
              <a:spcPct val="100000"/>
            </a:lnSpc>
            <a:spcBef>
              <a:spcPts val="0"/>
            </a:spcBef>
            <a:spcAft>
              <a:spcPts val="0"/>
            </a:spcAft>
            <a:buClrTx/>
            <a:buSzTx/>
            <a:buFontTx/>
            <a:buNone/>
            <a:tabLst/>
            <a:defRPr/>
          </a:pPr>
          <a:r>
            <a:rPr lang="en-US" b="1" dirty="0">
              <a:solidFill>
                <a:srgbClr val="663366">
                  <a:lumMod val="50000"/>
                </a:srgbClr>
              </a:solidFill>
              <a:effectLst/>
              <a:latin typeface="Rockwell"/>
              <a:ea typeface="+mn-ea"/>
              <a:cs typeface="+mn-cs"/>
            </a:rPr>
            <a:t>Change the DRAM interface to make it more efficient by including a cache or other buffering scheme on the DRAM chip</a:t>
          </a:r>
        </a:p>
        <a:p>
          <a:pPr defTabSz="533400" rtl="0">
            <a:lnSpc>
              <a:spcPct val="90000"/>
            </a:lnSpc>
            <a:spcBef>
              <a:spcPct val="0"/>
            </a:spcBef>
            <a:spcAft>
              <a:spcPct val="35000"/>
            </a:spcAft>
          </a:pPr>
          <a:endParaRPr lang="en-US" b="0" dirty="0">
            <a:solidFill>
              <a:srgbClr val="663366">
                <a:lumMod val="50000"/>
              </a:srgbClr>
            </a:solidFill>
            <a:effectLst/>
            <a:latin typeface="Rockwell"/>
            <a:ea typeface="+mn-ea"/>
            <a:cs typeface="+mn-cs"/>
          </a:endParaRPr>
        </a:p>
      </dgm:t>
    </dgm:pt>
    <dgm:pt modelId="{1399630F-5625-0B4F-B985-30C271E8C3CD}" type="parTrans" cxnId="{2B27EE7B-137C-254C-A50A-54003056AFFB}">
      <dgm:prSet/>
      <dgm:spPr/>
      <dgm:t>
        <a:bodyPr/>
        <a:lstStyle/>
        <a:p>
          <a:endParaRPr lang="en-US"/>
        </a:p>
      </dgm:t>
    </dgm:pt>
    <dgm:pt modelId="{BAC94ACA-983F-5746-B7E9-AB18C92270DF}" type="sibTrans" cxnId="{2B27EE7B-137C-254C-A50A-54003056AFFB}">
      <dgm:prSet/>
      <dgm:spPr/>
      <dgm:t>
        <a:bodyPr/>
        <a:lstStyle/>
        <a:p>
          <a:endParaRPr lang="en-US"/>
        </a:p>
      </dgm:t>
    </dgm:pt>
    <dgm:pt modelId="{85787AF2-CDD5-224D-8D0C-D3E9575DABBC}">
      <dgm:prSet/>
      <dgm:spPr>
        <a:xfrm rot="10800000">
          <a:off x="3012701" y="3226668"/>
          <a:ext cx="3226668" cy="3226668"/>
        </a:xfrm>
        <a:prstGeom prst="triangle">
          <a:avLst/>
        </a:prstGeom>
        <a:gradFill rotWithShape="0">
          <a:gsLst>
            <a:gs pos="0">
              <a:srgbClr val="666699">
                <a:hueOff val="-7200000"/>
                <a:satOff val="0"/>
                <a:lumOff val="0"/>
                <a:alphaOff val="0"/>
                <a:shade val="40000"/>
                <a:alpha val="100000"/>
                <a:satMod val="150000"/>
                <a:lumMod val="100000"/>
              </a:srgbClr>
            </a:gs>
            <a:gs pos="100000">
              <a:srgbClr val="666699">
                <a:hueOff val="-720000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a:scene3d>
          <a:camera prst="orthographicFront"/>
          <a:lightRig rig="threePt" dir="t">
            <a:rot lat="0" lon="0" rev="7500000"/>
          </a:lightRig>
        </a:scene3d>
        <a:sp3d prstMaterial="plastic">
          <a:bevelT w="127000" h="25400" prst="relaxedInset"/>
        </a:sp3d>
      </dgm:spPr>
      <dgm:t>
        <a:bodyPr/>
        <a:lstStyle/>
        <a:p>
          <a:pPr rtl="0"/>
          <a:r>
            <a:rPr lang="en-US" b="1" dirty="0">
              <a:solidFill>
                <a:srgbClr val="663366">
                  <a:lumMod val="50000"/>
                </a:srgbClr>
              </a:solidFill>
              <a:effectLst/>
              <a:latin typeface="Rockwell"/>
              <a:ea typeface="+mn-ea"/>
              <a:cs typeface="+mn-cs"/>
            </a:rPr>
            <a:t>Reduce the frequency of memory access by incorporating increasingly complex and efficient cache structures between the processor and main memory</a:t>
          </a:r>
        </a:p>
      </dgm:t>
    </dgm:pt>
    <dgm:pt modelId="{982793AE-DF07-484E-8B21-6D87EA215CA4}" type="parTrans" cxnId="{E1096F67-31E5-B345-AE30-109043DB01B6}">
      <dgm:prSet/>
      <dgm:spPr/>
      <dgm:t>
        <a:bodyPr/>
        <a:lstStyle/>
        <a:p>
          <a:endParaRPr lang="en-US"/>
        </a:p>
      </dgm:t>
    </dgm:pt>
    <dgm:pt modelId="{D3800628-CD07-AC4D-B025-9171D4C09D3F}" type="sibTrans" cxnId="{E1096F67-31E5-B345-AE30-109043DB01B6}">
      <dgm:prSet/>
      <dgm:spPr/>
      <dgm:t>
        <a:bodyPr/>
        <a:lstStyle/>
        <a:p>
          <a:endParaRPr lang="en-US"/>
        </a:p>
      </dgm:t>
    </dgm:pt>
    <dgm:pt modelId="{7B7EFF02-432F-784A-A578-52320D8CBDB0}">
      <dgm:prSet/>
      <dgm:spPr>
        <a:xfrm>
          <a:off x="4554322" y="3226668"/>
          <a:ext cx="3370093" cy="3226668"/>
        </a:xfrm>
        <a:prstGeom prst="triangle">
          <a:avLst/>
        </a:prstGeom>
        <a:gradFill rotWithShape="0">
          <a:gsLst>
            <a:gs pos="0">
              <a:srgbClr val="666699">
                <a:hueOff val="-10800000"/>
                <a:satOff val="0"/>
                <a:lumOff val="0"/>
                <a:alphaOff val="0"/>
                <a:shade val="40000"/>
                <a:alpha val="100000"/>
                <a:satMod val="150000"/>
                <a:lumMod val="100000"/>
              </a:srgbClr>
            </a:gs>
            <a:gs pos="100000">
              <a:srgbClr val="666699">
                <a:hueOff val="-1080000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a:scene3d>
          <a:camera prst="orthographicFront"/>
          <a:lightRig rig="threePt" dir="t">
            <a:rot lat="0" lon="0" rev="7500000"/>
          </a:lightRig>
        </a:scene3d>
        <a:sp3d prstMaterial="plastic">
          <a:bevelT w="127000" h="25400" prst="relaxedInset"/>
        </a:sp3d>
      </dgm:spPr>
      <dgm:t>
        <a:bodyPr/>
        <a:lstStyle/>
        <a:p>
          <a:pPr rtl="0"/>
          <a:r>
            <a:rPr lang="en-US" b="1" dirty="0">
              <a:solidFill>
                <a:srgbClr val="663366">
                  <a:lumMod val="50000"/>
                </a:srgbClr>
              </a:solidFill>
              <a:effectLst/>
              <a:latin typeface="Rockwell"/>
              <a:ea typeface="+mn-ea"/>
              <a:cs typeface="+mn-cs"/>
            </a:rPr>
            <a:t>Increase the interconnect bandwidth between processors and memory by using higher speed buses and a hierarchy of buses to buffer and structure data flow</a:t>
          </a:r>
        </a:p>
      </dgm:t>
    </dgm:pt>
    <dgm:pt modelId="{E059F15A-8972-E040-A1A5-78A71B1D47C4}" type="parTrans" cxnId="{E14C333A-C5D2-324B-A86B-D4D99F86F770}">
      <dgm:prSet/>
      <dgm:spPr/>
      <dgm:t>
        <a:bodyPr/>
        <a:lstStyle/>
        <a:p>
          <a:endParaRPr lang="en-US"/>
        </a:p>
      </dgm:t>
    </dgm:pt>
    <dgm:pt modelId="{1119042D-6266-3441-931E-58ECBAE202A5}" type="sibTrans" cxnId="{E14C333A-C5D2-324B-A86B-D4D99F86F770}">
      <dgm:prSet/>
      <dgm:spPr/>
      <dgm:t>
        <a:bodyPr/>
        <a:lstStyle/>
        <a:p>
          <a:endParaRPr lang="en-US"/>
        </a:p>
      </dgm:t>
    </dgm:pt>
    <dgm:pt modelId="{2A4E3D9D-0DD4-4146-8C2F-D5E40C8FC794}" type="pres">
      <dgm:prSet presAssocID="{DDEEB0FD-18FA-9C4A-92E6-3737DBB7AA4C}" presName="compositeShape" presStyleCnt="0">
        <dgm:presLayoutVars>
          <dgm:chMax val="9"/>
          <dgm:dir/>
          <dgm:resizeHandles val="exact"/>
        </dgm:presLayoutVars>
      </dgm:prSet>
      <dgm:spPr/>
      <dgm:t>
        <a:bodyPr/>
        <a:lstStyle/>
        <a:p>
          <a:endParaRPr lang="en-US"/>
        </a:p>
      </dgm:t>
    </dgm:pt>
    <dgm:pt modelId="{94E1869E-B08B-E84C-BE54-79A5CFDF5A04}" type="pres">
      <dgm:prSet presAssocID="{DDEEB0FD-18FA-9C4A-92E6-3737DBB7AA4C}" presName="triangle1" presStyleLbl="node1" presStyleIdx="0" presStyleCnt="4">
        <dgm:presLayoutVars>
          <dgm:bulletEnabled val="1"/>
        </dgm:presLayoutVars>
      </dgm:prSet>
      <dgm:spPr/>
      <dgm:t>
        <a:bodyPr/>
        <a:lstStyle/>
        <a:p>
          <a:endParaRPr lang="en-US"/>
        </a:p>
      </dgm:t>
    </dgm:pt>
    <dgm:pt modelId="{4A58DB61-09B5-E94D-AEC1-6280D22B2A8E}" type="pres">
      <dgm:prSet presAssocID="{DDEEB0FD-18FA-9C4A-92E6-3737DBB7AA4C}" presName="triangle2" presStyleLbl="node1" presStyleIdx="1" presStyleCnt="4">
        <dgm:presLayoutVars>
          <dgm:bulletEnabled val="1"/>
        </dgm:presLayoutVars>
      </dgm:prSet>
      <dgm:spPr/>
      <dgm:t>
        <a:bodyPr/>
        <a:lstStyle/>
        <a:p>
          <a:endParaRPr lang="en-US"/>
        </a:p>
      </dgm:t>
    </dgm:pt>
    <dgm:pt modelId="{200ABC57-7D7F-C84D-A1A6-CF6A59C98A27}" type="pres">
      <dgm:prSet presAssocID="{DDEEB0FD-18FA-9C4A-92E6-3737DBB7AA4C}" presName="triangle3" presStyleLbl="node1" presStyleIdx="2" presStyleCnt="4">
        <dgm:presLayoutVars>
          <dgm:bulletEnabled val="1"/>
        </dgm:presLayoutVars>
      </dgm:prSet>
      <dgm:spPr/>
      <dgm:t>
        <a:bodyPr/>
        <a:lstStyle/>
        <a:p>
          <a:endParaRPr lang="en-US"/>
        </a:p>
      </dgm:t>
    </dgm:pt>
    <dgm:pt modelId="{4CEF2A95-22F9-8B4C-8350-C2D662044B6C}" type="pres">
      <dgm:prSet presAssocID="{DDEEB0FD-18FA-9C4A-92E6-3737DBB7AA4C}" presName="triangle4" presStyleLbl="node1" presStyleIdx="3" presStyleCnt="4" custScaleX="104445">
        <dgm:presLayoutVars>
          <dgm:bulletEnabled val="1"/>
        </dgm:presLayoutVars>
      </dgm:prSet>
      <dgm:spPr/>
      <dgm:t>
        <a:bodyPr/>
        <a:lstStyle/>
        <a:p>
          <a:endParaRPr lang="en-US"/>
        </a:p>
      </dgm:t>
    </dgm:pt>
  </dgm:ptLst>
  <dgm:cxnLst>
    <dgm:cxn modelId="{EF9D0D07-833C-6C4B-8744-26C1075F7D3E}" type="presOf" srcId="{58D11B8A-235D-384E-BEB1-50D9E38003F6}" destId="{4A58DB61-09B5-E94D-AEC1-6280D22B2A8E}" srcOrd="0" destOrd="0" presId="urn:microsoft.com/office/officeart/2005/8/layout/pyramid4"/>
    <dgm:cxn modelId="{A6DA1E00-57D3-7B48-8A38-00999C78F3BC}" type="presOf" srcId="{DDEEB0FD-18FA-9C4A-92E6-3737DBB7AA4C}" destId="{2A4E3D9D-0DD4-4146-8C2F-D5E40C8FC794}" srcOrd="0" destOrd="0" presId="urn:microsoft.com/office/officeart/2005/8/layout/pyramid4"/>
    <dgm:cxn modelId="{E1096F67-31E5-B345-AE30-109043DB01B6}" srcId="{DDEEB0FD-18FA-9C4A-92E6-3737DBB7AA4C}" destId="{85787AF2-CDD5-224D-8D0C-D3E9575DABBC}" srcOrd="2" destOrd="0" parTransId="{982793AE-DF07-484E-8B21-6D87EA215CA4}" sibTransId="{D3800628-CD07-AC4D-B025-9171D4C09D3F}"/>
    <dgm:cxn modelId="{2B27EE7B-137C-254C-A50A-54003056AFFB}" srcId="{DDEEB0FD-18FA-9C4A-92E6-3737DBB7AA4C}" destId="{58D11B8A-235D-384E-BEB1-50D9E38003F6}" srcOrd="1" destOrd="0" parTransId="{1399630F-5625-0B4F-B985-30C271E8C3CD}" sibTransId="{BAC94ACA-983F-5746-B7E9-AB18C92270DF}"/>
    <dgm:cxn modelId="{E5BCAF89-F36C-A64D-867A-B6A7B74F0731}" type="presOf" srcId="{7B7EFF02-432F-784A-A578-52320D8CBDB0}" destId="{4CEF2A95-22F9-8B4C-8350-C2D662044B6C}" srcOrd="0" destOrd="0" presId="urn:microsoft.com/office/officeart/2005/8/layout/pyramid4"/>
    <dgm:cxn modelId="{3DC90812-5372-B44E-B807-A2A6DBC308B4}" srcId="{DDEEB0FD-18FA-9C4A-92E6-3737DBB7AA4C}" destId="{9AB80C6C-0116-6D42-BEF1-145881EFCDD8}" srcOrd="0" destOrd="0" parTransId="{219CBE61-046A-C14E-9F2A-A7F188540FD5}" sibTransId="{A5F16F68-5B59-0646-99B8-4F8D2538E024}"/>
    <dgm:cxn modelId="{FDE3816E-074A-EF49-9253-B4A579594108}" type="presOf" srcId="{85787AF2-CDD5-224D-8D0C-D3E9575DABBC}" destId="{200ABC57-7D7F-C84D-A1A6-CF6A59C98A27}" srcOrd="0" destOrd="0" presId="urn:microsoft.com/office/officeart/2005/8/layout/pyramid4"/>
    <dgm:cxn modelId="{CCC74236-1B0F-2743-A907-518B2BF271A3}" type="presOf" srcId="{9AB80C6C-0116-6D42-BEF1-145881EFCDD8}" destId="{94E1869E-B08B-E84C-BE54-79A5CFDF5A04}" srcOrd="0" destOrd="0" presId="urn:microsoft.com/office/officeart/2005/8/layout/pyramid4"/>
    <dgm:cxn modelId="{E14C333A-C5D2-324B-A86B-D4D99F86F770}" srcId="{DDEEB0FD-18FA-9C4A-92E6-3737DBB7AA4C}" destId="{7B7EFF02-432F-784A-A578-52320D8CBDB0}" srcOrd="3" destOrd="0" parTransId="{E059F15A-8972-E040-A1A5-78A71B1D47C4}" sibTransId="{1119042D-6266-3441-931E-58ECBAE202A5}"/>
    <dgm:cxn modelId="{AEEB7F44-93AB-6C42-9203-C522C09A9C84}" type="presParOf" srcId="{2A4E3D9D-0DD4-4146-8C2F-D5E40C8FC794}" destId="{94E1869E-B08B-E84C-BE54-79A5CFDF5A04}" srcOrd="0" destOrd="0" presId="urn:microsoft.com/office/officeart/2005/8/layout/pyramid4"/>
    <dgm:cxn modelId="{89A32B5F-749D-544A-80D6-CC2AC49E9DB4}" type="presParOf" srcId="{2A4E3D9D-0DD4-4146-8C2F-D5E40C8FC794}" destId="{4A58DB61-09B5-E94D-AEC1-6280D22B2A8E}" srcOrd="1" destOrd="0" presId="urn:microsoft.com/office/officeart/2005/8/layout/pyramid4"/>
    <dgm:cxn modelId="{4F9FA992-5DE0-E045-8203-DBDF85056381}" type="presParOf" srcId="{2A4E3D9D-0DD4-4146-8C2F-D5E40C8FC794}" destId="{200ABC57-7D7F-C84D-A1A6-CF6A59C98A27}" srcOrd="2" destOrd="0" presId="urn:microsoft.com/office/officeart/2005/8/layout/pyramid4"/>
    <dgm:cxn modelId="{B003EE11-C783-4C46-8478-1BAB19FB0217}" type="presParOf" srcId="{2A4E3D9D-0DD4-4146-8C2F-D5E40C8FC794}" destId="{4CEF2A95-22F9-8B4C-8350-C2D662044B6C}" srcOrd="3" destOrd="0" presId="urn:microsoft.com/office/officeart/2005/8/layout/pyramid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8302B29-DF7B-CE48-A8D2-94069316D1C3}" type="doc">
      <dgm:prSet loTypeId="urn:microsoft.com/office/officeart/2005/8/layout/target1" loCatId="relationship" qsTypeId="urn:microsoft.com/office/officeart/2005/8/quickstyle/3D2" qsCatId="3D" csTypeId="urn:microsoft.com/office/officeart/2005/8/colors/accent2_4" csCatId="accent2"/>
      <dgm:spPr/>
      <dgm:t>
        <a:bodyPr/>
        <a:lstStyle/>
        <a:p>
          <a:endParaRPr lang="en-US"/>
        </a:p>
      </dgm:t>
    </dgm:pt>
    <dgm:pt modelId="{C19F7702-5F4C-F44B-9333-C56759486144}">
      <dgm:prSet/>
      <dgm:spPr>
        <a:xfrm>
          <a:off x="5676900" y="0"/>
          <a:ext cx="2343150" cy="1120806"/>
        </a:xfrm>
        <a:prstGeom prst="rect">
          <a:avLst/>
        </a:prstGeom>
        <a:noFill/>
        <a:ln>
          <a:noFill/>
        </a:ln>
        <a:effectLst/>
      </dgm:spPr>
      <dgm:t>
        <a:bodyPr/>
        <a:lstStyle/>
        <a:p>
          <a:pPr rtl="0"/>
          <a:r>
            <a:rPr lang="en-US" dirty="0">
              <a:solidFill>
                <a:sysClr val="windowText" lastClr="000000">
                  <a:hueOff val="0"/>
                  <a:satOff val="0"/>
                  <a:lumOff val="0"/>
                  <a:alphaOff val="0"/>
                </a:sysClr>
              </a:solidFill>
              <a:latin typeface="Rockwell"/>
              <a:ea typeface="+mn-ea"/>
              <a:cs typeface="+mn-cs"/>
            </a:rPr>
            <a:t>The use of multiple processors on the same chip provides the potential to increase performance without increasing the clock rate</a:t>
          </a:r>
        </a:p>
      </dgm:t>
    </dgm:pt>
    <dgm:pt modelId="{A70B69E9-4AAC-D24E-AF8E-9E3927E157EF}" type="parTrans" cxnId="{46B638DB-5077-8F47-B532-560C4EEBB34E}">
      <dgm:prSet/>
      <dgm:spPr/>
      <dgm:t>
        <a:bodyPr/>
        <a:lstStyle/>
        <a:p>
          <a:endParaRPr lang="en-US"/>
        </a:p>
      </dgm:t>
    </dgm:pt>
    <dgm:pt modelId="{4562A5FB-A475-444C-82E8-04D61A9E986C}" type="sibTrans" cxnId="{46B638DB-5077-8F47-B532-560C4EEBB34E}">
      <dgm:prSet/>
      <dgm:spPr/>
      <dgm:t>
        <a:bodyPr/>
        <a:lstStyle/>
        <a:p>
          <a:endParaRPr lang="en-US"/>
        </a:p>
      </dgm:t>
    </dgm:pt>
    <dgm:pt modelId="{E155F29C-A5B5-0E46-A2C7-79E6A500D145}">
      <dgm:prSet/>
      <dgm:spPr>
        <a:xfrm>
          <a:off x="5676900" y="1120806"/>
          <a:ext cx="2343150" cy="1120806"/>
        </a:xfrm>
        <a:prstGeom prst="rect">
          <a:avLst/>
        </a:prstGeom>
        <a:noFill/>
        <a:ln>
          <a:noFill/>
        </a:ln>
        <a:effectLst/>
      </dgm:spPr>
      <dgm:t>
        <a:bodyPr/>
        <a:lstStyle/>
        <a:p>
          <a:pPr rtl="0"/>
          <a:r>
            <a:rPr lang="en-US" dirty="0">
              <a:solidFill>
                <a:sysClr val="windowText" lastClr="000000">
                  <a:hueOff val="0"/>
                  <a:satOff val="0"/>
                  <a:lumOff val="0"/>
                  <a:alphaOff val="0"/>
                </a:sysClr>
              </a:solidFill>
              <a:latin typeface="Rockwell"/>
              <a:ea typeface="+mn-ea"/>
              <a:cs typeface="+mn-cs"/>
            </a:rPr>
            <a:t>Strategy is to use two simpler processors on the chip rather than one more complex processor</a:t>
          </a:r>
        </a:p>
      </dgm:t>
    </dgm:pt>
    <dgm:pt modelId="{8055BD00-F1C8-7846-B466-65DE4011FD8C}" type="parTrans" cxnId="{68C16891-8D07-2645-B752-FE205353DCD5}">
      <dgm:prSet/>
      <dgm:spPr/>
      <dgm:t>
        <a:bodyPr/>
        <a:lstStyle/>
        <a:p>
          <a:endParaRPr lang="en-US"/>
        </a:p>
      </dgm:t>
    </dgm:pt>
    <dgm:pt modelId="{FCDFAB97-D041-E548-96BC-411DF7EC694B}" type="sibTrans" cxnId="{68C16891-8D07-2645-B752-FE205353DCD5}">
      <dgm:prSet/>
      <dgm:spPr/>
      <dgm:t>
        <a:bodyPr/>
        <a:lstStyle/>
        <a:p>
          <a:endParaRPr lang="en-US"/>
        </a:p>
      </dgm:t>
    </dgm:pt>
    <dgm:pt modelId="{8CAB68A3-B26F-2B4B-B51A-0CF38939513F}">
      <dgm:prSet/>
      <dgm:spPr>
        <a:xfrm>
          <a:off x="5676900" y="2241613"/>
          <a:ext cx="2343150" cy="1120806"/>
        </a:xfrm>
        <a:prstGeom prst="rect">
          <a:avLst/>
        </a:prstGeom>
        <a:noFill/>
        <a:ln>
          <a:noFill/>
        </a:ln>
        <a:effectLst/>
      </dgm:spPr>
      <dgm:t>
        <a:bodyPr/>
        <a:lstStyle/>
        <a:p>
          <a:pPr rtl="0"/>
          <a:r>
            <a:rPr lang="en-US" dirty="0">
              <a:solidFill>
                <a:sysClr val="windowText" lastClr="000000">
                  <a:hueOff val="0"/>
                  <a:satOff val="0"/>
                  <a:lumOff val="0"/>
                  <a:alphaOff val="0"/>
                </a:sysClr>
              </a:solidFill>
              <a:latin typeface="Rockwell"/>
              <a:ea typeface="+mn-ea"/>
              <a:cs typeface="+mn-cs"/>
            </a:rPr>
            <a:t>With two processors larger caches are justified</a:t>
          </a:r>
        </a:p>
      </dgm:t>
    </dgm:pt>
    <dgm:pt modelId="{6ACB63A5-1C58-524A-A160-886341F60C0C}" type="parTrans" cxnId="{4A4B1846-5DC4-C84A-A863-9D344E7D707C}">
      <dgm:prSet/>
      <dgm:spPr/>
      <dgm:t>
        <a:bodyPr/>
        <a:lstStyle/>
        <a:p>
          <a:endParaRPr lang="en-US"/>
        </a:p>
      </dgm:t>
    </dgm:pt>
    <dgm:pt modelId="{3E669834-DB2C-7641-B14E-DFD1B4C62083}" type="sibTrans" cxnId="{4A4B1846-5DC4-C84A-A863-9D344E7D707C}">
      <dgm:prSet/>
      <dgm:spPr/>
      <dgm:t>
        <a:bodyPr/>
        <a:lstStyle/>
        <a:p>
          <a:endParaRPr lang="en-US"/>
        </a:p>
      </dgm:t>
    </dgm:pt>
    <dgm:pt modelId="{2BB322CA-E42D-4846-BC15-76177995191D}">
      <dgm:prSet/>
      <dgm:spPr>
        <a:xfrm>
          <a:off x="5676900" y="3362420"/>
          <a:ext cx="2343150" cy="1120806"/>
        </a:xfrm>
        <a:prstGeom prst="rect">
          <a:avLst/>
        </a:prstGeom>
        <a:noFill/>
        <a:ln>
          <a:noFill/>
        </a:ln>
        <a:effectLst/>
      </dgm:spPr>
      <dgm:t>
        <a:bodyPr/>
        <a:lstStyle/>
        <a:p>
          <a:pPr rtl="0"/>
          <a:r>
            <a:rPr lang="en-US" dirty="0">
              <a:solidFill>
                <a:sysClr val="windowText" lastClr="000000">
                  <a:hueOff val="0"/>
                  <a:satOff val="0"/>
                  <a:lumOff val="0"/>
                  <a:alphaOff val="0"/>
                </a:sysClr>
              </a:solidFill>
              <a:latin typeface="Rockwell"/>
              <a:ea typeface="+mn-ea"/>
              <a:cs typeface="+mn-cs"/>
            </a:rPr>
            <a:t>As caches became larger it made performance sense to create two and then three levels of cache on a chip</a:t>
          </a:r>
        </a:p>
      </dgm:t>
    </dgm:pt>
    <dgm:pt modelId="{85853BED-64B9-CF48-99D4-E806CF0298B4}" type="parTrans" cxnId="{1C69D18B-4D6D-C54F-9524-6177246C5F7D}">
      <dgm:prSet/>
      <dgm:spPr/>
      <dgm:t>
        <a:bodyPr/>
        <a:lstStyle/>
        <a:p>
          <a:endParaRPr lang="en-US"/>
        </a:p>
      </dgm:t>
    </dgm:pt>
    <dgm:pt modelId="{035B4B6C-BBF5-0D4D-86D8-A0562E242151}" type="sibTrans" cxnId="{1C69D18B-4D6D-C54F-9524-6177246C5F7D}">
      <dgm:prSet/>
      <dgm:spPr/>
      <dgm:t>
        <a:bodyPr/>
        <a:lstStyle/>
        <a:p>
          <a:endParaRPr lang="en-US"/>
        </a:p>
      </dgm:t>
    </dgm:pt>
    <dgm:pt modelId="{67DFE038-8E3D-C649-A5BB-9B3C0EE1B407}" type="pres">
      <dgm:prSet presAssocID="{48302B29-DF7B-CE48-A8D2-94069316D1C3}" presName="composite" presStyleCnt="0">
        <dgm:presLayoutVars>
          <dgm:chMax val="5"/>
          <dgm:dir/>
          <dgm:resizeHandles val="exact"/>
        </dgm:presLayoutVars>
      </dgm:prSet>
      <dgm:spPr/>
      <dgm:t>
        <a:bodyPr/>
        <a:lstStyle/>
        <a:p>
          <a:endParaRPr lang="en-US"/>
        </a:p>
      </dgm:t>
    </dgm:pt>
    <dgm:pt modelId="{CAE743AE-6431-1E40-A97F-5F24D5B60547}" type="pres">
      <dgm:prSet presAssocID="{C19F7702-5F4C-F44B-9333-C56759486144}" presName="circle1" presStyleLbl="lnNode1" presStyleIdx="0" presStyleCnt="4"/>
      <dgm:spPr>
        <a:xfrm>
          <a:off x="2218020" y="3570570"/>
          <a:ext cx="669359" cy="669359"/>
        </a:xfrm>
        <a:prstGeom prst="ellipse">
          <a:avLst/>
        </a:prstGeom>
        <a:gradFill rotWithShape="0">
          <a:gsLst>
            <a:gs pos="0">
              <a:srgbClr val="330F42">
                <a:shade val="50000"/>
                <a:hueOff val="0"/>
                <a:satOff val="0"/>
                <a:lumOff val="0"/>
                <a:alphaOff val="0"/>
                <a:shade val="40000"/>
                <a:alpha val="100000"/>
                <a:satMod val="150000"/>
                <a:lumMod val="100000"/>
              </a:srgbClr>
            </a:gs>
            <a:gs pos="100000">
              <a:srgbClr val="330F42">
                <a:shade val="50000"/>
                <a:hueOff val="0"/>
                <a:satOff val="0"/>
                <a:lumOff val="0"/>
                <a:alphaOff val="0"/>
                <a:tint val="70000"/>
                <a:shade val="100000"/>
                <a:alpha val="100000"/>
                <a:satMod val="200000"/>
                <a:lumMod val="100000"/>
              </a:srgbClr>
            </a:gs>
          </a:gsLst>
          <a:lin ang="5400000" scaled="1"/>
        </a:gradFill>
        <a:ln w="12700" cap="flat" cmpd="sng" algn="ctr">
          <a:solidFill>
            <a:sysClr val="window" lastClr="FFFFFF">
              <a:hueOff val="0"/>
              <a:satOff val="0"/>
              <a:lumOff val="0"/>
              <a:alphaOff val="0"/>
            </a:sysClr>
          </a:solidFill>
          <a:prstDash val="solid"/>
        </a:ln>
        <a:effectLst>
          <a:innerShdw blurRad="50800" dist="25400" dir="13500000">
            <a:srgbClr val="FFFFFF">
              <a:alpha val="75000"/>
            </a:srgbClr>
          </a:innerShdw>
          <a:outerShdw blurRad="63500" dist="25400" dir="5400000" rotWithShape="0">
            <a:srgbClr val="808080">
              <a:alpha val="75000"/>
            </a:srgbClr>
          </a:outerShdw>
        </a:effectLst>
        <a:scene3d>
          <a:camera prst="orthographicFront"/>
          <a:lightRig rig="threePt" dir="t">
            <a:rot lat="0" lon="0" rev="7500000"/>
          </a:lightRig>
        </a:scene3d>
        <a:sp3d prstMaterial="plastic">
          <a:bevelT w="127000" h="25400" prst="relaxedInset"/>
        </a:sp3d>
      </dgm:spPr>
    </dgm:pt>
    <dgm:pt modelId="{AB119BD4-C127-B449-BD7B-2FB3093D572E}" type="pres">
      <dgm:prSet presAssocID="{C19F7702-5F4C-F44B-9333-C56759486144}" presName="text1" presStyleLbl="revTx" presStyleIdx="0" presStyleCnt="4">
        <dgm:presLayoutVars>
          <dgm:bulletEnabled val="1"/>
        </dgm:presLayoutVars>
      </dgm:prSet>
      <dgm:spPr/>
      <dgm:t>
        <a:bodyPr/>
        <a:lstStyle/>
        <a:p>
          <a:endParaRPr lang="en-US"/>
        </a:p>
      </dgm:t>
    </dgm:pt>
    <dgm:pt modelId="{34B48968-EEAE-C24A-A838-020141B43AD6}" type="pres">
      <dgm:prSet presAssocID="{C19F7702-5F4C-F44B-9333-C56759486144}" presName="line1" presStyleLbl="callout" presStyleIdx="0" presStyleCnt="8"/>
      <dgm:spPr>
        <a:xfrm>
          <a:off x="5091112" y="560403"/>
          <a:ext cx="585787" cy="0"/>
        </a:xfrm>
        <a:prstGeom prst="line">
          <a:avLst/>
        </a:prstGeom>
        <a:solidFill>
          <a:srgbClr val="330F42">
            <a:hueOff val="0"/>
            <a:satOff val="0"/>
            <a:lumOff val="0"/>
            <a:alphaOff val="0"/>
          </a:srgbClr>
        </a:solidFill>
        <a:ln w="25400" cap="flat" cmpd="sng" algn="ctr">
          <a:solidFill>
            <a:srgbClr val="330F42">
              <a:hueOff val="0"/>
              <a:satOff val="0"/>
              <a:lumOff val="0"/>
              <a:alphaOff val="0"/>
            </a:srgbClr>
          </a:solidFill>
          <a:prstDash val="solid"/>
        </a:ln>
        <a:effectLst/>
        <a:scene3d>
          <a:camera prst="orthographicFront"/>
          <a:lightRig rig="threePt" dir="t">
            <a:rot lat="0" lon="0" rev="7500000"/>
          </a:lightRig>
        </a:scene3d>
        <a:sp3d z="127000" prstMaterial="matte"/>
      </dgm:spPr>
    </dgm:pt>
    <dgm:pt modelId="{DDA5D090-4EDE-CC46-88A9-94E77850F40F}" type="pres">
      <dgm:prSet presAssocID="{C19F7702-5F4C-F44B-9333-C56759486144}" presName="d1" presStyleLbl="callout" presStyleIdx="1" presStyleCnt="8"/>
      <dgm:spPr>
        <a:xfrm rot="5400000">
          <a:off x="2146554" y="929449"/>
          <a:ext cx="3311652" cy="2577465"/>
        </a:xfrm>
        <a:prstGeom prst="line">
          <a:avLst/>
        </a:prstGeom>
        <a:solidFill>
          <a:srgbClr val="330F42">
            <a:hueOff val="0"/>
            <a:satOff val="0"/>
            <a:lumOff val="0"/>
            <a:alphaOff val="0"/>
          </a:srgbClr>
        </a:solidFill>
        <a:ln w="25400" cap="flat" cmpd="sng" algn="ctr">
          <a:solidFill>
            <a:srgbClr val="330F42">
              <a:hueOff val="0"/>
              <a:satOff val="0"/>
              <a:lumOff val="0"/>
              <a:alphaOff val="0"/>
            </a:srgbClr>
          </a:solidFill>
          <a:prstDash val="solid"/>
        </a:ln>
        <a:effectLst/>
        <a:scene3d>
          <a:camera prst="orthographicFront"/>
          <a:lightRig rig="threePt" dir="t">
            <a:rot lat="0" lon="0" rev="7500000"/>
          </a:lightRig>
        </a:scene3d>
        <a:sp3d z="127000" prstMaterial="matte"/>
      </dgm:spPr>
    </dgm:pt>
    <dgm:pt modelId="{EAFBFBDD-6B2F-6542-A0F4-55DD8CB829AA}" type="pres">
      <dgm:prSet presAssocID="{E155F29C-A5B5-0E46-A2C7-79E6A500D145}" presName="circle2" presStyleLbl="lnNode1" presStyleIdx="1" presStyleCnt="4"/>
      <dgm:spPr>
        <a:xfrm>
          <a:off x="1548660" y="2901210"/>
          <a:ext cx="2008079" cy="2008079"/>
        </a:xfrm>
        <a:prstGeom prst="ellipse">
          <a:avLst/>
        </a:prstGeom>
        <a:gradFill rotWithShape="0">
          <a:gsLst>
            <a:gs pos="0">
              <a:srgbClr val="330F42">
                <a:shade val="50000"/>
                <a:hueOff val="-237266"/>
                <a:satOff val="-33833"/>
                <a:lumOff val="33505"/>
                <a:alphaOff val="0"/>
                <a:shade val="40000"/>
                <a:alpha val="100000"/>
                <a:satMod val="150000"/>
                <a:lumMod val="100000"/>
              </a:srgbClr>
            </a:gs>
            <a:gs pos="100000">
              <a:srgbClr val="330F42">
                <a:shade val="50000"/>
                <a:hueOff val="-237266"/>
                <a:satOff val="-33833"/>
                <a:lumOff val="33505"/>
                <a:alphaOff val="0"/>
                <a:tint val="70000"/>
                <a:shade val="100000"/>
                <a:alpha val="100000"/>
                <a:satMod val="200000"/>
                <a:lumMod val="100000"/>
              </a:srgbClr>
            </a:gs>
          </a:gsLst>
          <a:lin ang="5400000" scaled="1"/>
        </a:gradFill>
        <a:ln w="12700" cap="flat" cmpd="sng" algn="ctr">
          <a:solidFill>
            <a:sysClr val="window" lastClr="FFFFFF">
              <a:hueOff val="0"/>
              <a:satOff val="0"/>
              <a:lumOff val="0"/>
              <a:alphaOff val="0"/>
            </a:sysClr>
          </a:solidFill>
          <a:prstDash val="solid"/>
        </a:ln>
        <a:effectLst>
          <a:innerShdw blurRad="50800" dist="25400" dir="13500000">
            <a:srgbClr val="FFFFFF">
              <a:alpha val="75000"/>
            </a:srgbClr>
          </a:innerShdw>
          <a:outerShdw blurRad="63500" dist="25400" dir="5400000" rotWithShape="0">
            <a:srgbClr val="808080">
              <a:alpha val="75000"/>
            </a:srgbClr>
          </a:outerShdw>
        </a:effectLst>
        <a:scene3d>
          <a:camera prst="orthographicFront"/>
          <a:lightRig rig="threePt" dir="t">
            <a:rot lat="0" lon="0" rev="7500000"/>
          </a:lightRig>
        </a:scene3d>
        <a:sp3d prstMaterial="plastic">
          <a:bevelT w="127000" h="25400" prst="relaxedInset"/>
        </a:sp3d>
      </dgm:spPr>
    </dgm:pt>
    <dgm:pt modelId="{513BC700-EE34-1A44-899C-A6CEEACA89E1}" type="pres">
      <dgm:prSet presAssocID="{E155F29C-A5B5-0E46-A2C7-79E6A500D145}" presName="text2" presStyleLbl="revTx" presStyleIdx="1" presStyleCnt="4">
        <dgm:presLayoutVars>
          <dgm:bulletEnabled val="1"/>
        </dgm:presLayoutVars>
      </dgm:prSet>
      <dgm:spPr/>
      <dgm:t>
        <a:bodyPr/>
        <a:lstStyle/>
        <a:p>
          <a:endParaRPr lang="en-US"/>
        </a:p>
      </dgm:t>
    </dgm:pt>
    <dgm:pt modelId="{CD79B02B-ADDF-1141-8C86-45D10350966D}" type="pres">
      <dgm:prSet presAssocID="{E155F29C-A5B5-0E46-A2C7-79E6A500D145}" presName="line2" presStyleLbl="callout" presStyleIdx="2" presStyleCnt="8"/>
      <dgm:spPr>
        <a:xfrm>
          <a:off x="5091112" y="1681210"/>
          <a:ext cx="585787" cy="0"/>
        </a:xfrm>
        <a:prstGeom prst="line">
          <a:avLst/>
        </a:prstGeom>
        <a:solidFill>
          <a:srgbClr val="330F42">
            <a:hueOff val="0"/>
            <a:satOff val="0"/>
            <a:lumOff val="0"/>
            <a:alphaOff val="0"/>
          </a:srgbClr>
        </a:solidFill>
        <a:ln w="25400" cap="flat" cmpd="sng" algn="ctr">
          <a:solidFill>
            <a:srgbClr val="330F42">
              <a:hueOff val="0"/>
              <a:satOff val="0"/>
              <a:lumOff val="0"/>
              <a:alphaOff val="0"/>
            </a:srgbClr>
          </a:solidFill>
          <a:prstDash val="solid"/>
        </a:ln>
        <a:effectLst/>
        <a:scene3d>
          <a:camera prst="orthographicFront"/>
          <a:lightRig rig="threePt" dir="t">
            <a:rot lat="0" lon="0" rev="7500000"/>
          </a:lightRig>
        </a:scene3d>
        <a:sp3d z="127000" prstMaterial="matte"/>
      </dgm:spPr>
    </dgm:pt>
    <dgm:pt modelId="{816E5757-0CAD-CD46-B964-B653CB3D2F71}" type="pres">
      <dgm:prSet presAssocID="{E155F29C-A5B5-0E46-A2C7-79E6A500D145}" presName="d2" presStyleLbl="callout" presStyleIdx="3" presStyleCnt="8"/>
      <dgm:spPr>
        <a:xfrm rot="5400000">
          <a:off x="2719844" y="2031901"/>
          <a:ext cx="2719616" cy="2019014"/>
        </a:xfrm>
        <a:prstGeom prst="line">
          <a:avLst/>
        </a:prstGeom>
        <a:solidFill>
          <a:srgbClr val="330F42">
            <a:hueOff val="0"/>
            <a:satOff val="0"/>
            <a:lumOff val="0"/>
            <a:alphaOff val="0"/>
          </a:srgbClr>
        </a:solidFill>
        <a:ln w="25400" cap="flat" cmpd="sng" algn="ctr">
          <a:solidFill>
            <a:srgbClr val="330F42">
              <a:hueOff val="0"/>
              <a:satOff val="0"/>
              <a:lumOff val="0"/>
              <a:alphaOff val="0"/>
            </a:srgbClr>
          </a:solidFill>
          <a:prstDash val="solid"/>
        </a:ln>
        <a:effectLst/>
        <a:scene3d>
          <a:camera prst="orthographicFront"/>
          <a:lightRig rig="threePt" dir="t">
            <a:rot lat="0" lon="0" rev="7500000"/>
          </a:lightRig>
        </a:scene3d>
        <a:sp3d z="127000" prstMaterial="matte"/>
      </dgm:spPr>
    </dgm:pt>
    <dgm:pt modelId="{09E5408D-8A11-C349-983A-FF27A4CD0E3B}" type="pres">
      <dgm:prSet presAssocID="{8CAB68A3-B26F-2B4B-B51A-0CF38939513F}" presName="circle3" presStyleLbl="lnNode1" presStyleIdx="2" presStyleCnt="4"/>
      <dgm:spPr>
        <a:xfrm>
          <a:off x="879300" y="2231850"/>
          <a:ext cx="3346799" cy="3346799"/>
        </a:xfrm>
        <a:prstGeom prst="ellipse">
          <a:avLst/>
        </a:prstGeom>
        <a:gradFill rotWithShape="0">
          <a:gsLst>
            <a:gs pos="0">
              <a:srgbClr val="330F42">
                <a:shade val="50000"/>
                <a:hueOff val="-474532"/>
                <a:satOff val="-67666"/>
                <a:lumOff val="67010"/>
                <a:alphaOff val="0"/>
                <a:shade val="40000"/>
                <a:alpha val="100000"/>
                <a:satMod val="150000"/>
                <a:lumMod val="100000"/>
              </a:srgbClr>
            </a:gs>
            <a:gs pos="100000">
              <a:srgbClr val="330F42">
                <a:shade val="50000"/>
                <a:hueOff val="-474532"/>
                <a:satOff val="-67666"/>
                <a:lumOff val="67010"/>
                <a:alphaOff val="0"/>
                <a:tint val="70000"/>
                <a:shade val="100000"/>
                <a:alpha val="100000"/>
                <a:satMod val="200000"/>
                <a:lumMod val="100000"/>
              </a:srgbClr>
            </a:gs>
          </a:gsLst>
          <a:lin ang="5400000" scaled="1"/>
        </a:gradFill>
        <a:ln w="12700" cap="flat" cmpd="sng" algn="ctr">
          <a:solidFill>
            <a:sysClr val="window" lastClr="FFFFFF">
              <a:hueOff val="0"/>
              <a:satOff val="0"/>
              <a:lumOff val="0"/>
              <a:alphaOff val="0"/>
            </a:sysClr>
          </a:solidFill>
          <a:prstDash val="solid"/>
        </a:ln>
        <a:effectLst>
          <a:innerShdw blurRad="50800" dist="25400" dir="13500000">
            <a:srgbClr val="FFFFFF">
              <a:alpha val="75000"/>
            </a:srgbClr>
          </a:innerShdw>
          <a:outerShdw blurRad="63500" dist="25400" dir="5400000" rotWithShape="0">
            <a:srgbClr val="808080">
              <a:alpha val="75000"/>
            </a:srgbClr>
          </a:outerShdw>
        </a:effectLst>
        <a:scene3d>
          <a:camera prst="orthographicFront"/>
          <a:lightRig rig="threePt" dir="t">
            <a:rot lat="0" lon="0" rev="7500000"/>
          </a:lightRig>
        </a:scene3d>
        <a:sp3d prstMaterial="plastic">
          <a:bevelT w="127000" h="25400" prst="relaxedInset"/>
        </a:sp3d>
      </dgm:spPr>
    </dgm:pt>
    <dgm:pt modelId="{64D028ED-D856-004F-82AE-25A1792DF594}" type="pres">
      <dgm:prSet presAssocID="{8CAB68A3-B26F-2B4B-B51A-0CF38939513F}" presName="text3" presStyleLbl="revTx" presStyleIdx="2" presStyleCnt="4">
        <dgm:presLayoutVars>
          <dgm:bulletEnabled val="1"/>
        </dgm:presLayoutVars>
      </dgm:prSet>
      <dgm:spPr/>
      <dgm:t>
        <a:bodyPr/>
        <a:lstStyle/>
        <a:p>
          <a:endParaRPr lang="en-US"/>
        </a:p>
      </dgm:t>
    </dgm:pt>
    <dgm:pt modelId="{844D6AD4-814E-9A49-8479-BBC4355D2906}" type="pres">
      <dgm:prSet presAssocID="{8CAB68A3-B26F-2B4B-B51A-0CF38939513F}" presName="line3" presStyleLbl="callout" presStyleIdx="4" presStyleCnt="8"/>
      <dgm:spPr>
        <a:xfrm>
          <a:off x="5091112" y="2802016"/>
          <a:ext cx="585787" cy="0"/>
        </a:xfrm>
        <a:prstGeom prst="line">
          <a:avLst/>
        </a:prstGeom>
        <a:solidFill>
          <a:srgbClr val="330F42">
            <a:hueOff val="0"/>
            <a:satOff val="0"/>
            <a:lumOff val="0"/>
            <a:alphaOff val="0"/>
          </a:srgbClr>
        </a:solidFill>
        <a:ln w="25400" cap="flat" cmpd="sng" algn="ctr">
          <a:solidFill>
            <a:srgbClr val="330F42">
              <a:hueOff val="0"/>
              <a:satOff val="0"/>
              <a:lumOff val="0"/>
              <a:alphaOff val="0"/>
            </a:srgbClr>
          </a:solidFill>
          <a:prstDash val="solid"/>
        </a:ln>
        <a:effectLst/>
        <a:scene3d>
          <a:camera prst="orthographicFront"/>
          <a:lightRig rig="threePt" dir="t">
            <a:rot lat="0" lon="0" rev="7500000"/>
          </a:lightRig>
        </a:scene3d>
        <a:sp3d z="127000" prstMaterial="matte"/>
      </dgm:spPr>
    </dgm:pt>
    <dgm:pt modelId="{09E031DD-5B6F-B149-9EF5-9E627F32C5E0}" type="pres">
      <dgm:prSet presAssocID="{8CAB68A3-B26F-2B4B-B51A-0CF38939513F}" presName="d3" presStyleLbl="callout" presStyleIdx="5" presStyleCnt="8"/>
      <dgm:spPr>
        <a:xfrm rot="5400000">
          <a:off x="3274780" y="3059372"/>
          <a:ext cx="2074468" cy="1558194"/>
        </a:xfrm>
        <a:prstGeom prst="line">
          <a:avLst/>
        </a:prstGeom>
        <a:solidFill>
          <a:srgbClr val="330F42">
            <a:hueOff val="0"/>
            <a:satOff val="0"/>
            <a:lumOff val="0"/>
            <a:alphaOff val="0"/>
          </a:srgbClr>
        </a:solidFill>
        <a:ln w="25400" cap="flat" cmpd="sng" algn="ctr">
          <a:solidFill>
            <a:srgbClr val="330F42">
              <a:hueOff val="0"/>
              <a:satOff val="0"/>
              <a:lumOff val="0"/>
              <a:alphaOff val="0"/>
            </a:srgbClr>
          </a:solidFill>
          <a:prstDash val="solid"/>
        </a:ln>
        <a:effectLst/>
        <a:scene3d>
          <a:camera prst="orthographicFront"/>
          <a:lightRig rig="threePt" dir="t">
            <a:rot lat="0" lon="0" rev="7500000"/>
          </a:lightRig>
        </a:scene3d>
        <a:sp3d z="127000" prstMaterial="matte"/>
      </dgm:spPr>
    </dgm:pt>
    <dgm:pt modelId="{F85D9B43-A645-1046-AAFB-474175001081}" type="pres">
      <dgm:prSet presAssocID="{2BB322CA-E42D-4846-BC15-76177995191D}" presName="circle4" presStyleLbl="lnNode1" presStyleIdx="3" presStyleCnt="4"/>
      <dgm:spPr>
        <a:xfrm>
          <a:off x="209550" y="1562100"/>
          <a:ext cx="4686300" cy="4686300"/>
        </a:xfrm>
        <a:prstGeom prst="ellipse">
          <a:avLst/>
        </a:prstGeom>
        <a:gradFill rotWithShape="0">
          <a:gsLst>
            <a:gs pos="0">
              <a:srgbClr val="330F42">
                <a:shade val="50000"/>
                <a:hueOff val="-237266"/>
                <a:satOff val="-33833"/>
                <a:lumOff val="33505"/>
                <a:alphaOff val="0"/>
                <a:shade val="40000"/>
                <a:alpha val="100000"/>
                <a:satMod val="150000"/>
                <a:lumMod val="100000"/>
              </a:srgbClr>
            </a:gs>
            <a:gs pos="100000">
              <a:srgbClr val="330F42">
                <a:shade val="50000"/>
                <a:hueOff val="-237266"/>
                <a:satOff val="-33833"/>
                <a:lumOff val="33505"/>
                <a:alphaOff val="0"/>
                <a:tint val="70000"/>
                <a:shade val="100000"/>
                <a:alpha val="100000"/>
                <a:satMod val="200000"/>
                <a:lumMod val="100000"/>
              </a:srgbClr>
            </a:gs>
          </a:gsLst>
          <a:lin ang="5400000" scaled="1"/>
        </a:gradFill>
        <a:ln w="12700" cap="flat" cmpd="sng" algn="ctr">
          <a:solidFill>
            <a:sysClr val="window" lastClr="FFFFFF">
              <a:hueOff val="0"/>
              <a:satOff val="0"/>
              <a:lumOff val="0"/>
              <a:alphaOff val="0"/>
            </a:sysClr>
          </a:solidFill>
          <a:prstDash val="solid"/>
        </a:ln>
        <a:effectLst>
          <a:innerShdw blurRad="50800" dist="25400" dir="13500000">
            <a:srgbClr val="FFFFFF">
              <a:alpha val="75000"/>
            </a:srgbClr>
          </a:innerShdw>
          <a:outerShdw blurRad="63500" dist="25400" dir="5400000" rotWithShape="0">
            <a:srgbClr val="808080">
              <a:alpha val="75000"/>
            </a:srgbClr>
          </a:outerShdw>
        </a:effectLst>
        <a:scene3d>
          <a:camera prst="orthographicFront"/>
          <a:lightRig rig="threePt" dir="t">
            <a:rot lat="0" lon="0" rev="7500000"/>
          </a:lightRig>
        </a:scene3d>
        <a:sp3d prstMaterial="plastic">
          <a:bevelT w="127000" h="25400" prst="relaxedInset"/>
        </a:sp3d>
      </dgm:spPr>
    </dgm:pt>
    <dgm:pt modelId="{7DB2A403-2088-DF4C-B961-D8DCC748BA56}" type="pres">
      <dgm:prSet presAssocID="{2BB322CA-E42D-4846-BC15-76177995191D}" presName="text4" presStyleLbl="revTx" presStyleIdx="3" presStyleCnt="4">
        <dgm:presLayoutVars>
          <dgm:bulletEnabled val="1"/>
        </dgm:presLayoutVars>
      </dgm:prSet>
      <dgm:spPr/>
      <dgm:t>
        <a:bodyPr/>
        <a:lstStyle/>
        <a:p>
          <a:endParaRPr lang="en-US"/>
        </a:p>
      </dgm:t>
    </dgm:pt>
    <dgm:pt modelId="{DEF37567-F691-5D47-8D86-7EF938ACCD23}" type="pres">
      <dgm:prSet presAssocID="{2BB322CA-E42D-4846-BC15-76177995191D}" presName="line4" presStyleLbl="callout" presStyleIdx="6" presStyleCnt="8"/>
      <dgm:spPr>
        <a:xfrm>
          <a:off x="5091112" y="3922823"/>
          <a:ext cx="585787" cy="0"/>
        </a:xfrm>
        <a:prstGeom prst="line">
          <a:avLst/>
        </a:prstGeom>
        <a:solidFill>
          <a:srgbClr val="330F42">
            <a:hueOff val="0"/>
            <a:satOff val="0"/>
            <a:lumOff val="0"/>
            <a:alphaOff val="0"/>
          </a:srgbClr>
        </a:solidFill>
        <a:ln w="25400" cap="flat" cmpd="sng" algn="ctr">
          <a:solidFill>
            <a:srgbClr val="330F42">
              <a:hueOff val="0"/>
              <a:satOff val="0"/>
              <a:lumOff val="0"/>
              <a:alphaOff val="0"/>
            </a:srgbClr>
          </a:solidFill>
          <a:prstDash val="solid"/>
        </a:ln>
        <a:effectLst/>
        <a:scene3d>
          <a:camera prst="orthographicFront"/>
          <a:lightRig rig="threePt" dir="t">
            <a:rot lat="0" lon="0" rev="7500000"/>
          </a:lightRig>
        </a:scene3d>
        <a:sp3d z="127000" prstMaterial="matte"/>
      </dgm:spPr>
    </dgm:pt>
    <dgm:pt modelId="{C5CA4BDE-6447-5546-B9F5-65BD75E05390}" type="pres">
      <dgm:prSet presAssocID="{2BB322CA-E42D-4846-BC15-76177995191D}" presName="d4" presStyleLbl="callout" presStyleIdx="7" presStyleCnt="8"/>
      <dgm:spPr>
        <a:xfrm rot="5400000">
          <a:off x="3831044" y="4090905"/>
          <a:ext cx="1425884" cy="1088783"/>
        </a:xfrm>
        <a:prstGeom prst="line">
          <a:avLst/>
        </a:prstGeom>
        <a:solidFill>
          <a:srgbClr val="330F42">
            <a:hueOff val="0"/>
            <a:satOff val="0"/>
            <a:lumOff val="0"/>
            <a:alphaOff val="0"/>
          </a:srgbClr>
        </a:solidFill>
        <a:ln w="25400" cap="flat" cmpd="sng" algn="ctr">
          <a:solidFill>
            <a:srgbClr val="330F42">
              <a:hueOff val="0"/>
              <a:satOff val="0"/>
              <a:lumOff val="0"/>
              <a:alphaOff val="0"/>
            </a:srgbClr>
          </a:solidFill>
          <a:prstDash val="solid"/>
        </a:ln>
        <a:effectLst/>
        <a:scene3d>
          <a:camera prst="orthographicFront"/>
          <a:lightRig rig="threePt" dir="t">
            <a:rot lat="0" lon="0" rev="7500000"/>
          </a:lightRig>
        </a:scene3d>
        <a:sp3d z="127000" prstMaterial="matte"/>
      </dgm:spPr>
    </dgm:pt>
  </dgm:ptLst>
  <dgm:cxnLst>
    <dgm:cxn modelId="{1C69D18B-4D6D-C54F-9524-6177246C5F7D}" srcId="{48302B29-DF7B-CE48-A8D2-94069316D1C3}" destId="{2BB322CA-E42D-4846-BC15-76177995191D}" srcOrd="3" destOrd="0" parTransId="{85853BED-64B9-CF48-99D4-E806CF0298B4}" sibTransId="{035B4B6C-BBF5-0D4D-86D8-A0562E242151}"/>
    <dgm:cxn modelId="{68C16891-8D07-2645-B752-FE205353DCD5}" srcId="{48302B29-DF7B-CE48-A8D2-94069316D1C3}" destId="{E155F29C-A5B5-0E46-A2C7-79E6A500D145}" srcOrd="1" destOrd="0" parTransId="{8055BD00-F1C8-7846-B466-65DE4011FD8C}" sibTransId="{FCDFAB97-D041-E548-96BC-411DF7EC694B}"/>
    <dgm:cxn modelId="{4B6C9305-9663-8143-81A0-3E9955214B81}" type="presOf" srcId="{E155F29C-A5B5-0E46-A2C7-79E6A500D145}" destId="{513BC700-EE34-1A44-899C-A6CEEACA89E1}" srcOrd="0" destOrd="0" presId="urn:microsoft.com/office/officeart/2005/8/layout/target1"/>
    <dgm:cxn modelId="{46B638DB-5077-8F47-B532-560C4EEBB34E}" srcId="{48302B29-DF7B-CE48-A8D2-94069316D1C3}" destId="{C19F7702-5F4C-F44B-9333-C56759486144}" srcOrd="0" destOrd="0" parTransId="{A70B69E9-4AAC-D24E-AF8E-9E3927E157EF}" sibTransId="{4562A5FB-A475-444C-82E8-04D61A9E986C}"/>
    <dgm:cxn modelId="{217BF1EC-0D44-B94C-924C-945A9E06B6F1}" type="presOf" srcId="{2BB322CA-E42D-4846-BC15-76177995191D}" destId="{7DB2A403-2088-DF4C-B961-D8DCC748BA56}" srcOrd="0" destOrd="0" presId="urn:microsoft.com/office/officeart/2005/8/layout/target1"/>
    <dgm:cxn modelId="{4A4B1846-5DC4-C84A-A863-9D344E7D707C}" srcId="{48302B29-DF7B-CE48-A8D2-94069316D1C3}" destId="{8CAB68A3-B26F-2B4B-B51A-0CF38939513F}" srcOrd="2" destOrd="0" parTransId="{6ACB63A5-1C58-524A-A160-886341F60C0C}" sibTransId="{3E669834-DB2C-7641-B14E-DFD1B4C62083}"/>
    <dgm:cxn modelId="{171A6A42-3C17-7748-A842-8CCB1915C2B8}" type="presOf" srcId="{C19F7702-5F4C-F44B-9333-C56759486144}" destId="{AB119BD4-C127-B449-BD7B-2FB3093D572E}" srcOrd="0" destOrd="0" presId="urn:microsoft.com/office/officeart/2005/8/layout/target1"/>
    <dgm:cxn modelId="{1AA003D7-C481-3A42-AA00-C72307ACAD34}" type="presOf" srcId="{8CAB68A3-B26F-2B4B-B51A-0CF38939513F}" destId="{64D028ED-D856-004F-82AE-25A1792DF594}" srcOrd="0" destOrd="0" presId="urn:microsoft.com/office/officeart/2005/8/layout/target1"/>
    <dgm:cxn modelId="{019DB62C-AF38-6F4D-9BB2-199E8BA3C067}" type="presOf" srcId="{48302B29-DF7B-CE48-A8D2-94069316D1C3}" destId="{67DFE038-8E3D-C649-A5BB-9B3C0EE1B407}" srcOrd="0" destOrd="0" presId="urn:microsoft.com/office/officeart/2005/8/layout/target1"/>
    <dgm:cxn modelId="{1FCC9E07-AA87-E64F-9072-85950E151E9B}" type="presParOf" srcId="{67DFE038-8E3D-C649-A5BB-9B3C0EE1B407}" destId="{CAE743AE-6431-1E40-A97F-5F24D5B60547}" srcOrd="0" destOrd="0" presId="urn:microsoft.com/office/officeart/2005/8/layout/target1"/>
    <dgm:cxn modelId="{B312B154-9FC1-8341-B8F7-465DBDC5F91D}" type="presParOf" srcId="{67DFE038-8E3D-C649-A5BB-9B3C0EE1B407}" destId="{AB119BD4-C127-B449-BD7B-2FB3093D572E}" srcOrd="1" destOrd="0" presId="urn:microsoft.com/office/officeart/2005/8/layout/target1"/>
    <dgm:cxn modelId="{A68EC521-5EFD-C747-8343-1B923810951F}" type="presParOf" srcId="{67DFE038-8E3D-C649-A5BB-9B3C0EE1B407}" destId="{34B48968-EEAE-C24A-A838-020141B43AD6}" srcOrd="2" destOrd="0" presId="urn:microsoft.com/office/officeart/2005/8/layout/target1"/>
    <dgm:cxn modelId="{49879328-35EC-A944-81C3-2A49F1C5E66B}" type="presParOf" srcId="{67DFE038-8E3D-C649-A5BB-9B3C0EE1B407}" destId="{DDA5D090-4EDE-CC46-88A9-94E77850F40F}" srcOrd="3" destOrd="0" presId="urn:microsoft.com/office/officeart/2005/8/layout/target1"/>
    <dgm:cxn modelId="{419233AA-A062-014B-94FC-1172D2BCCCEC}" type="presParOf" srcId="{67DFE038-8E3D-C649-A5BB-9B3C0EE1B407}" destId="{EAFBFBDD-6B2F-6542-A0F4-55DD8CB829AA}" srcOrd="4" destOrd="0" presId="urn:microsoft.com/office/officeart/2005/8/layout/target1"/>
    <dgm:cxn modelId="{BCBE20E3-240C-874B-A132-3934F75D0B77}" type="presParOf" srcId="{67DFE038-8E3D-C649-A5BB-9B3C0EE1B407}" destId="{513BC700-EE34-1A44-899C-A6CEEACA89E1}" srcOrd="5" destOrd="0" presId="urn:microsoft.com/office/officeart/2005/8/layout/target1"/>
    <dgm:cxn modelId="{F681055D-923A-D44A-B20B-E630B78B52EF}" type="presParOf" srcId="{67DFE038-8E3D-C649-A5BB-9B3C0EE1B407}" destId="{CD79B02B-ADDF-1141-8C86-45D10350966D}" srcOrd="6" destOrd="0" presId="urn:microsoft.com/office/officeart/2005/8/layout/target1"/>
    <dgm:cxn modelId="{05F61CE4-F3C6-1549-9C08-8735F7134DB1}" type="presParOf" srcId="{67DFE038-8E3D-C649-A5BB-9B3C0EE1B407}" destId="{816E5757-0CAD-CD46-B964-B653CB3D2F71}" srcOrd="7" destOrd="0" presId="urn:microsoft.com/office/officeart/2005/8/layout/target1"/>
    <dgm:cxn modelId="{57EF3DA7-8614-DE44-994C-8B8008F3DC84}" type="presParOf" srcId="{67DFE038-8E3D-C649-A5BB-9B3C0EE1B407}" destId="{09E5408D-8A11-C349-983A-FF27A4CD0E3B}" srcOrd="8" destOrd="0" presId="urn:microsoft.com/office/officeart/2005/8/layout/target1"/>
    <dgm:cxn modelId="{715A600E-11DA-044B-A3DA-384A55E6DA9C}" type="presParOf" srcId="{67DFE038-8E3D-C649-A5BB-9B3C0EE1B407}" destId="{64D028ED-D856-004F-82AE-25A1792DF594}" srcOrd="9" destOrd="0" presId="urn:microsoft.com/office/officeart/2005/8/layout/target1"/>
    <dgm:cxn modelId="{EBE12B9E-E7DC-3B4D-A525-CBF46CD0EF22}" type="presParOf" srcId="{67DFE038-8E3D-C649-A5BB-9B3C0EE1B407}" destId="{844D6AD4-814E-9A49-8479-BBC4355D2906}" srcOrd="10" destOrd="0" presId="urn:microsoft.com/office/officeart/2005/8/layout/target1"/>
    <dgm:cxn modelId="{45073F24-BDEA-A44F-928F-58D775E3409B}" type="presParOf" srcId="{67DFE038-8E3D-C649-A5BB-9B3C0EE1B407}" destId="{09E031DD-5B6F-B149-9EF5-9E627F32C5E0}" srcOrd="11" destOrd="0" presId="urn:microsoft.com/office/officeart/2005/8/layout/target1"/>
    <dgm:cxn modelId="{9E4047F7-2ACA-AA41-B926-46A2DE42BDF2}" type="presParOf" srcId="{67DFE038-8E3D-C649-A5BB-9B3C0EE1B407}" destId="{F85D9B43-A645-1046-AAFB-474175001081}" srcOrd="12" destOrd="0" presId="urn:microsoft.com/office/officeart/2005/8/layout/target1"/>
    <dgm:cxn modelId="{FBE53C4A-D092-E84C-938D-3A496E8B6665}" type="presParOf" srcId="{67DFE038-8E3D-C649-A5BB-9B3C0EE1B407}" destId="{7DB2A403-2088-DF4C-B961-D8DCC748BA56}" srcOrd="13" destOrd="0" presId="urn:microsoft.com/office/officeart/2005/8/layout/target1"/>
    <dgm:cxn modelId="{8C37571A-B911-EB43-80B5-B862A55E4F9A}" type="presParOf" srcId="{67DFE038-8E3D-C649-A5BB-9B3C0EE1B407}" destId="{DEF37567-F691-5D47-8D86-7EF938ACCD23}" srcOrd="14" destOrd="0" presId="urn:microsoft.com/office/officeart/2005/8/layout/target1"/>
    <dgm:cxn modelId="{FC3B03F4-13C2-014D-A1C0-61500825C10A}" type="presParOf" srcId="{67DFE038-8E3D-C649-A5BB-9B3C0EE1B407}" destId="{C5CA4BDE-6447-5546-B9F5-65BD75E05390}" srcOrd="15" destOrd="0" presId="urn:microsoft.com/office/officeart/2005/8/layout/target1"/>
  </dgm:cxnLst>
  <dgm:bg/>
  <dgm:whole>
    <a:ln>
      <a:solidFill>
        <a:schemeClr val="accent1">
          <a:lumMod val="50000"/>
        </a:schemeClr>
      </a:solidFill>
    </a:ln>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8399CD-6D80-A04B-A73D-FAE536245E54}">
      <dsp:nvSpPr>
        <dsp:cNvPr id="0" name=""/>
        <dsp:cNvSpPr/>
      </dsp:nvSpPr>
      <dsp:spPr>
        <a:xfrm>
          <a:off x="0" y="133406"/>
          <a:ext cx="4533787" cy="4533787"/>
        </a:xfrm>
        <a:prstGeom prst="pie">
          <a:avLst>
            <a:gd name="adj1" fmla="val 5400000"/>
            <a:gd name="adj2" fmla="val 16200000"/>
          </a:avLst>
        </a:prstGeom>
        <a:gradFill rotWithShape="0">
          <a:gsLst>
            <a:gs pos="0">
              <a:srgbClr val="663366">
                <a:hueOff val="0"/>
                <a:satOff val="0"/>
                <a:lumOff val="0"/>
                <a:alphaOff val="0"/>
                <a:shade val="40000"/>
                <a:alpha val="100000"/>
                <a:satMod val="150000"/>
                <a:lumMod val="100000"/>
              </a:srgbClr>
            </a:gs>
            <a:gs pos="100000">
              <a:srgbClr val="663366">
                <a:hueOff val="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sp>
    <dsp:sp modelId="{1C95AEB3-1C20-5849-B1AE-D3E218984151}">
      <dsp:nvSpPr>
        <dsp:cNvPr id="0" name=""/>
        <dsp:cNvSpPr/>
      </dsp:nvSpPr>
      <dsp:spPr>
        <a:xfrm>
          <a:off x="2266893" y="133406"/>
          <a:ext cx="5289419" cy="4533787"/>
        </a:xfrm>
        <a:prstGeom prst="rect">
          <a:avLst/>
        </a:prstGeom>
        <a:solidFill>
          <a:sysClr val="window" lastClr="FFFFFF">
            <a:alpha val="90000"/>
            <a:hueOff val="0"/>
            <a:satOff val="0"/>
            <a:lumOff val="0"/>
            <a:alphaOff val="0"/>
          </a:sysClr>
        </a:solidFill>
        <a:ln w="12700" cap="flat" cmpd="sng" algn="ctr">
          <a:solidFill>
            <a:srgbClr val="663366">
              <a:hueOff val="0"/>
              <a:satOff val="0"/>
              <a:lumOff val="0"/>
              <a:alphaOff val="0"/>
            </a:srgbClr>
          </a:solidFill>
          <a:prstDash val="solid"/>
        </a:ln>
        <a:effectLst/>
      </dsp:spPr>
      <dsp:style>
        <a:lnRef idx="1">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lvl="0" algn="ctr" defTabSz="933450" rtl="0">
            <a:lnSpc>
              <a:spcPct val="90000"/>
            </a:lnSpc>
            <a:spcBef>
              <a:spcPct val="0"/>
            </a:spcBef>
            <a:spcAft>
              <a:spcPct val="35000"/>
            </a:spcAft>
          </a:pPr>
          <a:r>
            <a:rPr lang="en-US" sz="2100" kern="1200" dirty="0">
              <a:solidFill>
                <a:sysClr val="windowText" lastClr="000000">
                  <a:hueOff val="0"/>
                  <a:satOff val="0"/>
                  <a:lumOff val="0"/>
                  <a:alphaOff val="0"/>
                </a:sysClr>
              </a:solidFill>
              <a:latin typeface="Rockwell"/>
              <a:ea typeface="+mn-ea"/>
              <a:cs typeface="+mn-cs"/>
            </a:rPr>
            <a:t>Pipelining</a:t>
          </a:r>
        </a:p>
      </dsp:txBody>
      <dsp:txXfrm>
        <a:off x="2266893" y="133406"/>
        <a:ext cx="2644709" cy="725406"/>
      </dsp:txXfrm>
    </dsp:sp>
    <dsp:sp modelId="{95965867-777A-B244-9440-59A3ABA67E2E}">
      <dsp:nvSpPr>
        <dsp:cNvPr id="0" name=""/>
        <dsp:cNvSpPr/>
      </dsp:nvSpPr>
      <dsp:spPr>
        <a:xfrm>
          <a:off x="476047" y="858812"/>
          <a:ext cx="3581692" cy="3581692"/>
        </a:xfrm>
        <a:prstGeom prst="pie">
          <a:avLst>
            <a:gd name="adj1" fmla="val 5400000"/>
            <a:gd name="adj2" fmla="val 16200000"/>
          </a:avLst>
        </a:prstGeom>
        <a:gradFill rotWithShape="0">
          <a:gsLst>
            <a:gs pos="0">
              <a:srgbClr val="663366">
                <a:hueOff val="0"/>
                <a:satOff val="0"/>
                <a:lumOff val="0"/>
                <a:alphaOff val="0"/>
                <a:shade val="40000"/>
                <a:alpha val="100000"/>
                <a:satMod val="150000"/>
                <a:lumMod val="100000"/>
              </a:srgbClr>
            </a:gs>
            <a:gs pos="100000">
              <a:srgbClr val="663366">
                <a:hueOff val="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sp>
    <dsp:sp modelId="{62C26FB8-F960-704B-9B69-4C5DA54F634F}">
      <dsp:nvSpPr>
        <dsp:cNvPr id="0" name=""/>
        <dsp:cNvSpPr/>
      </dsp:nvSpPr>
      <dsp:spPr>
        <a:xfrm>
          <a:off x="2266893" y="858812"/>
          <a:ext cx="5289419" cy="3581692"/>
        </a:xfrm>
        <a:prstGeom prst="rect">
          <a:avLst/>
        </a:prstGeom>
        <a:solidFill>
          <a:sysClr val="window" lastClr="FFFFFF">
            <a:alpha val="90000"/>
            <a:hueOff val="0"/>
            <a:satOff val="0"/>
            <a:lumOff val="0"/>
            <a:alphaOff val="0"/>
          </a:sysClr>
        </a:solidFill>
        <a:ln w="12700" cap="flat" cmpd="sng" algn="ctr">
          <a:solidFill>
            <a:srgbClr val="663366">
              <a:hueOff val="0"/>
              <a:satOff val="0"/>
              <a:lumOff val="0"/>
              <a:alphaOff val="0"/>
            </a:srgbClr>
          </a:solidFill>
          <a:prstDash val="solid"/>
        </a:ln>
        <a:effectLst/>
      </dsp:spPr>
      <dsp:style>
        <a:lnRef idx="1">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lvl="0" algn="ctr" defTabSz="933450" rtl="0">
            <a:lnSpc>
              <a:spcPct val="90000"/>
            </a:lnSpc>
            <a:spcBef>
              <a:spcPct val="0"/>
            </a:spcBef>
            <a:spcAft>
              <a:spcPct val="35000"/>
            </a:spcAft>
          </a:pPr>
          <a:r>
            <a:rPr lang="en-US" sz="2100" kern="1200" dirty="0">
              <a:solidFill>
                <a:sysClr val="windowText" lastClr="000000">
                  <a:hueOff val="0"/>
                  <a:satOff val="0"/>
                  <a:lumOff val="0"/>
                  <a:alphaOff val="0"/>
                </a:sysClr>
              </a:solidFill>
              <a:latin typeface="Rockwell"/>
              <a:ea typeface="+mn-ea"/>
              <a:cs typeface="+mn-cs"/>
            </a:rPr>
            <a:t>Branch prediction</a:t>
          </a:r>
        </a:p>
      </dsp:txBody>
      <dsp:txXfrm>
        <a:off x="2266893" y="858812"/>
        <a:ext cx="2644709" cy="725406"/>
      </dsp:txXfrm>
    </dsp:sp>
    <dsp:sp modelId="{8980E4CE-FAE8-4640-865E-DD474CAE12ED}">
      <dsp:nvSpPr>
        <dsp:cNvPr id="0" name=""/>
        <dsp:cNvSpPr/>
      </dsp:nvSpPr>
      <dsp:spPr>
        <a:xfrm>
          <a:off x="952095" y="1584218"/>
          <a:ext cx="2629596" cy="2629596"/>
        </a:xfrm>
        <a:prstGeom prst="pie">
          <a:avLst>
            <a:gd name="adj1" fmla="val 5400000"/>
            <a:gd name="adj2" fmla="val 16200000"/>
          </a:avLst>
        </a:prstGeom>
        <a:gradFill rotWithShape="0">
          <a:gsLst>
            <a:gs pos="0">
              <a:srgbClr val="663366">
                <a:hueOff val="0"/>
                <a:satOff val="0"/>
                <a:lumOff val="0"/>
                <a:alphaOff val="0"/>
                <a:shade val="40000"/>
                <a:alpha val="100000"/>
                <a:satMod val="150000"/>
                <a:lumMod val="100000"/>
              </a:srgbClr>
            </a:gs>
            <a:gs pos="100000">
              <a:srgbClr val="663366">
                <a:hueOff val="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sp>
    <dsp:sp modelId="{8A0AD6EA-0B5C-914A-9F0A-CC84B3884EAA}">
      <dsp:nvSpPr>
        <dsp:cNvPr id="0" name=""/>
        <dsp:cNvSpPr/>
      </dsp:nvSpPr>
      <dsp:spPr>
        <a:xfrm>
          <a:off x="2266893" y="1584218"/>
          <a:ext cx="5289419" cy="2629596"/>
        </a:xfrm>
        <a:prstGeom prst="rect">
          <a:avLst/>
        </a:prstGeom>
        <a:solidFill>
          <a:sysClr val="window" lastClr="FFFFFF">
            <a:alpha val="90000"/>
            <a:hueOff val="0"/>
            <a:satOff val="0"/>
            <a:lumOff val="0"/>
            <a:alphaOff val="0"/>
          </a:sysClr>
        </a:solidFill>
        <a:ln w="12700" cap="flat" cmpd="sng" algn="ctr">
          <a:solidFill>
            <a:srgbClr val="663366">
              <a:hueOff val="0"/>
              <a:satOff val="0"/>
              <a:lumOff val="0"/>
              <a:alphaOff val="0"/>
            </a:srgbClr>
          </a:solidFill>
          <a:prstDash val="solid"/>
        </a:ln>
        <a:effectLst/>
      </dsp:spPr>
      <dsp:style>
        <a:lnRef idx="1">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lvl="0" algn="ctr" defTabSz="933450" rtl="0">
            <a:lnSpc>
              <a:spcPct val="90000"/>
            </a:lnSpc>
            <a:spcBef>
              <a:spcPct val="0"/>
            </a:spcBef>
            <a:spcAft>
              <a:spcPct val="35000"/>
            </a:spcAft>
          </a:pPr>
          <a:r>
            <a:rPr lang="en-US" sz="2100" kern="1200" dirty="0">
              <a:solidFill>
                <a:sysClr val="windowText" lastClr="000000">
                  <a:hueOff val="0"/>
                  <a:satOff val="0"/>
                  <a:lumOff val="0"/>
                  <a:alphaOff val="0"/>
                </a:sysClr>
              </a:solidFill>
              <a:latin typeface="Rockwell"/>
              <a:ea typeface="+mn-ea"/>
              <a:cs typeface="+mn-cs"/>
            </a:rPr>
            <a:t>Superscalar execution</a:t>
          </a:r>
        </a:p>
      </dsp:txBody>
      <dsp:txXfrm>
        <a:off x="2266893" y="1584218"/>
        <a:ext cx="2644709" cy="725406"/>
      </dsp:txXfrm>
    </dsp:sp>
    <dsp:sp modelId="{8FC3D4C7-6020-F347-A658-FE974C7C2633}">
      <dsp:nvSpPr>
        <dsp:cNvPr id="0" name=""/>
        <dsp:cNvSpPr/>
      </dsp:nvSpPr>
      <dsp:spPr>
        <a:xfrm>
          <a:off x="1428143" y="2309624"/>
          <a:ext cx="1677501" cy="1677501"/>
        </a:xfrm>
        <a:prstGeom prst="pie">
          <a:avLst>
            <a:gd name="adj1" fmla="val 5400000"/>
            <a:gd name="adj2" fmla="val 16200000"/>
          </a:avLst>
        </a:prstGeom>
        <a:gradFill rotWithShape="0">
          <a:gsLst>
            <a:gs pos="0">
              <a:srgbClr val="663366">
                <a:hueOff val="0"/>
                <a:satOff val="0"/>
                <a:lumOff val="0"/>
                <a:alphaOff val="0"/>
                <a:shade val="40000"/>
                <a:alpha val="100000"/>
                <a:satMod val="150000"/>
                <a:lumMod val="100000"/>
              </a:srgbClr>
            </a:gs>
            <a:gs pos="100000">
              <a:srgbClr val="663366">
                <a:hueOff val="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sp>
    <dsp:sp modelId="{3912B40C-E4AB-4443-8E49-43D36F560895}">
      <dsp:nvSpPr>
        <dsp:cNvPr id="0" name=""/>
        <dsp:cNvSpPr/>
      </dsp:nvSpPr>
      <dsp:spPr>
        <a:xfrm>
          <a:off x="2266893" y="2309624"/>
          <a:ext cx="5289419" cy="1677501"/>
        </a:xfrm>
        <a:prstGeom prst="rect">
          <a:avLst/>
        </a:prstGeom>
        <a:solidFill>
          <a:sysClr val="window" lastClr="FFFFFF">
            <a:alpha val="90000"/>
            <a:hueOff val="0"/>
            <a:satOff val="0"/>
            <a:lumOff val="0"/>
            <a:alphaOff val="0"/>
          </a:sysClr>
        </a:solidFill>
        <a:ln w="12700" cap="flat" cmpd="sng" algn="ctr">
          <a:solidFill>
            <a:srgbClr val="663366">
              <a:hueOff val="0"/>
              <a:satOff val="0"/>
              <a:lumOff val="0"/>
              <a:alphaOff val="0"/>
            </a:srgbClr>
          </a:solidFill>
          <a:prstDash val="solid"/>
        </a:ln>
        <a:effectLst/>
      </dsp:spPr>
      <dsp:style>
        <a:lnRef idx="1">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lvl="0" algn="ctr" defTabSz="933450" rtl="0">
            <a:lnSpc>
              <a:spcPct val="90000"/>
            </a:lnSpc>
            <a:spcBef>
              <a:spcPct val="0"/>
            </a:spcBef>
            <a:spcAft>
              <a:spcPct val="35000"/>
            </a:spcAft>
          </a:pPr>
          <a:r>
            <a:rPr lang="en-US" sz="2100" kern="1200" dirty="0">
              <a:solidFill>
                <a:sysClr val="windowText" lastClr="000000">
                  <a:hueOff val="0"/>
                  <a:satOff val="0"/>
                  <a:lumOff val="0"/>
                  <a:alphaOff val="0"/>
                </a:sysClr>
              </a:solidFill>
              <a:latin typeface="Rockwell"/>
              <a:ea typeface="+mn-ea"/>
              <a:cs typeface="+mn-cs"/>
            </a:rPr>
            <a:t>Data flow analysis</a:t>
          </a:r>
        </a:p>
      </dsp:txBody>
      <dsp:txXfrm>
        <a:off x="2266893" y="2309624"/>
        <a:ext cx="2644709" cy="725406"/>
      </dsp:txXfrm>
    </dsp:sp>
    <dsp:sp modelId="{8CA8964D-0088-5C41-B5B6-C7928BBF95DC}">
      <dsp:nvSpPr>
        <dsp:cNvPr id="0" name=""/>
        <dsp:cNvSpPr/>
      </dsp:nvSpPr>
      <dsp:spPr>
        <a:xfrm>
          <a:off x="1904190" y="3035030"/>
          <a:ext cx="725406" cy="725406"/>
        </a:xfrm>
        <a:prstGeom prst="pie">
          <a:avLst>
            <a:gd name="adj1" fmla="val 5400000"/>
            <a:gd name="adj2" fmla="val 16200000"/>
          </a:avLst>
        </a:prstGeom>
        <a:gradFill rotWithShape="0">
          <a:gsLst>
            <a:gs pos="0">
              <a:srgbClr val="663366">
                <a:hueOff val="0"/>
                <a:satOff val="0"/>
                <a:lumOff val="0"/>
                <a:alphaOff val="0"/>
                <a:shade val="40000"/>
                <a:alpha val="100000"/>
                <a:satMod val="150000"/>
                <a:lumMod val="100000"/>
              </a:srgbClr>
            </a:gs>
            <a:gs pos="100000">
              <a:srgbClr val="663366">
                <a:hueOff val="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sp>
    <dsp:sp modelId="{4E35B49C-BBBC-DB45-BDFD-E61EAF99AC87}">
      <dsp:nvSpPr>
        <dsp:cNvPr id="0" name=""/>
        <dsp:cNvSpPr/>
      </dsp:nvSpPr>
      <dsp:spPr>
        <a:xfrm>
          <a:off x="2266893" y="3035030"/>
          <a:ext cx="5289419" cy="725406"/>
        </a:xfrm>
        <a:prstGeom prst="rect">
          <a:avLst/>
        </a:prstGeom>
        <a:solidFill>
          <a:sysClr val="window" lastClr="FFFFFF">
            <a:alpha val="90000"/>
            <a:hueOff val="0"/>
            <a:satOff val="0"/>
            <a:lumOff val="0"/>
            <a:alphaOff val="0"/>
          </a:sysClr>
        </a:solidFill>
        <a:ln w="12700" cap="flat" cmpd="sng" algn="ctr">
          <a:solidFill>
            <a:srgbClr val="663366">
              <a:hueOff val="0"/>
              <a:satOff val="0"/>
              <a:lumOff val="0"/>
              <a:alphaOff val="0"/>
            </a:srgbClr>
          </a:solidFill>
          <a:prstDash val="solid"/>
        </a:ln>
        <a:effectLst/>
      </dsp:spPr>
      <dsp:style>
        <a:lnRef idx="1">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lvl="0" algn="ctr" defTabSz="933450" rtl="0">
            <a:lnSpc>
              <a:spcPct val="90000"/>
            </a:lnSpc>
            <a:spcBef>
              <a:spcPct val="0"/>
            </a:spcBef>
            <a:spcAft>
              <a:spcPct val="35000"/>
            </a:spcAft>
          </a:pPr>
          <a:r>
            <a:rPr lang="en-US" sz="2100" kern="1200" dirty="0">
              <a:solidFill>
                <a:sysClr val="windowText" lastClr="000000">
                  <a:hueOff val="0"/>
                  <a:satOff val="0"/>
                  <a:lumOff val="0"/>
                  <a:alphaOff val="0"/>
                </a:sysClr>
              </a:solidFill>
              <a:latin typeface="Rockwell"/>
              <a:ea typeface="+mn-ea"/>
              <a:cs typeface="+mn-cs"/>
            </a:rPr>
            <a:t>Speculative execution</a:t>
          </a:r>
        </a:p>
      </dsp:txBody>
      <dsp:txXfrm>
        <a:off x="2266893" y="3035030"/>
        <a:ext cx="2644709" cy="725406"/>
      </dsp:txXfrm>
    </dsp:sp>
    <dsp:sp modelId="{9625A8A9-4E22-1C45-8780-F620536E0AB6}">
      <dsp:nvSpPr>
        <dsp:cNvPr id="0" name=""/>
        <dsp:cNvSpPr/>
      </dsp:nvSpPr>
      <dsp:spPr>
        <a:xfrm>
          <a:off x="4911603" y="133406"/>
          <a:ext cx="2644709" cy="725406"/>
        </a:xfrm>
        <a:prstGeom prst="rect">
          <a:avLst/>
        </a:prstGeom>
        <a:noFill/>
        <a:ln w="9525" cap="flat" cmpd="sng" algn="ctr">
          <a:noFill/>
          <a:prstDash val="solid"/>
        </a:ln>
        <a:effectLst/>
        <a:sp3d/>
      </dsp:spPr>
      <dsp:style>
        <a:lnRef idx="1">
          <a:scrgbClr r="0" g="0" b="0"/>
        </a:lnRef>
        <a:fillRef idx="1">
          <a:scrgbClr r="0" g="0" b="0"/>
        </a:fillRef>
        <a:effectRef idx="0">
          <a:scrgbClr r="0" g="0" b="0"/>
        </a:effectRef>
        <a:fontRef idx="minor"/>
      </dsp:style>
      <dsp:txBody>
        <a:bodyPr spcFirstLastPara="0" vert="horz" wrap="square" lIns="30480" tIns="30480" rIns="30480" bIns="30480" numCol="1" spcCol="1270" anchor="ctr" anchorCtr="0">
          <a:noAutofit/>
        </a:bodyPr>
        <a:lstStyle/>
        <a:p>
          <a:pPr marL="57150" lvl="1" indent="-57150" algn="l" defTabSz="355600" rtl="0">
            <a:lnSpc>
              <a:spcPct val="90000"/>
            </a:lnSpc>
            <a:spcBef>
              <a:spcPct val="0"/>
            </a:spcBef>
            <a:spcAft>
              <a:spcPct val="15000"/>
            </a:spcAft>
            <a:buChar char="••"/>
          </a:pPr>
          <a:r>
            <a:rPr lang="en-US" sz="800" kern="1200" dirty="0">
              <a:solidFill>
                <a:sysClr val="windowText" lastClr="000000">
                  <a:hueOff val="0"/>
                  <a:satOff val="0"/>
                  <a:lumOff val="0"/>
                  <a:alphaOff val="0"/>
                </a:sysClr>
              </a:solidFill>
              <a:latin typeface="Rockwell"/>
              <a:ea typeface="+mn-ea"/>
              <a:cs typeface="+mn-cs"/>
            </a:rPr>
            <a:t>Processor moves data or instructions into a conceptual pipe with all stages of the pipe processing simultaneously</a:t>
          </a:r>
        </a:p>
      </dsp:txBody>
      <dsp:txXfrm>
        <a:off x="4911603" y="133406"/>
        <a:ext cx="2644709" cy="725406"/>
      </dsp:txXfrm>
    </dsp:sp>
    <dsp:sp modelId="{B8C4BD7A-9494-904F-8FD8-EAB30AD1C9C2}">
      <dsp:nvSpPr>
        <dsp:cNvPr id="0" name=""/>
        <dsp:cNvSpPr/>
      </dsp:nvSpPr>
      <dsp:spPr>
        <a:xfrm>
          <a:off x="4911603" y="858812"/>
          <a:ext cx="2644709" cy="725406"/>
        </a:xfrm>
        <a:prstGeom prst="rect">
          <a:avLst/>
        </a:prstGeom>
        <a:noFill/>
        <a:ln w="9525" cap="flat" cmpd="sng" algn="ctr">
          <a:noFill/>
          <a:prstDash val="solid"/>
        </a:ln>
        <a:effectLst/>
        <a:sp3d/>
      </dsp:spPr>
      <dsp:style>
        <a:lnRef idx="1">
          <a:scrgbClr r="0" g="0" b="0"/>
        </a:lnRef>
        <a:fillRef idx="1">
          <a:scrgbClr r="0" g="0" b="0"/>
        </a:fillRef>
        <a:effectRef idx="0">
          <a:scrgbClr r="0" g="0" b="0"/>
        </a:effectRef>
        <a:fontRef idx="minor"/>
      </dsp:style>
      <dsp:txBody>
        <a:bodyPr spcFirstLastPara="0" vert="horz" wrap="square" lIns="30480" tIns="30480" rIns="30480" bIns="30480" numCol="1" spcCol="1270" anchor="ctr" anchorCtr="0">
          <a:noAutofit/>
        </a:bodyPr>
        <a:lstStyle/>
        <a:p>
          <a:pPr marL="57150" lvl="1" indent="-57150" algn="l" defTabSz="355600" rtl="0">
            <a:lnSpc>
              <a:spcPct val="90000"/>
            </a:lnSpc>
            <a:spcBef>
              <a:spcPct val="0"/>
            </a:spcBef>
            <a:spcAft>
              <a:spcPct val="15000"/>
            </a:spcAft>
            <a:buChar char="••"/>
          </a:pPr>
          <a:r>
            <a:rPr lang="en-US" sz="800" kern="1200" dirty="0">
              <a:solidFill>
                <a:sysClr val="windowText" lastClr="000000">
                  <a:hueOff val="0"/>
                  <a:satOff val="0"/>
                  <a:lumOff val="0"/>
                  <a:alphaOff val="0"/>
                </a:sysClr>
              </a:solidFill>
              <a:latin typeface="Rockwell"/>
              <a:ea typeface="+mn-ea"/>
              <a:cs typeface="+mn-cs"/>
            </a:rPr>
            <a:t>Processor looks ahead in the instruction code fetched from memory and predicts which branches, or groups of instructions, are likely to be processed next</a:t>
          </a:r>
        </a:p>
      </dsp:txBody>
      <dsp:txXfrm>
        <a:off x="4911603" y="858812"/>
        <a:ext cx="2644709" cy="725406"/>
      </dsp:txXfrm>
    </dsp:sp>
    <dsp:sp modelId="{9D7E2566-676D-9E41-99C2-0953099D924D}">
      <dsp:nvSpPr>
        <dsp:cNvPr id="0" name=""/>
        <dsp:cNvSpPr/>
      </dsp:nvSpPr>
      <dsp:spPr>
        <a:xfrm>
          <a:off x="4911603" y="1584218"/>
          <a:ext cx="2644709" cy="725406"/>
        </a:xfrm>
        <a:prstGeom prst="rect">
          <a:avLst/>
        </a:prstGeom>
        <a:noFill/>
        <a:ln w="9525" cap="flat" cmpd="sng" algn="ctr">
          <a:noFill/>
          <a:prstDash val="solid"/>
        </a:ln>
        <a:effectLst/>
        <a:sp3d/>
      </dsp:spPr>
      <dsp:style>
        <a:lnRef idx="1">
          <a:scrgbClr r="0" g="0" b="0"/>
        </a:lnRef>
        <a:fillRef idx="1">
          <a:scrgbClr r="0" g="0" b="0"/>
        </a:fillRef>
        <a:effectRef idx="0">
          <a:scrgbClr r="0" g="0" b="0"/>
        </a:effectRef>
        <a:fontRef idx="minor"/>
      </dsp:style>
      <dsp:txBody>
        <a:bodyPr spcFirstLastPara="0" vert="horz" wrap="square" lIns="30480" tIns="30480" rIns="30480" bIns="30480" numCol="1" spcCol="1270" anchor="ctr" anchorCtr="0">
          <a:noAutofit/>
        </a:bodyPr>
        <a:lstStyle/>
        <a:p>
          <a:pPr marL="57150" lvl="1" indent="-57150" algn="l" defTabSz="355600" rtl="0">
            <a:lnSpc>
              <a:spcPct val="90000"/>
            </a:lnSpc>
            <a:spcBef>
              <a:spcPct val="0"/>
            </a:spcBef>
            <a:spcAft>
              <a:spcPct val="15000"/>
            </a:spcAft>
            <a:buChar char="••"/>
          </a:pPr>
          <a:r>
            <a:rPr lang="en-US" sz="800" kern="1200" dirty="0">
              <a:solidFill>
                <a:sysClr val="windowText" lastClr="000000">
                  <a:hueOff val="0"/>
                  <a:satOff val="0"/>
                  <a:lumOff val="0"/>
                  <a:alphaOff val="0"/>
                </a:sysClr>
              </a:solidFill>
              <a:latin typeface="Rockwell"/>
              <a:ea typeface="+mn-ea"/>
              <a:cs typeface="+mn-cs"/>
            </a:rPr>
            <a:t>This is the ability to issue more than one instruction in every processor clock cycle. (In effect, multiple parallel pipelines are used.)</a:t>
          </a:r>
        </a:p>
      </dsp:txBody>
      <dsp:txXfrm>
        <a:off x="4911603" y="1584218"/>
        <a:ext cx="2644709" cy="725406"/>
      </dsp:txXfrm>
    </dsp:sp>
    <dsp:sp modelId="{B4AAA73C-1031-C544-BDD6-9B9C29452A80}">
      <dsp:nvSpPr>
        <dsp:cNvPr id="0" name=""/>
        <dsp:cNvSpPr/>
      </dsp:nvSpPr>
      <dsp:spPr>
        <a:xfrm>
          <a:off x="4911603" y="2309624"/>
          <a:ext cx="2644709" cy="725406"/>
        </a:xfrm>
        <a:prstGeom prst="rect">
          <a:avLst/>
        </a:prstGeom>
        <a:noFill/>
        <a:ln w="9525" cap="flat" cmpd="sng" algn="ctr">
          <a:noFill/>
          <a:prstDash val="solid"/>
        </a:ln>
        <a:effectLst/>
        <a:sp3d/>
      </dsp:spPr>
      <dsp:style>
        <a:lnRef idx="1">
          <a:scrgbClr r="0" g="0" b="0"/>
        </a:lnRef>
        <a:fillRef idx="1">
          <a:scrgbClr r="0" g="0" b="0"/>
        </a:fillRef>
        <a:effectRef idx="0">
          <a:scrgbClr r="0" g="0" b="0"/>
        </a:effectRef>
        <a:fontRef idx="minor"/>
      </dsp:style>
      <dsp:txBody>
        <a:bodyPr spcFirstLastPara="0" vert="horz" wrap="square" lIns="30480" tIns="30480" rIns="30480" bIns="30480" numCol="1" spcCol="1270" anchor="ctr" anchorCtr="0">
          <a:noAutofit/>
        </a:bodyPr>
        <a:lstStyle/>
        <a:p>
          <a:pPr marL="57150" lvl="1" indent="-57150" algn="l" defTabSz="355600" rtl="0">
            <a:lnSpc>
              <a:spcPct val="90000"/>
            </a:lnSpc>
            <a:spcBef>
              <a:spcPct val="0"/>
            </a:spcBef>
            <a:spcAft>
              <a:spcPct val="15000"/>
            </a:spcAft>
            <a:buChar char="••"/>
          </a:pPr>
          <a:r>
            <a:rPr lang="en-US" sz="800" kern="1200" dirty="0">
              <a:solidFill>
                <a:sysClr val="windowText" lastClr="000000">
                  <a:hueOff val="0"/>
                  <a:satOff val="0"/>
                  <a:lumOff val="0"/>
                  <a:alphaOff val="0"/>
                </a:sysClr>
              </a:solidFill>
              <a:latin typeface="Rockwell"/>
              <a:ea typeface="+mn-ea"/>
              <a:cs typeface="+mn-cs"/>
            </a:rPr>
            <a:t>Processor analyzes which instructions are dependent on each other’s results, or data, to create an optimized schedule of instructions</a:t>
          </a:r>
        </a:p>
      </dsp:txBody>
      <dsp:txXfrm>
        <a:off x="4911603" y="2309624"/>
        <a:ext cx="2644709" cy="725406"/>
      </dsp:txXfrm>
    </dsp:sp>
    <dsp:sp modelId="{BB5D0C00-E641-934E-AE39-CCC5D85D9568}">
      <dsp:nvSpPr>
        <dsp:cNvPr id="0" name=""/>
        <dsp:cNvSpPr/>
      </dsp:nvSpPr>
      <dsp:spPr>
        <a:xfrm>
          <a:off x="4911603" y="3035030"/>
          <a:ext cx="2644709" cy="725406"/>
        </a:xfrm>
        <a:prstGeom prst="rect">
          <a:avLst/>
        </a:prstGeom>
        <a:noFill/>
        <a:ln w="9525" cap="flat" cmpd="sng" algn="ctr">
          <a:noFill/>
          <a:prstDash val="solid"/>
        </a:ln>
        <a:effectLst/>
        <a:sp3d/>
      </dsp:spPr>
      <dsp:style>
        <a:lnRef idx="1">
          <a:scrgbClr r="0" g="0" b="0"/>
        </a:lnRef>
        <a:fillRef idx="1">
          <a:scrgbClr r="0" g="0" b="0"/>
        </a:fillRef>
        <a:effectRef idx="0">
          <a:scrgbClr r="0" g="0" b="0"/>
        </a:effectRef>
        <a:fontRef idx="minor"/>
      </dsp:style>
      <dsp:txBody>
        <a:bodyPr spcFirstLastPara="0" vert="horz" wrap="square" lIns="30480" tIns="30480" rIns="30480" bIns="30480" numCol="1" spcCol="1270" anchor="ctr" anchorCtr="0">
          <a:noAutofit/>
        </a:bodyPr>
        <a:lstStyle/>
        <a:p>
          <a:pPr marL="57150" lvl="1" indent="-57150" algn="l" defTabSz="355600" rtl="0">
            <a:lnSpc>
              <a:spcPct val="90000"/>
            </a:lnSpc>
            <a:spcBef>
              <a:spcPct val="0"/>
            </a:spcBef>
            <a:spcAft>
              <a:spcPct val="15000"/>
            </a:spcAft>
            <a:buChar char="••"/>
          </a:pPr>
          <a:r>
            <a:rPr lang="en-US" sz="800" kern="1200" dirty="0">
              <a:solidFill>
                <a:sysClr val="windowText" lastClr="000000">
                  <a:hueOff val="0"/>
                  <a:satOff val="0"/>
                  <a:lumOff val="0"/>
                  <a:alphaOff val="0"/>
                </a:sysClr>
              </a:solidFill>
              <a:latin typeface="Rockwell"/>
              <a:ea typeface="+mn-ea"/>
              <a:cs typeface="+mn-cs"/>
            </a:rPr>
            <a:t>Using branch prediction and data flow analysis, some processors speculatively execute instructions ahead of their actual appearance in the program execution, holding the results in temporary locations, keeping execution engines as busy as possible</a:t>
          </a:r>
        </a:p>
      </dsp:txBody>
      <dsp:txXfrm>
        <a:off x="4911603" y="3035030"/>
        <a:ext cx="2644709" cy="72540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4E1869E-B08B-E84C-BE54-79A5CFDF5A04}">
      <dsp:nvSpPr>
        <dsp:cNvPr id="0" name=""/>
        <dsp:cNvSpPr/>
      </dsp:nvSpPr>
      <dsp:spPr>
        <a:xfrm>
          <a:off x="3012701" y="0"/>
          <a:ext cx="3226668" cy="3226668"/>
        </a:xfrm>
        <a:prstGeom prst="triangle">
          <a:avLst/>
        </a:prstGeom>
        <a:gradFill rotWithShape="0">
          <a:gsLst>
            <a:gs pos="0">
              <a:srgbClr val="666699">
                <a:hueOff val="0"/>
                <a:satOff val="0"/>
                <a:lumOff val="0"/>
                <a:alphaOff val="0"/>
                <a:shade val="40000"/>
                <a:alpha val="100000"/>
                <a:satMod val="150000"/>
                <a:lumMod val="100000"/>
              </a:srgbClr>
            </a:gs>
            <a:gs pos="100000">
              <a:srgbClr val="666699">
                <a:hueOff val="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41910" tIns="41910" rIns="41910" bIns="41910" numCol="1" spcCol="1270" anchor="ctr" anchorCtr="0">
          <a:noAutofit/>
        </a:bodyPr>
        <a:lstStyle/>
        <a:p>
          <a:pPr lvl="0" algn="ctr" defTabSz="488950" rtl="0">
            <a:lnSpc>
              <a:spcPct val="90000"/>
            </a:lnSpc>
            <a:spcBef>
              <a:spcPct val="0"/>
            </a:spcBef>
            <a:spcAft>
              <a:spcPct val="35000"/>
            </a:spcAft>
          </a:pPr>
          <a:r>
            <a:rPr lang="en-US" sz="1100" b="1" kern="1200" dirty="0">
              <a:solidFill>
                <a:srgbClr val="663366">
                  <a:lumMod val="50000"/>
                </a:srgbClr>
              </a:solidFill>
              <a:effectLst/>
              <a:latin typeface="Rockwell"/>
              <a:ea typeface="+mn-ea"/>
              <a:cs typeface="+mn-cs"/>
            </a:rPr>
            <a:t>Increase the number of bits that are retrieved at one time by making DRAMs “wider” rather than “deeper” and by using wide bus data paths</a:t>
          </a:r>
        </a:p>
      </dsp:txBody>
      <dsp:txXfrm>
        <a:off x="3819368" y="1613334"/>
        <a:ext cx="1613334" cy="1613334"/>
      </dsp:txXfrm>
    </dsp:sp>
    <dsp:sp modelId="{4A58DB61-09B5-E94D-AEC1-6280D22B2A8E}">
      <dsp:nvSpPr>
        <dsp:cNvPr id="0" name=""/>
        <dsp:cNvSpPr/>
      </dsp:nvSpPr>
      <dsp:spPr>
        <a:xfrm>
          <a:off x="1399367" y="3226668"/>
          <a:ext cx="3226668" cy="3226668"/>
        </a:xfrm>
        <a:prstGeom prst="triangle">
          <a:avLst/>
        </a:prstGeom>
        <a:gradFill rotWithShape="0">
          <a:gsLst>
            <a:gs pos="0">
              <a:srgbClr val="666699">
                <a:hueOff val="-3600000"/>
                <a:satOff val="0"/>
                <a:lumOff val="0"/>
                <a:alphaOff val="0"/>
                <a:shade val="40000"/>
                <a:alpha val="100000"/>
                <a:satMod val="150000"/>
                <a:lumMod val="100000"/>
              </a:srgbClr>
            </a:gs>
            <a:gs pos="100000">
              <a:srgbClr val="666699">
                <a:hueOff val="-360000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41910" tIns="41910" rIns="41910" bIns="41910" numCol="1" spcCol="1270" anchor="ctr" anchorCtr="0">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1100" b="1" kern="1200" dirty="0">
              <a:solidFill>
                <a:srgbClr val="663366">
                  <a:lumMod val="50000"/>
                </a:srgbClr>
              </a:solidFill>
              <a:effectLst/>
              <a:latin typeface="Rockwell"/>
              <a:ea typeface="+mn-ea"/>
              <a:cs typeface="+mn-cs"/>
            </a:rPr>
            <a:t>Change the DRAM interface to make it more efficient by including a cache or other buffering scheme on the DRAM chip</a:t>
          </a:r>
        </a:p>
        <a:p>
          <a:pPr lvl="0" algn="ctr" defTabSz="533400" rtl="0">
            <a:lnSpc>
              <a:spcPct val="90000"/>
            </a:lnSpc>
            <a:spcBef>
              <a:spcPct val="0"/>
            </a:spcBef>
            <a:spcAft>
              <a:spcPct val="35000"/>
            </a:spcAft>
          </a:pPr>
          <a:endParaRPr lang="en-US" sz="1100" b="0" kern="1200" dirty="0">
            <a:solidFill>
              <a:srgbClr val="663366">
                <a:lumMod val="50000"/>
              </a:srgbClr>
            </a:solidFill>
            <a:effectLst/>
            <a:latin typeface="Rockwell"/>
            <a:ea typeface="+mn-ea"/>
            <a:cs typeface="+mn-cs"/>
          </a:endParaRPr>
        </a:p>
      </dsp:txBody>
      <dsp:txXfrm>
        <a:off x="2206034" y="4840002"/>
        <a:ext cx="1613334" cy="1613334"/>
      </dsp:txXfrm>
    </dsp:sp>
    <dsp:sp modelId="{200ABC57-7D7F-C84D-A1A6-CF6A59C98A27}">
      <dsp:nvSpPr>
        <dsp:cNvPr id="0" name=""/>
        <dsp:cNvSpPr/>
      </dsp:nvSpPr>
      <dsp:spPr>
        <a:xfrm rot="10800000">
          <a:off x="3012701" y="3226668"/>
          <a:ext cx="3226668" cy="3226668"/>
        </a:xfrm>
        <a:prstGeom prst="triangle">
          <a:avLst/>
        </a:prstGeom>
        <a:gradFill rotWithShape="0">
          <a:gsLst>
            <a:gs pos="0">
              <a:srgbClr val="666699">
                <a:hueOff val="-7200000"/>
                <a:satOff val="0"/>
                <a:lumOff val="0"/>
                <a:alphaOff val="0"/>
                <a:shade val="40000"/>
                <a:alpha val="100000"/>
                <a:satMod val="150000"/>
                <a:lumMod val="100000"/>
              </a:srgbClr>
            </a:gs>
            <a:gs pos="100000">
              <a:srgbClr val="666699">
                <a:hueOff val="-720000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41910" tIns="41910" rIns="41910" bIns="41910" numCol="1" spcCol="1270" anchor="ctr" anchorCtr="0">
          <a:noAutofit/>
        </a:bodyPr>
        <a:lstStyle/>
        <a:p>
          <a:pPr lvl="0" algn="ctr" defTabSz="488950" rtl="0">
            <a:lnSpc>
              <a:spcPct val="90000"/>
            </a:lnSpc>
            <a:spcBef>
              <a:spcPct val="0"/>
            </a:spcBef>
            <a:spcAft>
              <a:spcPct val="35000"/>
            </a:spcAft>
          </a:pPr>
          <a:r>
            <a:rPr lang="en-US" sz="1100" b="1" kern="1200" dirty="0">
              <a:solidFill>
                <a:srgbClr val="663366">
                  <a:lumMod val="50000"/>
                </a:srgbClr>
              </a:solidFill>
              <a:effectLst/>
              <a:latin typeface="Rockwell"/>
              <a:ea typeface="+mn-ea"/>
              <a:cs typeface="+mn-cs"/>
            </a:rPr>
            <a:t>Reduce the frequency of memory access by incorporating increasingly complex and efficient cache structures between the processor and main memory</a:t>
          </a:r>
        </a:p>
      </dsp:txBody>
      <dsp:txXfrm rot="10800000">
        <a:off x="3819368" y="3226668"/>
        <a:ext cx="1613334" cy="1613334"/>
      </dsp:txXfrm>
    </dsp:sp>
    <dsp:sp modelId="{4CEF2A95-22F9-8B4C-8350-C2D662044B6C}">
      <dsp:nvSpPr>
        <dsp:cNvPr id="0" name=""/>
        <dsp:cNvSpPr/>
      </dsp:nvSpPr>
      <dsp:spPr>
        <a:xfrm>
          <a:off x="4554322" y="3226668"/>
          <a:ext cx="3370093" cy="3226668"/>
        </a:xfrm>
        <a:prstGeom prst="triangle">
          <a:avLst/>
        </a:prstGeom>
        <a:gradFill rotWithShape="0">
          <a:gsLst>
            <a:gs pos="0">
              <a:srgbClr val="666699">
                <a:hueOff val="-10800000"/>
                <a:satOff val="0"/>
                <a:lumOff val="0"/>
                <a:alphaOff val="0"/>
                <a:shade val="40000"/>
                <a:alpha val="100000"/>
                <a:satMod val="150000"/>
                <a:lumMod val="100000"/>
              </a:srgbClr>
            </a:gs>
            <a:gs pos="100000">
              <a:srgbClr val="666699">
                <a:hueOff val="-1080000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41910" tIns="41910" rIns="41910" bIns="41910" numCol="1" spcCol="1270" anchor="ctr" anchorCtr="0">
          <a:noAutofit/>
        </a:bodyPr>
        <a:lstStyle/>
        <a:p>
          <a:pPr lvl="0" algn="ctr" defTabSz="488950" rtl="0">
            <a:lnSpc>
              <a:spcPct val="90000"/>
            </a:lnSpc>
            <a:spcBef>
              <a:spcPct val="0"/>
            </a:spcBef>
            <a:spcAft>
              <a:spcPct val="35000"/>
            </a:spcAft>
          </a:pPr>
          <a:r>
            <a:rPr lang="en-US" sz="1100" b="1" kern="1200" dirty="0">
              <a:solidFill>
                <a:srgbClr val="663366">
                  <a:lumMod val="50000"/>
                </a:srgbClr>
              </a:solidFill>
              <a:effectLst/>
              <a:latin typeface="Rockwell"/>
              <a:ea typeface="+mn-ea"/>
              <a:cs typeface="+mn-cs"/>
            </a:rPr>
            <a:t>Increase the interconnect bandwidth between processors and memory by using higher speed buses and a hierarchy of buses to buffer and structure data flow</a:t>
          </a:r>
        </a:p>
      </dsp:txBody>
      <dsp:txXfrm>
        <a:off x="5396845" y="4840002"/>
        <a:ext cx="1685047" cy="161333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85D9B43-A645-1046-AAFB-474175001081}">
      <dsp:nvSpPr>
        <dsp:cNvPr id="0" name=""/>
        <dsp:cNvSpPr/>
      </dsp:nvSpPr>
      <dsp:spPr>
        <a:xfrm>
          <a:off x="198421" y="1479145"/>
          <a:ext cx="4437435" cy="4437435"/>
        </a:xfrm>
        <a:prstGeom prst="ellipse">
          <a:avLst/>
        </a:prstGeom>
        <a:gradFill rotWithShape="0">
          <a:gsLst>
            <a:gs pos="0">
              <a:srgbClr val="330F42">
                <a:shade val="50000"/>
                <a:hueOff val="-237266"/>
                <a:satOff val="-33833"/>
                <a:lumOff val="33505"/>
                <a:alphaOff val="0"/>
                <a:shade val="40000"/>
                <a:alpha val="100000"/>
                <a:satMod val="150000"/>
                <a:lumMod val="100000"/>
              </a:srgbClr>
            </a:gs>
            <a:gs pos="100000">
              <a:srgbClr val="330F42">
                <a:shade val="50000"/>
                <a:hueOff val="-237266"/>
                <a:satOff val="-33833"/>
                <a:lumOff val="33505"/>
                <a:alphaOff val="0"/>
                <a:tint val="70000"/>
                <a:shade val="100000"/>
                <a:alpha val="100000"/>
                <a:satMod val="200000"/>
                <a:lumMod val="100000"/>
              </a:srgbClr>
            </a:gs>
          </a:gsLst>
          <a:lin ang="5400000" scaled="1"/>
        </a:gradFill>
        <a:ln w="12700" cap="flat" cmpd="sng" algn="ctr">
          <a:solidFill>
            <a:sysClr val="window" lastClr="FFFFFF">
              <a:hueOff val="0"/>
              <a:satOff val="0"/>
              <a:lumOff val="0"/>
              <a:alphaOff val="0"/>
            </a:sysClr>
          </a:solidFill>
          <a:prstDash val="solid"/>
        </a:ln>
        <a:effectLst>
          <a:innerShdw blurRad="50800" dist="25400" dir="13500000">
            <a:srgbClr val="FFFFFF">
              <a:alpha val="75000"/>
            </a:srgbClr>
          </a:innerShdw>
          <a:outerShdw blurRad="63500" dist="25400" dir="5400000" rotWithShape="0">
            <a:srgbClr val="808080">
              <a:alpha val="75000"/>
            </a:srgbClr>
          </a:outerShdw>
        </a:effectLst>
        <a:scene3d>
          <a:camera prst="orthographicFront"/>
          <a:lightRig rig="threePt" dir="t">
            <a:rot lat="0" lon="0" rev="7500000"/>
          </a:lightRig>
        </a:scene3d>
        <a:sp3d prstMaterial="plastic">
          <a:bevelT w="127000" h="25400" prst="relaxedInset"/>
        </a:sp3d>
      </dsp:spPr>
      <dsp:style>
        <a:lnRef idx="1">
          <a:scrgbClr r="0" g="0" b="0"/>
        </a:lnRef>
        <a:fillRef idx="3">
          <a:scrgbClr r="0" g="0" b="0"/>
        </a:fillRef>
        <a:effectRef idx="2">
          <a:scrgbClr r="0" g="0" b="0"/>
        </a:effectRef>
        <a:fontRef idx="minor">
          <a:schemeClr val="lt1"/>
        </a:fontRef>
      </dsp:style>
    </dsp:sp>
    <dsp:sp modelId="{09E5408D-8A11-C349-983A-FF27A4CD0E3B}">
      <dsp:nvSpPr>
        <dsp:cNvPr id="0" name=""/>
        <dsp:cNvSpPr/>
      </dsp:nvSpPr>
      <dsp:spPr>
        <a:xfrm>
          <a:off x="832604" y="2113328"/>
          <a:ext cx="3169068" cy="3169068"/>
        </a:xfrm>
        <a:prstGeom prst="ellipse">
          <a:avLst/>
        </a:prstGeom>
        <a:gradFill rotWithShape="0">
          <a:gsLst>
            <a:gs pos="0">
              <a:srgbClr val="330F42">
                <a:shade val="50000"/>
                <a:hueOff val="-474532"/>
                <a:satOff val="-67666"/>
                <a:lumOff val="67010"/>
                <a:alphaOff val="0"/>
                <a:shade val="40000"/>
                <a:alpha val="100000"/>
                <a:satMod val="150000"/>
                <a:lumMod val="100000"/>
              </a:srgbClr>
            </a:gs>
            <a:gs pos="100000">
              <a:srgbClr val="330F42">
                <a:shade val="50000"/>
                <a:hueOff val="-474532"/>
                <a:satOff val="-67666"/>
                <a:lumOff val="67010"/>
                <a:alphaOff val="0"/>
                <a:tint val="70000"/>
                <a:shade val="100000"/>
                <a:alpha val="100000"/>
                <a:satMod val="200000"/>
                <a:lumMod val="100000"/>
              </a:srgbClr>
            </a:gs>
          </a:gsLst>
          <a:lin ang="5400000" scaled="1"/>
        </a:gradFill>
        <a:ln w="12700" cap="flat" cmpd="sng" algn="ctr">
          <a:solidFill>
            <a:sysClr val="window" lastClr="FFFFFF">
              <a:hueOff val="0"/>
              <a:satOff val="0"/>
              <a:lumOff val="0"/>
              <a:alphaOff val="0"/>
            </a:sysClr>
          </a:solidFill>
          <a:prstDash val="solid"/>
        </a:ln>
        <a:effectLst>
          <a:innerShdw blurRad="50800" dist="25400" dir="13500000">
            <a:srgbClr val="FFFFFF">
              <a:alpha val="75000"/>
            </a:srgbClr>
          </a:innerShdw>
          <a:outerShdw blurRad="63500" dist="25400" dir="5400000" rotWithShape="0">
            <a:srgbClr val="808080">
              <a:alpha val="75000"/>
            </a:srgbClr>
          </a:outerShdw>
        </a:effectLst>
        <a:scene3d>
          <a:camera prst="orthographicFront"/>
          <a:lightRig rig="threePt" dir="t">
            <a:rot lat="0" lon="0" rev="7500000"/>
          </a:lightRig>
        </a:scene3d>
        <a:sp3d prstMaterial="plastic">
          <a:bevelT w="127000" h="25400" prst="relaxedInset"/>
        </a:sp3d>
      </dsp:spPr>
      <dsp:style>
        <a:lnRef idx="1">
          <a:scrgbClr r="0" g="0" b="0"/>
        </a:lnRef>
        <a:fillRef idx="3">
          <a:scrgbClr r="0" g="0" b="0"/>
        </a:fillRef>
        <a:effectRef idx="2">
          <a:scrgbClr r="0" g="0" b="0"/>
        </a:effectRef>
        <a:fontRef idx="minor">
          <a:schemeClr val="lt1"/>
        </a:fontRef>
      </dsp:style>
    </dsp:sp>
    <dsp:sp modelId="{EAFBFBDD-6B2F-6542-A0F4-55DD8CB829AA}">
      <dsp:nvSpPr>
        <dsp:cNvPr id="0" name=""/>
        <dsp:cNvSpPr/>
      </dsp:nvSpPr>
      <dsp:spPr>
        <a:xfrm>
          <a:off x="1466418" y="2747142"/>
          <a:ext cx="1901440" cy="1901440"/>
        </a:xfrm>
        <a:prstGeom prst="ellipse">
          <a:avLst/>
        </a:prstGeom>
        <a:gradFill rotWithShape="0">
          <a:gsLst>
            <a:gs pos="0">
              <a:srgbClr val="330F42">
                <a:shade val="50000"/>
                <a:hueOff val="-237266"/>
                <a:satOff val="-33833"/>
                <a:lumOff val="33505"/>
                <a:alphaOff val="0"/>
                <a:shade val="40000"/>
                <a:alpha val="100000"/>
                <a:satMod val="150000"/>
                <a:lumMod val="100000"/>
              </a:srgbClr>
            </a:gs>
            <a:gs pos="100000">
              <a:srgbClr val="330F42">
                <a:shade val="50000"/>
                <a:hueOff val="-237266"/>
                <a:satOff val="-33833"/>
                <a:lumOff val="33505"/>
                <a:alphaOff val="0"/>
                <a:tint val="70000"/>
                <a:shade val="100000"/>
                <a:alpha val="100000"/>
                <a:satMod val="200000"/>
                <a:lumMod val="100000"/>
              </a:srgbClr>
            </a:gs>
          </a:gsLst>
          <a:lin ang="5400000" scaled="1"/>
        </a:gradFill>
        <a:ln w="12700" cap="flat" cmpd="sng" algn="ctr">
          <a:solidFill>
            <a:sysClr val="window" lastClr="FFFFFF">
              <a:hueOff val="0"/>
              <a:satOff val="0"/>
              <a:lumOff val="0"/>
              <a:alphaOff val="0"/>
            </a:sysClr>
          </a:solidFill>
          <a:prstDash val="solid"/>
        </a:ln>
        <a:effectLst>
          <a:innerShdw blurRad="50800" dist="25400" dir="13500000">
            <a:srgbClr val="FFFFFF">
              <a:alpha val="75000"/>
            </a:srgbClr>
          </a:innerShdw>
          <a:outerShdw blurRad="63500" dist="25400" dir="5400000" rotWithShape="0">
            <a:srgbClr val="808080">
              <a:alpha val="75000"/>
            </a:srgbClr>
          </a:outerShdw>
        </a:effectLst>
        <a:scene3d>
          <a:camera prst="orthographicFront"/>
          <a:lightRig rig="threePt" dir="t">
            <a:rot lat="0" lon="0" rev="7500000"/>
          </a:lightRig>
        </a:scene3d>
        <a:sp3d prstMaterial="plastic">
          <a:bevelT w="127000" h="25400" prst="relaxedInset"/>
        </a:sp3d>
      </dsp:spPr>
      <dsp:style>
        <a:lnRef idx="1">
          <a:scrgbClr r="0" g="0" b="0"/>
        </a:lnRef>
        <a:fillRef idx="3">
          <a:scrgbClr r="0" g="0" b="0"/>
        </a:fillRef>
        <a:effectRef idx="2">
          <a:scrgbClr r="0" g="0" b="0"/>
        </a:effectRef>
        <a:fontRef idx="minor">
          <a:schemeClr val="lt1"/>
        </a:fontRef>
      </dsp:style>
    </dsp:sp>
    <dsp:sp modelId="{CAE743AE-6431-1E40-A97F-5F24D5B60547}">
      <dsp:nvSpPr>
        <dsp:cNvPr id="0" name=""/>
        <dsp:cNvSpPr/>
      </dsp:nvSpPr>
      <dsp:spPr>
        <a:xfrm>
          <a:off x="2100232" y="3380955"/>
          <a:ext cx="633813" cy="633813"/>
        </a:xfrm>
        <a:prstGeom prst="ellipse">
          <a:avLst/>
        </a:prstGeom>
        <a:gradFill rotWithShape="0">
          <a:gsLst>
            <a:gs pos="0">
              <a:srgbClr val="330F42">
                <a:shade val="50000"/>
                <a:hueOff val="0"/>
                <a:satOff val="0"/>
                <a:lumOff val="0"/>
                <a:alphaOff val="0"/>
                <a:shade val="40000"/>
                <a:alpha val="100000"/>
                <a:satMod val="150000"/>
                <a:lumMod val="100000"/>
              </a:srgbClr>
            </a:gs>
            <a:gs pos="100000">
              <a:srgbClr val="330F42">
                <a:shade val="50000"/>
                <a:hueOff val="0"/>
                <a:satOff val="0"/>
                <a:lumOff val="0"/>
                <a:alphaOff val="0"/>
                <a:tint val="70000"/>
                <a:shade val="100000"/>
                <a:alpha val="100000"/>
                <a:satMod val="200000"/>
                <a:lumMod val="100000"/>
              </a:srgbClr>
            </a:gs>
          </a:gsLst>
          <a:lin ang="5400000" scaled="1"/>
        </a:gradFill>
        <a:ln w="12700" cap="flat" cmpd="sng" algn="ctr">
          <a:solidFill>
            <a:sysClr val="window" lastClr="FFFFFF">
              <a:hueOff val="0"/>
              <a:satOff val="0"/>
              <a:lumOff val="0"/>
              <a:alphaOff val="0"/>
            </a:sysClr>
          </a:solidFill>
          <a:prstDash val="solid"/>
        </a:ln>
        <a:effectLst>
          <a:innerShdw blurRad="50800" dist="25400" dir="13500000">
            <a:srgbClr val="FFFFFF">
              <a:alpha val="75000"/>
            </a:srgbClr>
          </a:innerShdw>
          <a:outerShdw blurRad="63500" dist="25400" dir="5400000" rotWithShape="0">
            <a:srgbClr val="808080">
              <a:alpha val="75000"/>
            </a:srgbClr>
          </a:outerShdw>
        </a:effectLst>
        <a:scene3d>
          <a:camera prst="orthographicFront"/>
          <a:lightRig rig="threePt" dir="t">
            <a:rot lat="0" lon="0" rev="7500000"/>
          </a:lightRig>
        </a:scene3d>
        <a:sp3d prstMaterial="plastic">
          <a:bevelT w="127000" h="25400" prst="relaxedInset"/>
        </a:sp3d>
      </dsp:spPr>
      <dsp:style>
        <a:lnRef idx="1">
          <a:scrgbClr r="0" g="0" b="0"/>
        </a:lnRef>
        <a:fillRef idx="3">
          <a:scrgbClr r="0" g="0" b="0"/>
        </a:fillRef>
        <a:effectRef idx="2">
          <a:scrgbClr r="0" g="0" b="0"/>
        </a:effectRef>
        <a:fontRef idx="minor">
          <a:schemeClr val="lt1"/>
        </a:fontRef>
      </dsp:style>
    </dsp:sp>
    <dsp:sp modelId="{AB119BD4-C127-B449-BD7B-2FB3093D572E}">
      <dsp:nvSpPr>
        <dsp:cNvPr id="0" name=""/>
        <dsp:cNvSpPr/>
      </dsp:nvSpPr>
      <dsp:spPr>
        <a:xfrm>
          <a:off x="5375429" y="0"/>
          <a:ext cx="2218717" cy="10612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44" tIns="15240" rIns="15240" bIns="15240" numCol="1" spcCol="1270" anchor="ctr" anchorCtr="0">
          <a:noAutofit/>
        </a:bodyPr>
        <a:lstStyle/>
        <a:p>
          <a:pPr lvl="0" algn="l" defTabSz="533400" rtl="0">
            <a:lnSpc>
              <a:spcPct val="90000"/>
            </a:lnSpc>
            <a:spcBef>
              <a:spcPct val="0"/>
            </a:spcBef>
            <a:spcAft>
              <a:spcPct val="35000"/>
            </a:spcAft>
          </a:pPr>
          <a:r>
            <a:rPr lang="en-US" sz="1200" kern="1200" dirty="0">
              <a:solidFill>
                <a:sysClr val="windowText" lastClr="000000">
                  <a:hueOff val="0"/>
                  <a:satOff val="0"/>
                  <a:lumOff val="0"/>
                  <a:alphaOff val="0"/>
                </a:sysClr>
              </a:solidFill>
              <a:latin typeface="Rockwell"/>
              <a:ea typeface="+mn-ea"/>
              <a:cs typeface="+mn-cs"/>
            </a:rPr>
            <a:t>The use of multiple processors on the same chip provides the potential to increase performance without increasing the clock rate</a:t>
          </a:r>
        </a:p>
      </dsp:txBody>
      <dsp:txXfrm>
        <a:off x="5375429" y="0"/>
        <a:ext cx="2218717" cy="1061286"/>
      </dsp:txXfrm>
    </dsp:sp>
    <dsp:sp modelId="{34B48968-EEAE-C24A-A838-020141B43AD6}">
      <dsp:nvSpPr>
        <dsp:cNvPr id="0" name=""/>
        <dsp:cNvSpPr/>
      </dsp:nvSpPr>
      <dsp:spPr>
        <a:xfrm>
          <a:off x="4820749" y="530643"/>
          <a:ext cx="554679" cy="0"/>
        </a:xfrm>
        <a:prstGeom prst="line">
          <a:avLst/>
        </a:prstGeom>
        <a:solidFill>
          <a:srgbClr val="330F42">
            <a:hueOff val="0"/>
            <a:satOff val="0"/>
            <a:lumOff val="0"/>
            <a:alphaOff val="0"/>
          </a:srgbClr>
        </a:solidFill>
        <a:ln w="25400" cap="flat" cmpd="sng" algn="ctr">
          <a:solidFill>
            <a:srgbClr val="330F42">
              <a:hueOff val="0"/>
              <a:satOff val="0"/>
              <a:lumOff val="0"/>
              <a:alphaOff val="0"/>
            </a:srgbClr>
          </a:solidFill>
          <a:prstDash val="solid"/>
        </a:ln>
        <a:effectLst/>
        <a:scene3d>
          <a:camera prst="orthographicFront"/>
          <a:lightRig rig="threePt" dir="t">
            <a:rot lat="0" lon="0" rev="7500000"/>
          </a:lightRig>
        </a:scene3d>
        <a:sp3d z="127000" prstMaterial="matte"/>
      </dsp:spPr>
      <dsp:style>
        <a:lnRef idx="2">
          <a:scrgbClr r="0" g="0" b="0"/>
        </a:lnRef>
        <a:fillRef idx="1">
          <a:scrgbClr r="0" g="0" b="0"/>
        </a:fillRef>
        <a:effectRef idx="0">
          <a:scrgbClr r="0" g="0" b="0"/>
        </a:effectRef>
        <a:fontRef idx="minor"/>
      </dsp:style>
    </dsp:sp>
    <dsp:sp modelId="{DDA5D090-4EDE-CC46-88A9-94E77850F40F}">
      <dsp:nvSpPr>
        <dsp:cNvPr id="0" name=""/>
        <dsp:cNvSpPr/>
      </dsp:nvSpPr>
      <dsp:spPr>
        <a:xfrm rot="5400000">
          <a:off x="2032561" y="880091"/>
          <a:ext cx="3135787" cy="2440589"/>
        </a:xfrm>
        <a:prstGeom prst="line">
          <a:avLst/>
        </a:prstGeom>
        <a:solidFill>
          <a:srgbClr val="330F42">
            <a:hueOff val="0"/>
            <a:satOff val="0"/>
            <a:lumOff val="0"/>
            <a:alphaOff val="0"/>
          </a:srgbClr>
        </a:solidFill>
        <a:ln w="25400" cap="flat" cmpd="sng" algn="ctr">
          <a:solidFill>
            <a:srgbClr val="330F42">
              <a:hueOff val="0"/>
              <a:satOff val="0"/>
              <a:lumOff val="0"/>
              <a:alphaOff val="0"/>
            </a:srgbClr>
          </a:solidFill>
          <a:prstDash val="solid"/>
        </a:ln>
        <a:effectLst/>
        <a:scene3d>
          <a:camera prst="orthographicFront"/>
          <a:lightRig rig="threePt" dir="t">
            <a:rot lat="0" lon="0" rev="7500000"/>
          </a:lightRig>
        </a:scene3d>
        <a:sp3d z="127000" prstMaterial="matte"/>
      </dsp:spPr>
      <dsp:style>
        <a:lnRef idx="2">
          <a:scrgbClr r="0" g="0" b="0"/>
        </a:lnRef>
        <a:fillRef idx="1">
          <a:scrgbClr r="0" g="0" b="0"/>
        </a:fillRef>
        <a:effectRef idx="0">
          <a:scrgbClr r="0" g="0" b="0"/>
        </a:effectRef>
        <a:fontRef idx="minor"/>
      </dsp:style>
    </dsp:sp>
    <dsp:sp modelId="{513BC700-EE34-1A44-899C-A6CEEACA89E1}">
      <dsp:nvSpPr>
        <dsp:cNvPr id="0" name=""/>
        <dsp:cNvSpPr/>
      </dsp:nvSpPr>
      <dsp:spPr>
        <a:xfrm>
          <a:off x="5375429" y="1061286"/>
          <a:ext cx="2218717" cy="10612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44" tIns="15240" rIns="15240" bIns="15240" numCol="1" spcCol="1270" anchor="ctr" anchorCtr="0">
          <a:noAutofit/>
        </a:bodyPr>
        <a:lstStyle/>
        <a:p>
          <a:pPr lvl="0" algn="l" defTabSz="533400" rtl="0">
            <a:lnSpc>
              <a:spcPct val="90000"/>
            </a:lnSpc>
            <a:spcBef>
              <a:spcPct val="0"/>
            </a:spcBef>
            <a:spcAft>
              <a:spcPct val="35000"/>
            </a:spcAft>
          </a:pPr>
          <a:r>
            <a:rPr lang="en-US" sz="1200" kern="1200" dirty="0">
              <a:solidFill>
                <a:sysClr val="windowText" lastClr="000000">
                  <a:hueOff val="0"/>
                  <a:satOff val="0"/>
                  <a:lumOff val="0"/>
                  <a:alphaOff val="0"/>
                </a:sysClr>
              </a:solidFill>
              <a:latin typeface="Rockwell"/>
              <a:ea typeface="+mn-ea"/>
              <a:cs typeface="+mn-cs"/>
            </a:rPr>
            <a:t>Strategy is to use two simpler processors on the chip rather than one more complex processor</a:t>
          </a:r>
        </a:p>
      </dsp:txBody>
      <dsp:txXfrm>
        <a:off x="5375429" y="1061286"/>
        <a:ext cx="2218717" cy="1061286"/>
      </dsp:txXfrm>
    </dsp:sp>
    <dsp:sp modelId="{CD79B02B-ADDF-1141-8C86-45D10350966D}">
      <dsp:nvSpPr>
        <dsp:cNvPr id="0" name=""/>
        <dsp:cNvSpPr/>
      </dsp:nvSpPr>
      <dsp:spPr>
        <a:xfrm>
          <a:off x="4820749" y="1591929"/>
          <a:ext cx="554679" cy="0"/>
        </a:xfrm>
        <a:prstGeom prst="line">
          <a:avLst/>
        </a:prstGeom>
        <a:solidFill>
          <a:srgbClr val="330F42">
            <a:hueOff val="0"/>
            <a:satOff val="0"/>
            <a:lumOff val="0"/>
            <a:alphaOff val="0"/>
          </a:srgbClr>
        </a:solidFill>
        <a:ln w="25400" cap="flat" cmpd="sng" algn="ctr">
          <a:solidFill>
            <a:srgbClr val="330F42">
              <a:hueOff val="0"/>
              <a:satOff val="0"/>
              <a:lumOff val="0"/>
              <a:alphaOff val="0"/>
            </a:srgbClr>
          </a:solidFill>
          <a:prstDash val="solid"/>
        </a:ln>
        <a:effectLst/>
        <a:scene3d>
          <a:camera prst="orthographicFront"/>
          <a:lightRig rig="threePt" dir="t">
            <a:rot lat="0" lon="0" rev="7500000"/>
          </a:lightRig>
        </a:scene3d>
        <a:sp3d z="127000" prstMaterial="matte"/>
      </dsp:spPr>
      <dsp:style>
        <a:lnRef idx="2">
          <a:scrgbClr r="0" g="0" b="0"/>
        </a:lnRef>
        <a:fillRef idx="1">
          <a:scrgbClr r="0" g="0" b="0"/>
        </a:fillRef>
        <a:effectRef idx="0">
          <a:scrgbClr r="0" g="0" b="0"/>
        </a:effectRef>
        <a:fontRef idx="minor"/>
      </dsp:style>
    </dsp:sp>
    <dsp:sp modelId="{816E5757-0CAD-CD46-B964-B653CB3D2F71}">
      <dsp:nvSpPr>
        <dsp:cNvPr id="0" name=""/>
        <dsp:cNvSpPr/>
      </dsp:nvSpPr>
      <dsp:spPr>
        <a:xfrm rot="5400000">
          <a:off x="2575407" y="1923997"/>
          <a:ext cx="2575191" cy="1911794"/>
        </a:xfrm>
        <a:prstGeom prst="line">
          <a:avLst/>
        </a:prstGeom>
        <a:solidFill>
          <a:srgbClr val="330F42">
            <a:hueOff val="0"/>
            <a:satOff val="0"/>
            <a:lumOff val="0"/>
            <a:alphaOff val="0"/>
          </a:srgbClr>
        </a:solidFill>
        <a:ln w="25400" cap="flat" cmpd="sng" algn="ctr">
          <a:solidFill>
            <a:srgbClr val="330F42">
              <a:hueOff val="0"/>
              <a:satOff val="0"/>
              <a:lumOff val="0"/>
              <a:alphaOff val="0"/>
            </a:srgbClr>
          </a:solidFill>
          <a:prstDash val="solid"/>
        </a:ln>
        <a:effectLst/>
        <a:scene3d>
          <a:camera prst="orthographicFront"/>
          <a:lightRig rig="threePt" dir="t">
            <a:rot lat="0" lon="0" rev="7500000"/>
          </a:lightRig>
        </a:scene3d>
        <a:sp3d z="127000" prstMaterial="matte"/>
      </dsp:spPr>
      <dsp:style>
        <a:lnRef idx="2">
          <a:scrgbClr r="0" g="0" b="0"/>
        </a:lnRef>
        <a:fillRef idx="1">
          <a:scrgbClr r="0" g="0" b="0"/>
        </a:fillRef>
        <a:effectRef idx="0">
          <a:scrgbClr r="0" g="0" b="0"/>
        </a:effectRef>
        <a:fontRef idx="minor"/>
      </dsp:style>
    </dsp:sp>
    <dsp:sp modelId="{64D028ED-D856-004F-82AE-25A1792DF594}">
      <dsp:nvSpPr>
        <dsp:cNvPr id="0" name=""/>
        <dsp:cNvSpPr/>
      </dsp:nvSpPr>
      <dsp:spPr>
        <a:xfrm>
          <a:off x="5375429" y="2122573"/>
          <a:ext cx="2218717" cy="10612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44" tIns="15240" rIns="15240" bIns="15240" numCol="1" spcCol="1270" anchor="ctr" anchorCtr="0">
          <a:noAutofit/>
        </a:bodyPr>
        <a:lstStyle/>
        <a:p>
          <a:pPr lvl="0" algn="l" defTabSz="533400" rtl="0">
            <a:lnSpc>
              <a:spcPct val="90000"/>
            </a:lnSpc>
            <a:spcBef>
              <a:spcPct val="0"/>
            </a:spcBef>
            <a:spcAft>
              <a:spcPct val="35000"/>
            </a:spcAft>
          </a:pPr>
          <a:r>
            <a:rPr lang="en-US" sz="1200" kern="1200" dirty="0">
              <a:solidFill>
                <a:sysClr val="windowText" lastClr="000000">
                  <a:hueOff val="0"/>
                  <a:satOff val="0"/>
                  <a:lumOff val="0"/>
                  <a:alphaOff val="0"/>
                </a:sysClr>
              </a:solidFill>
              <a:latin typeface="Rockwell"/>
              <a:ea typeface="+mn-ea"/>
              <a:cs typeface="+mn-cs"/>
            </a:rPr>
            <a:t>With two processors larger caches are justified</a:t>
          </a:r>
        </a:p>
      </dsp:txBody>
      <dsp:txXfrm>
        <a:off x="5375429" y="2122573"/>
        <a:ext cx="2218717" cy="1061286"/>
      </dsp:txXfrm>
    </dsp:sp>
    <dsp:sp modelId="{844D6AD4-814E-9A49-8479-BBC4355D2906}">
      <dsp:nvSpPr>
        <dsp:cNvPr id="0" name=""/>
        <dsp:cNvSpPr/>
      </dsp:nvSpPr>
      <dsp:spPr>
        <a:xfrm>
          <a:off x="4820749" y="2653216"/>
          <a:ext cx="554679" cy="0"/>
        </a:xfrm>
        <a:prstGeom prst="line">
          <a:avLst/>
        </a:prstGeom>
        <a:solidFill>
          <a:srgbClr val="330F42">
            <a:hueOff val="0"/>
            <a:satOff val="0"/>
            <a:lumOff val="0"/>
            <a:alphaOff val="0"/>
          </a:srgbClr>
        </a:solidFill>
        <a:ln w="25400" cap="flat" cmpd="sng" algn="ctr">
          <a:solidFill>
            <a:srgbClr val="330F42">
              <a:hueOff val="0"/>
              <a:satOff val="0"/>
              <a:lumOff val="0"/>
              <a:alphaOff val="0"/>
            </a:srgbClr>
          </a:solidFill>
          <a:prstDash val="solid"/>
        </a:ln>
        <a:effectLst/>
        <a:scene3d>
          <a:camera prst="orthographicFront"/>
          <a:lightRig rig="threePt" dir="t">
            <a:rot lat="0" lon="0" rev="7500000"/>
          </a:lightRig>
        </a:scene3d>
        <a:sp3d z="127000" prstMaterial="matte"/>
      </dsp:spPr>
      <dsp:style>
        <a:lnRef idx="2">
          <a:scrgbClr r="0" g="0" b="0"/>
        </a:lnRef>
        <a:fillRef idx="1">
          <a:scrgbClr r="0" g="0" b="0"/>
        </a:fillRef>
        <a:effectRef idx="0">
          <a:scrgbClr r="0" g="0" b="0"/>
        </a:effectRef>
        <a:fontRef idx="minor"/>
      </dsp:style>
    </dsp:sp>
    <dsp:sp modelId="{09E031DD-5B6F-B149-9EF5-9E627F32C5E0}">
      <dsp:nvSpPr>
        <dsp:cNvPr id="0" name=""/>
        <dsp:cNvSpPr/>
      </dsp:nvSpPr>
      <dsp:spPr>
        <a:xfrm rot="5400000">
          <a:off x="3100873" y="2896905"/>
          <a:ext cx="1964304" cy="1475447"/>
        </a:xfrm>
        <a:prstGeom prst="line">
          <a:avLst/>
        </a:prstGeom>
        <a:solidFill>
          <a:srgbClr val="330F42">
            <a:hueOff val="0"/>
            <a:satOff val="0"/>
            <a:lumOff val="0"/>
            <a:alphaOff val="0"/>
          </a:srgbClr>
        </a:solidFill>
        <a:ln w="25400" cap="flat" cmpd="sng" algn="ctr">
          <a:solidFill>
            <a:srgbClr val="330F42">
              <a:hueOff val="0"/>
              <a:satOff val="0"/>
              <a:lumOff val="0"/>
              <a:alphaOff val="0"/>
            </a:srgbClr>
          </a:solidFill>
          <a:prstDash val="solid"/>
        </a:ln>
        <a:effectLst/>
        <a:scene3d>
          <a:camera prst="orthographicFront"/>
          <a:lightRig rig="threePt" dir="t">
            <a:rot lat="0" lon="0" rev="7500000"/>
          </a:lightRig>
        </a:scene3d>
        <a:sp3d z="127000" prstMaterial="matte"/>
      </dsp:spPr>
      <dsp:style>
        <a:lnRef idx="2">
          <a:scrgbClr r="0" g="0" b="0"/>
        </a:lnRef>
        <a:fillRef idx="1">
          <a:scrgbClr r="0" g="0" b="0"/>
        </a:fillRef>
        <a:effectRef idx="0">
          <a:scrgbClr r="0" g="0" b="0"/>
        </a:effectRef>
        <a:fontRef idx="minor"/>
      </dsp:style>
    </dsp:sp>
    <dsp:sp modelId="{7DB2A403-2088-DF4C-B961-D8DCC748BA56}">
      <dsp:nvSpPr>
        <dsp:cNvPr id="0" name=""/>
        <dsp:cNvSpPr/>
      </dsp:nvSpPr>
      <dsp:spPr>
        <a:xfrm>
          <a:off x="5375429" y="3183859"/>
          <a:ext cx="2218717" cy="10612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44" tIns="15240" rIns="15240" bIns="15240" numCol="1" spcCol="1270" anchor="ctr" anchorCtr="0">
          <a:noAutofit/>
        </a:bodyPr>
        <a:lstStyle/>
        <a:p>
          <a:pPr lvl="0" algn="l" defTabSz="533400" rtl="0">
            <a:lnSpc>
              <a:spcPct val="90000"/>
            </a:lnSpc>
            <a:spcBef>
              <a:spcPct val="0"/>
            </a:spcBef>
            <a:spcAft>
              <a:spcPct val="35000"/>
            </a:spcAft>
          </a:pPr>
          <a:r>
            <a:rPr lang="en-US" sz="1200" kern="1200" dirty="0">
              <a:solidFill>
                <a:sysClr val="windowText" lastClr="000000">
                  <a:hueOff val="0"/>
                  <a:satOff val="0"/>
                  <a:lumOff val="0"/>
                  <a:alphaOff val="0"/>
                </a:sysClr>
              </a:solidFill>
              <a:latin typeface="Rockwell"/>
              <a:ea typeface="+mn-ea"/>
              <a:cs typeface="+mn-cs"/>
            </a:rPr>
            <a:t>As caches became larger it made performance sense to create two and then three levels of cache on a chip</a:t>
          </a:r>
        </a:p>
      </dsp:txBody>
      <dsp:txXfrm>
        <a:off x="5375429" y="3183859"/>
        <a:ext cx="2218717" cy="1061286"/>
      </dsp:txXfrm>
    </dsp:sp>
    <dsp:sp modelId="{DEF37567-F691-5D47-8D86-7EF938ACCD23}">
      <dsp:nvSpPr>
        <dsp:cNvPr id="0" name=""/>
        <dsp:cNvSpPr/>
      </dsp:nvSpPr>
      <dsp:spPr>
        <a:xfrm>
          <a:off x="4820749" y="3714502"/>
          <a:ext cx="554679" cy="0"/>
        </a:xfrm>
        <a:prstGeom prst="line">
          <a:avLst/>
        </a:prstGeom>
        <a:solidFill>
          <a:srgbClr val="330F42">
            <a:hueOff val="0"/>
            <a:satOff val="0"/>
            <a:lumOff val="0"/>
            <a:alphaOff val="0"/>
          </a:srgbClr>
        </a:solidFill>
        <a:ln w="25400" cap="flat" cmpd="sng" algn="ctr">
          <a:solidFill>
            <a:srgbClr val="330F42">
              <a:hueOff val="0"/>
              <a:satOff val="0"/>
              <a:lumOff val="0"/>
              <a:alphaOff val="0"/>
            </a:srgbClr>
          </a:solidFill>
          <a:prstDash val="solid"/>
        </a:ln>
        <a:effectLst/>
        <a:scene3d>
          <a:camera prst="orthographicFront"/>
          <a:lightRig rig="threePt" dir="t">
            <a:rot lat="0" lon="0" rev="7500000"/>
          </a:lightRig>
        </a:scene3d>
        <a:sp3d z="127000" prstMaterial="matte"/>
      </dsp:spPr>
      <dsp:style>
        <a:lnRef idx="2">
          <a:scrgbClr r="0" g="0" b="0"/>
        </a:lnRef>
        <a:fillRef idx="1">
          <a:scrgbClr r="0" g="0" b="0"/>
        </a:fillRef>
        <a:effectRef idx="0">
          <a:scrgbClr r="0" g="0" b="0"/>
        </a:effectRef>
        <a:fontRef idx="minor"/>
      </dsp:style>
    </dsp:sp>
    <dsp:sp modelId="{C5CA4BDE-6447-5546-B9F5-65BD75E05390}">
      <dsp:nvSpPr>
        <dsp:cNvPr id="0" name=""/>
        <dsp:cNvSpPr/>
      </dsp:nvSpPr>
      <dsp:spPr>
        <a:xfrm rot="5400000">
          <a:off x="3627597" y="3873658"/>
          <a:ext cx="1350163" cy="1030964"/>
        </a:xfrm>
        <a:prstGeom prst="line">
          <a:avLst/>
        </a:prstGeom>
        <a:solidFill>
          <a:srgbClr val="330F42">
            <a:hueOff val="0"/>
            <a:satOff val="0"/>
            <a:lumOff val="0"/>
            <a:alphaOff val="0"/>
          </a:srgbClr>
        </a:solidFill>
        <a:ln w="25400" cap="flat" cmpd="sng" algn="ctr">
          <a:solidFill>
            <a:srgbClr val="330F42">
              <a:hueOff val="0"/>
              <a:satOff val="0"/>
              <a:lumOff val="0"/>
              <a:alphaOff val="0"/>
            </a:srgbClr>
          </a:solidFill>
          <a:prstDash val="solid"/>
        </a:ln>
        <a:effectLst/>
        <a:scene3d>
          <a:camera prst="orthographicFront"/>
          <a:lightRig rig="threePt" dir="t">
            <a:rot lat="0" lon="0" rev="7500000"/>
          </a:lightRig>
        </a:scene3d>
        <a:sp3d z="127000" prstMaterial="matte"/>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pyramid4">
  <dgm:title val=""/>
  <dgm:desc val=""/>
  <dgm:catLst>
    <dgm:cat type="pyramid" pri="4000"/>
    <dgm:cat type="relationship" pri="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useDef="1">
    <dgm:dataModel>
      <dgm:ptLst/>
      <dgm:bg/>
      <dgm:whole/>
    </dgm:dataModel>
  </dgm:styleData>
  <dgm:clrData useDef="1">
    <dgm:dataModel>
      <dgm:ptLst/>
      <dgm:bg/>
      <dgm:whole/>
    </dgm:dataModel>
  </dgm:clrData>
  <dgm:layoutNode name="compositeShape">
    <dgm:varLst>
      <dgm:chMax val="9"/>
      <dgm:dir/>
      <dgm:resizeHandles val="exact"/>
    </dgm:varLst>
    <dgm:alg type="composite">
      <dgm:param type="ar" val="1"/>
    </dgm:alg>
    <dgm:shape xmlns:r="http://schemas.openxmlformats.org/officeDocument/2006/relationships" r:blip="">
      <dgm:adjLst/>
    </dgm:shape>
    <dgm:presOf/>
    <dgm:choose name="Name0">
      <dgm:if name="Name1" axis="ch" ptType="node" func="cnt" op="lte" val="4">
        <dgm:choose name="Name2">
          <dgm:if name="Name3" axis="ch" ptType="node" func="cnt" op="equ" val="1">
            <dgm:constrLst>
              <dgm:constr type="primFontSz" for="ch" ptType="node" op="equ" val="65"/>
              <dgm:constr type="t" for="ch" forName="triangle1"/>
              <dgm:constr type="l" for="ch" forName="triangle1"/>
              <dgm:constr type="h" for="ch" forName="triangle1" refType="h"/>
              <dgm:constr type="w" for="ch" forName="triangle1" refType="h"/>
            </dgm:constrLst>
          </dgm:if>
          <dgm:else name="Name4">
            <dgm:constrLst>
              <dgm:constr type="primFontSz" for="ch" ptType="node" op="equ" val="65"/>
              <dgm:constr type="t" for="ch" forName="triangle1"/>
              <dgm:constr type="l" for="ch" forName="triangle1" refType="h" fact="0.25"/>
              <dgm:constr type="h" for="ch" forName="triangle1" refType="h" fact="0.5"/>
              <dgm:constr type="w" for="ch" forName="triangle1" refType="h" fact="0.5"/>
              <dgm:constr type="t" for="ch" forName="triangle2" refType="h" fact="0.5"/>
              <dgm:constr type="l" for="ch" forName="triangle2"/>
              <dgm:constr type="h" for="ch" forName="triangle2" refType="h" fact="0.5"/>
              <dgm:constr type="w" for="ch" forName="triangle2" refType="h" fact="0.5"/>
              <dgm:constr type="t" for="ch" forName="triangle3" refType="h" fact="0.5"/>
              <dgm:constr type="l" for="ch" forName="triangle3" refType="h" fact="0.25"/>
              <dgm:constr type="h" for="ch" forName="triangle3" refType="h" fact="0.5"/>
              <dgm:constr type="w" for="ch" forName="triangle3" refType="h" fact="0.5"/>
              <dgm:constr type="t" for="ch" forName="triangle4" refType="h" fact="0.5"/>
              <dgm:constr type="l" for="ch" forName="triangle4" refType="h" fact="0.5"/>
              <dgm:constr type="h" for="ch" forName="triangle4" refType="h" fact="0.5"/>
              <dgm:constr type="w" for="ch" forName="triangle4" refType="h" fact="0.5"/>
            </dgm:constrLst>
          </dgm:else>
        </dgm:choose>
      </dgm:if>
      <dgm:else name="Name5">
        <dgm:constrLst>
          <dgm:constr type="primFontSz" for="ch" ptType="node" op="equ" val="65"/>
          <dgm:constr type="t" for="ch" forName="triangle1"/>
          <dgm:constr type="l" for="ch" forName="triangle1" refType="h" fact="0.33"/>
          <dgm:constr type="h" for="ch" forName="triangle1" refType="h" fact="0.33"/>
          <dgm:constr type="w" for="ch" forName="triangle1" refType="h" fact="0.33"/>
          <dgm:constr type="t" for="ch" forName="triangle2" refType="h" fact="0.33"/>
          <dgm:constr type="l" for="ch" forName="triangle2" refType="h" fact="0.165"/>
          <dgm:constr type="h" for="ch" forName="triangle2" refType="h" fact="0.33"/>
          <dgm:constr type="w" for="ch" forName="triangle2" refType="h" fact="0.33"/>
          <dgm:constr type="t" for="ch" forName="triangle3" refType="h" fact="0.33"/>
          <dgm:constr type="l" for="ch" forName="triangle3" refType="h" fact="0.33"/>
          <dgm:constr type="h" for="ch" forName="triangle3" refType="h" fact="0.33"/>
          <dgm:constr type="w" for="ch" forName="triangle3" refType="h" fact="0.33"/>
          <dgm:constr type="t" for="ch" forName="triangle4" refType="h" fact="0.33"/>
          <dgm:constr type="l" for="ch" forName="triangle4" refType="h" fact="0.495"/>
          <dgm:constr type="h" for="ch" forName="triangle4" refType="h" fact="0.33"/>
          <dgm:constr type="w" for="ch" forName="triangle4" refType="h" fact="0.33"/>
          <dgm:constr type="t" for="ch" forName="triangle5" refType="h" fact="0.66"/>
          <dgm:constr type="l" for="ch" forName="triangle5"/>
          <dgm:constr type="h" for="ch" forName="triangle5" refType="h" fact="0.33"/>
          <dgm:constr type="w" for="ch" forName="triangle5" refType="h" fact="0.33"/>
          <dgm:constr type="t" for="ch" forName="triangle6" refType="h" fact="0.66"/>
          <dgm:constr type="l" for="ch" forName="triangle6" refType="h" fact="0.165"/>
          <dgm:constr type="h" for="ch" forName="triangle6" refType="h" fact="0.33"/>
          <dgm:constr type="w" for="ch" forName="triangle6" refType="h" fact="0.33"/>
          <dgm:constr type="t" for="ch" forName="triangle7" refType="h" fact="0.66"/>
          <dgm:constr type="l" for="ch" forName="triangle7" refType="h" fact="0.33"/>
          <dgm:constr type="h" for="ch" forName="triangle7" refType="h" fact="0.33"/>
          <dgm:constr type="w" for="ch" forName="triangle7" refType="h" fact="0.33"/>
          <dgm:constr type="t" for="ch" forName="triangle8" refType="h" fact="0.66"/>
          <dgm:constr type="l" for="ch" forName="triangle8" refType="h" fact="0.495"/>
          <dgm:constr type="h" for="ch" forName="triangle8" refType="h" fact="0.33"/>
          <dgm:constr type="w" for="ch" forName="triangle8" refType="h" fact="0.33"/>
          <dgm:constr type="t" for="ch" forName="triangle9" refType="h" fact="0.66"/>
          <dgm:constr type="l" for="ch" forName="triangle9" refType="h" fact="0.66"/>
          <dgm:constr type="h" for="ch" forName="triangle9" refType="h" fact="0.33"/>
          <dgm:constr type="w" for="ch" forName="triangle9" refType="h" fact="0.33"/>
        </dgm:constrLst>
      </dgm:else>
    </dgm:choose>
    <dgm:ruleLst/>
    <dgm:choose name="Name6">
      <dgm:if name="Name7" axis="ch" ptType="node" func="cnt" op="gte" val="1">
        <dgm:layoutNode name="triangle1" styleLbl="node1">
          <dgm:varLst>
            <dgm:bulletEnabled val="1"/>
          </dgm:varLst>
          <dgm:alg type="tx">
            <dgm:param type="txAnchorVertCh" val="mid"/>
          </dgm:alg>
          <dgm:shape xmlns:r="http://schemas.openxmlformats.org/officeDocument/2006/relationships" type="triangle"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8"/>
    </dgm:choose>
    <dgm:choose name="Name9">
      <dgm:if name="Name10" axis="ch" ptType="node" func="cnt" op="gte" val="2">
        <dgm:layoutNode name="triangle2" styleLbl="node1">
          <dgm:varLst>
            <dgm:bulletEnabled val="1"/>
          </dgm:varLst>
          <dgm:alg type="tx">
            <dgm:param type="txAnchorVertCh" val="mid"/>
          </dgm:alg>
          <dgm:shape xmlns:r="http://schemas.openxmlformats.org/officeDocument/2006/relationships" type="triangle" r:blip="">
            <dgm:adjLst/>
          </dgm:shape>
          <dgm:choose name="Name11">
            <dgm:if name="Name12" func="var" arg="dir" op="equ" val="norm">
              <dgm:presOf axis="ch desOrSelf" ptType="node node" st="2 1" cnt="1 0"/>
            </dgm:if>
            <dgm:else name="Name13">
              <dgm:presOf axis="ch desOrSelf" ptType="node node" st="4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3" styleLbl="node1">
          <dgm:varLst>
            <dgm:bulletEnabled val="1"/>
          </dgm:varLst>
          <dgm:alg type="tx">
            <dgm:param type="txAnchorVertCh" val="mid"/>
          </dgm:alg>
          <dgm:shape xmlns:r="http://schemas.openxmlformats.org/officeDocument/2006/relationships" rot="180" type="triangle" r:blip="">
            <dgm:adjLst/>
          </dgm:shape>
          <dgm:presOf axis="ch desOrSelf"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4" styleLbl="node1">
          <dgm:varLst>
            <dgm:bulletEnabled val="1"/>
          </dgm:varLst>
          <dgm:alg type="tx">
            <dgm:param type="txAnchorVertCh" val="mid"/>
          </dgm:alg>
          <dgm:shape xmlns:r="http://schemas.openxmlformats.org/officeDocument/2006/relationships" type="triangle" r:blip="">
            <dgm:adjLst/>
          </dgm:shape>
          <dgm:choose name="Name14">
            <dgm:if name="Name15" func="var" arg="dir" op="equ" val="norm">
              <dgm:presOf axis="ch desOrSelf" ptType="node node" st="4 1" cnt="1 0"/>
            </dgm:if>
            <dgm:else name="Name16">
              <dgm:presOf axis="ch desOrSelf" ptType="node node" st="2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7"/>
    </dgm:choose>
    <dgm:choose name="Name18">
      <dgm:if name="Name19" axis="ch" ptType="node" func="cnt" op="gte" val="5">
        <dgm:layoutNode name="triangle5" styleLbl="node1">
          <dgm:varLst>
            <dgm:bulletEnabled val="1"/>
          </dgm:varLst>
          <dgm:alg type="tx">
            <dgm:param type="txAnchorVertCh" val="mid"/>
          </dgm:alg>
          <dgm:shape xmlns:r="http://schemas.openxmlformats.org/officeDocument/2006/relationships" type="triangle" r:blip="">
            <dgm:adjLst/>
          </dgm:shape>
          <dgm:choose name="Name20">
            <dgm:if name="Name21" func="var" arg="dir" op="equ" val="norm">
              <dgm:presOf axis="ch desOrSelf" ptType="node node" st="5 1" cnt="1 0"/>
            </dgm:if>
            <dgm:else name="Name22">
              <dgm:presOf axis="ch desOrSelf" ptType="node node" st="9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6" styleLbl="node1">
          <dgm:varLst>
            <dgm:bulletEnabled val="1"/>
          </dgm:varLst>
          <dgm:alg type="tx">
            <dgm:param type="txAnchorVertCh" val="mid"/>
          </dgm:alg>
          <dgm:shape xmlns:r="http://schemas.openxmlformats.org/officeDocument/2006/relationships" rot="180" type="triangle" r:blip="">
            <dgm:adjLst/>
          </dgm:shape>
          <dgm:choose name="Name23">
            <dgm:if name="Name24" func="var" arg="dir" op="equ" val="norm">
              <dgm:presOf axis="ch desOrSelf" ptType="node node" st="6 1" cnt="1 0"/>
            </dgm:if>
            <dgm:else name="Name25">
              <dgm:presOf axis="ch desOrSelf" ptType="node node" st="8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7" styleLbl="node1">
          <dgm:varLst>
            <dgm:bulletEnabled val="1"/>
          </dgm:varLst>
          <dgm:alg type="tx">
            <dgm:param type="txAnchorVertCh" val="mid"/>
          </dgm:alg>
          <dgm:shape xmlns:r="http://schemas.openxmlformats.org/officeDocument/2006/relationships" type="triangle" r:blip="">
            <dgm:adjLst/>
          </dgm:shape>
          <dgm:presOf axis="ch desOrSelf" ptType="node node" st="7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8" styleLbl="node1">
          <dgm:varLst>
            <dgm:bulletEnabled val="1"/>
          </dgm:varLst>
          <dgm:alg type="tx">
            <dgm:param type="txAnchorVertCh" val="mid"/>
          </dgm:alg>
          <dgm:shape xmlns:r="http://schemas.openxmlformats.org/officeDocument/2006/relationships" rot="180" type="triangle" r:blip="">
            <dgm:adjLst/>
          </dgm:shape>
          <dgm:choose name="Name26">
            <dgm:if name="Name27" func="var" arg="dir" op="equ" val="norm">
              <dgm:presOf axis="ch desOrSelf" ptType="node node" st="8 1" cnt="1 0"/>
            </dgm:if>
            <dgm:else name="Name28">
              <dgm:presOf axis="ch desOrSelf" ptType="node node" st="6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9" styleLbl="node1">
          <dgm:varLst>
            <dgm:bulletEnabled val="1"/>
          </dgm:varLst>
          <dgm:alg type="tx">
            <dgm:param type="txAnchorVertCh" val="mid"/>
          </dgm:alg>
          <dgm:shape xmlns:r="http://schemas.openxmlformats.org/officeDocument/2006/relationships" type="triangle" r:blip="">
            <dgm:adjLst/>
          </dgm:shape>
          <dgm:choose name="Name29">
            <dgm:if name="Name30" func="var" arg="dir" op="equ" val="norm">
              <dgm:presOf axis="ch desOrSelf" ptType="node node" st="9 1" cnt="1 0"/>
            </dgm:if>
            <dgm:else name="Name31">
              <dgm:presOf axis="ch desOrSelf" ptType="node node" st="5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2"/>
    </dgm:choose>
  </dgm:layoutNode>
</dgm:layoutDef>
</file>

<file path=ppt/diagrams/layout3.xml><?xml version="1.0" encoding="utf-8"?>
<dgm:layoutDef xmlns:dgm="http://schemas.openxmlformats.org/drawingml/2006/diagram" xmlns:a="http://schemas.openxmlformats.org/drawingml/2006/main" uniqueId="urn:microsoft.com/office/officeart/2005/8/layout/target1">
  <dgm:title val=""/>
  <dgm:desc val=""/>
  <dgm:catLst>
    <dgm:cat type="relationship" pri="25000"/>
    <dgm:cat type="convert" pri="2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ite">
    <dgm:varLst>
      <dgm:chMax val="5"/>
      <dgm:dir/>
      <dgm:resizeHandles val="exact"/>
    </dgm:varLst>
    <dgm:alg type="composite">
      <dgm:param type="ar" val="1.25"/>
    </dgm:alg>
    <dgm:shape xmlns:r="http://schemas.openxmlformats.org/officeDocument/2006/relationships" r:blip="">
      <dgm:adjLst/>
    </dgm:shape>
    <dgm:presOf/>
    <dgm:choose name="Name0">
      <dgm:if name="Name1" func="var" arg="dir" op="equ" val="norm">
        <dgm:choose name="Name2">
          <dgm:if name="Name3" axis="ch" ptType="node" func="cnt" op="equ" val="0">
            <dgm:constrLst/>
          </dgm:if>
          <dgm:if name="Name4" axis="ch" ptType="node" func="cnt" op="equ" val="1">
            <dgm:constrLst>
              <dgm:constr type="primFontSz" for="des" ptType="node" op="equ" val="65"/>
              <dgm:constr type="w" for="ch" forName="circle1" refType="w" fact="0.6"/>
              <dgm:constr type="h" for="ch" forName="circle1" refType="w" refFor="ch" refForName="circle1"/>
              <dgm:constr type="ctrX" for="ch" forName="circle1" refType="w" fact="0.3"/>
              <dgm:constr type="ctrY" for="ch" forName="circle1" refType="h" fact="0.625"/>
              <dgm:constr type="w" for="ch" forName="text1" refType="w" fact="0.3"/>
              <dgm:constr type="h" for="ch" forName="text1" refType="h" fact="0.3125"/>
              <dgm:constr type="r" for="ch" forName="text1" refType="w"/>
              <dgm:constr type="t" for="ch" forName="text1"/>
              <dgm:constr type="l" for="ch" forName="line1" refType="w" fact="0.625"/>
              <dgm:constr type="ctrY" for="ch" forName="line1" refType="ctrY" refFor="ch" refForName="text1"/>
              <dgm:constr type="r" for="ch" forName="line1" refType="l" refFor="ch" refForName="text1"/>
              <dgm:constr type="h" for="ch" forName="line1"/>
              <dgm:constr type="l" for="ch" forName="d1" refType="w" fact="0.3"/>
              <dgm:constr type="b" for="ch" forName="d1" refType="h" fact="0.625"/>
              <dgm:constr type="w" for="ch" forName="d1" refType="w" fact="0.32475"/>
              <dgm:constr type="h" for="ch" forName="d1" refType="h" fact="0.469"/>
            </dgm:constrLst>
          </dgm:if>
          <dgm:if name="Name5" axis="ch" ptType="node" func="cnt" op="equ" val="2">
            <dgm:constrLst>
              <dgm:constr type="primFontSz" for="des" ptType="node" op="equ" val="65"/>
              <dgm:constr type="w" for="ch" forName="circle1" refType="w" fact="0.2"/>
              <dgm:constr type="h" for="ch" forName="circle1" refType="w" refFor="ch" refForName="circle1"/>
              <dgm:constr type="ctrX" for="ch" forName="circle1" refType="w" fact="0.3"/>
              <dgm:constr type="ctrY" for="ch" forName="circle1" refType="h" fact="0.625"/>
              <dgm:constr type="w" for="ch" forName="text1" refType="w" fact="0.3"/>
              <dgm:constr type="h" for="ch" forName="text1" refType="h" fact="0.3125"/>
              <dgm:constr type="r" for="ch" forName="text1" refType="w"/>
              <dgm:constr type="t" for="ch" forName="text1"/>
              <dgm:constr type="l" for="ch" forName="line1" refType="w" fact="0.625"/>
              <dgm:constr type="ctrY" for="ch" forName="line1" refType="ctrY" refFor="ch" refForName="text1"/>
              <dgm:constr type="w" for="ch" forName="line1" refType="w" fact="0.075"/>
              <dgm:constr type="h" for="ch" forName="line1"/>
              <dgm:constr type="l" for="ch" forName="d1" refType="w" fact="0.3"/>
              <dgm:constr type="b" for="ch" forName="d1" refType="h" fact="0.625"/>
              <dgm:constr type="w" for="ch" forName="d1" refType="w" fact="0.32475"/>
              <dgm:constr type="h" for="ch" forName="d1" refType="h" fact="0.469"/>
              <dgm:constr type="w" for="ch" forName="circle2" refType="w" fact="0.6"/>
              <dgm:constr type="h" for="ch" forName="circle2" refType="w" refFor="ch" refForName="circle2"/>
              <dgm:constr type="ctrX" for="ch" forName="circle2" refType="w" fact="0.3"/>
              <dgm:constr type="ctrY" for="ch" forName="circle2" refType="h" fact="0.625"/>
              <dgm:constr type="w" for="ch" forName="text2" refType="w" fact="0.3"/>
              <dgm:constr type="h" for="ch" forName="text2" refType="h" fact="0.3125"/>
              <dgm:constr type="r" for="ch" forName="text2" refType="w"/>
              <dgm:constr type="t" for="ch" forName="text2" refType="b" refFor="ch" refForName="text1"/>
              <dgm:constr type="l" for="ch" forName="line2" refType="w" fact="0.625"/>
              <dgm:constr type="ctrY" for="ch" forName="line2" refType="ctrY" refFor="ch" refForName="text2"/>
              <dgm:constr type="w" for="ch" forName="line2" refType="w" fact="0.075"/>
              <dgm:constr type="h" for="ch" forName="line2"/>
              <dgm:constr type="l" for="ch" forName="d2" refType="w" fact="0.44325"/>
              <dgm:constr type="b" for="ch" forName="d2" refType="h" fact="0.7975"/>
              <dgm:constr type="w" for="ch" forName="d2" refType="w" fact="0.1815"/>
              <dgm:constr type="h" for="ch" forName="d2" refType="h" fact="0.3283"/>
            </dgm:constrLst>
          </dgm:if>
          <dgm:if name="Name6" axis="ch" ptType="node" func="cnt" op="equ" val="3">
            <dgm:constrLst>
              <dgm:constr type="primFontSz" for="des" ptType="node" op="equ" val="65"/>
              <dgm:constr type="w" for="ch" forName="circle1" refType="w" fact="0.12"/>
              <dgm:constr type="h" for="ch" forName="circle1" refType="w" refFor="ch" refForName="circle1"/>
              <dgm:constr type="ctrX" for="ch" forName="circle1" refType="w" fact="0.3"/>
              <dgm:constr type="ctrY" for="ch" forName="circle1" refType="h" fact="0.625"/>
              <dgm:constr type="w" for="ch" forName="text1" refType="w" fact="0.3"/>
              <dgm:constr type="h" for="ch" forName="text1" refType="h" fact="0.21875"/>
              <dgm:constr type="r" for="ch" forName="text1" refType="w"/>
              <dgm:constr type="t" for="ch" forName="text1"/>
              <dgm:constr type="l" for="ch" forName="line1" refType="w" fact="0.625"/>
              <dgm:constr type="ctrY" for="ch" forName="line1" refType="ctrY" refFor="ch" refForName="text1"/>
              <dgm:constr type="w" for="ch" forName="line1" refType="w" fact="0.075"/>
              <dgm:constr type="h" for="ch" forName="line1"/>
              <dgm:constr type="l" for="ch" forName="d1" refType="w" fact="0.3"/>
              <dgm:constr type="b" for="ch" forName="d1" refType="h" fact="0.625"/>
              <dgm:constr type="w" for="ch" forName="d1" refType="w" fact="0.3247"/>
              <dgm:constr type="h" for="ch" forName="d1" refType="h" fact="0.5155"/>
              <dgm:constr type="w" for="ch" forName="circle2" refType="w" fact="0.36"/>
              <dgm:constr type="h" for="ch" forName="circle2" refType="w" refFor="ch" refForName="circle2"/>
              <dgm:constr type="ctrX" for="ch" forName="circle2" refType="w" fact="0.3"/>
              <dgm:constr type="ctrY" for="ch" forName="circle2" refType="h" fact="0.625"/>
              <dgm:constr type="w" for="ch" forName="text2" refType="w" fact="0.3"/>
              <dgm:constr type="h" for="ch" forName="text2" refType="h" fact="0.21875"/>
              <dgm:constr type="r" for="ch" forName="text2" refType="w"/>
              <dgm:constr type="t" for="ch" forName="text2" refType="b" refFor="ch" refForName="text1"/>
              <dgm:constr type="l" for="ch" forName="line2" refType="w" fact="0.625"/>
              <dgm:constr type="ctrY" for="ch" forName="line2" refType="ctrY" refFor="ch" refForName="text2"/>
              <dgm:constr type="w" for="ch" forName="line2" refType="w" fact="0.075"/>
              <dgm:constr type="h" for="ch" forName="line2"/>
              <dgm:constr type="l" for="ch" forName="d2" refType="w" fact="0.386"/>
              <dgm:constr type="b" for="ch" forName="d2" refType="h" fact="0.72969"/>
              <dgm:constr type="w" for="ch" forName="d2" refType="w" fact="0.2387"/>
              <dgm:constr type="h" for="ch" forName="d2" refType="h" fact="0.4017"/>
              <dgm:constr type="w" for="ch" forName="circle3" refType="w" fact="0.6"/>
              <dgm:constr type="h" for="ch" forName="circle3" refType="w" refFor="ch" refForName="circle3"/>
              <dgm:constr type="ctrX" for="ch" forName="circle3" refType="ctrX" refFor="ch" refForName="circle1"/>
              <dgm:constr type="ctrY" for="ch" forName="circle3" refType="ctrY" refFor="ch" refForName="circle1"/>
              <dgm:constr type="w" for="ch" forName="text3" refType="w" fact="0.3"/>
              <dgm:constr type="h" for="ch" forName="text3" refType="h" fact="0.21875"/>
              <dgm:constr type="r" for="ch" forName="text3" refType="w"/>
              <dgm:constr type="t" for="ch" forName="text3" refType="b" refFor="ch" refForName="text2"/>
              <dgm:constr type="l" for="ch" forName="line3" refType="w" fact="0.625"/>
              <dgm:constr type="ctrY" for="ch" forName="line3" refType="ctrY" refFor="ch" refForName="text3"/>
              <dgm:constr type="w" for="ch" forName="line3" refType="w" fact="0.075"/>
              <dgm:constr type="h" for="ch" forName="line3"/>
              <dgm:constr type="l" for="ch" forName="d3" refType="w" fact="0.47175"/>
              <dgm:constr type="b" for="ch" forName="d3" refType="h" fact="0.83375"/>
              <dgm:constr type="w" for="ch" forName="d3" refType="w" fact="0.1527"/>
              <dgm:constr type="h" for="ch" forName="d3" refType="h" fact="0.287"/>
            </dgm:constrLst>
          </dgm:if>
          <dgm:if name="Name7" axis="ch" ptType="node" func="cnt" op="equ" val="4">
            <dgm:constrLst>
              <dgm:constr type="primFontSz" for="des" ptType="node" op="equ" val="65"/>
              <dgm:constr type="w" for="ch" forName="circle1" refType="w" fact="0.0857"/>
              <dgm:constr type="h" for="ch" forName="circle1" refType="w" refFor="ch" refForName="circle1"/>
              <dgm:constr type="ctrX" for="ch" forName="circle1" refType="w" fact="0.3"/>
              <dgm:constr type="ctrY" for="ch" forName="circle1" refType="h" fact="0.625"/>
              <dgm:constr type="w" for="ch" forName="text1" refType="w" fact="0.3"/>
              <dgm:constr type="h" for="ch" forName="text1" refType="h" fact="0.17938"/>
              <dgm:constr type="r" for="ch" forName="text1" refType="w"/>
              <dgm:constr type="t" for="ch" forName="text1"/>
              <dgm:constr type="l" for="ch" forName="line1" refType="w" fact="0.625"/>
              <dgm:constr type="ctrY" for="ch" forName="line1" refType="ctrY" refFor="ch" refForName="text1"/>
              <dgm:constr type="w" for="ch" forName="line1" refType="w" fact="0.075"/>
              <dgm:constr type="h" for="ch" forName="line1"/>
              <dgm:constr type="l" for="ch" forName="d1" refType="w" fact="0.295"/>
              <dgm:constr type="b" for="ch" forName="d1" refType="h" fact="0.62"/>
              <dgm:constr type="w" for="ch" forName="d1" refType="w" fact="0.33"/>
              <dgm:constr type="h" for="ch" forName="d1" refType="h" fact="0.53"/>
              <dgm:constr type="w" for="ch" forName="circle2" refType="w" fact="0.2571"/>
              <dgm:constr type="h" for="ch" forName="circle2" refType="w" refFor="ch" refForName="circle2"/>
              <dgm:constr type="ctrX" for="ch" forName="circle2" refType="w" fact="0.3"/>
              <dgm:constr type="ctrY" for="ch" forName="circle2" refType="h" fact="0.625"/>
              <dgm:constr type="w" for="ch" forName="text2" refType="w" fact="0.3"/>
              <dgm:constr type="h" for="ch" forName="text2" refType="h" fact="0.17938"/>
              <dgm:constr type="r" for="ch" forName="text2" refType="w"/>
              <dgm:constr type="t" for="ch" forName="text2" refType="b" refFor="ch" refForName="text1"/>
              <dgm:constr type="l" for="ch" forName="line2" refType="w" fact="0.625"/>
              <dgm:constr type="ctrY" for="ch" forName="line2" refType="ctrY" refFor="ch" refForName="text2"/>
              <dgm:constr type="w" for="ch" forName="line2" refType="w" fact="0.075"/>
              <dgm:constr type="h" for="ch" forName="line2"/>
              <dgm:constr type="l" for="ch" forName="d2" refType="w" fact="0.36625"/>
              <dgm:constr type="b" for="ch" forName="d2" refType="h" fact="0.70438"/>
              <dgm:constr type="w" for="ch" forName="d2" refType="w" fact="0.2585"/>
              <dgm:constr type="h" for="ch" forName="d2" refType="h" fact="0.43525"/>
              <dgm:constr type="w" for="ch" forName="circle3" refType="w" fact="0.4285"/>
              <dgm:constr type="h" for="ch" forName="circle3" refType="w" refFor="ch" refForName="circle3"/>
              <dgm:constr type="ctrX" for="ch" forName="circle3" refType="ctrX" refFor="ch" refForName="circle1"/>
              <dgm:constr type="ctrY" for="ch" forName="circle3" refType="ctrY" refFor="ch" refForName="circle1"/>
              <dgm:constr type="w" for="ch" forName="text3" refType="w" fact="0.3"/>
              <dgm:constr type="h" for="ch" forName="text3" refType="h" fact="0.17938"/>
              <dgm:constr type="r" for="ch" forName="text3" refType="w"/>
              <dgm:constr type="t" for="ch" forName="text3" refType="b" refFor="ch" refForName="text2"/>
              <dgm:constr type="l" for="ch" forName="line3" refType="w" fact="0.625"/>
              <dgm:constr type="ctrY" for="ch" forName="line3" refType="ctrY" refFor="ch" refForName="text3"/>
              <dgm:constr type="w" for="ch" forName="line3" refType="w" fact="0.075"/>
              <dgm:constr type="h" for="ch" forName="line3"/>
              <dgm:constr type="l" for="ch" forName="d3" refType="w" fact="0.4255"/>
              <dgm:constr type="b" for="ch" forName="d3" refType="h" fact="0.78031"/>
              <dgm:constr type="w" for="ch" forName="d3" refType="w" fact="0.1995"/>
              <dgm:constr type="h" for="ch" forName="d3" refType="h" fact="0.332"/>
              <dgm:constr type="w" for="ch" forName="circle4" refType="w" fact="0.6"/>
              <dgm:constr type="h" for="ch" forName="circle4" refType="w" refFor="ch" refForName="circle4"/>
              <dgm:constr type="ctrX" for="ch" forName="circle4" refType="ctrX" refFor="ch" refForName="circle1"/>
              <dgm:constr type="ctrY" for="ch" forName="circle4" refType="ctrY" refFor="ch" refForName="circle1"/>
              <dgm:constr type="w" for="ch" forName="text4" refType="w" fact="0.3"/>
              <dgm:constr type="h" for="ch" forName="text4" refType="h" fact="0.17938"/>
              <dgm:constr type="r" for="ch" forName="text4" refType="w"/>
              <dgm:constr type="t" for="ch" forName="text4" refType="b" refFor="ch" refForName="text3"/>
              <dgm:constr type="l" for="ch" forName="line4" refType="w" fact="0.625"/>
              <dgm:constr type="ctrY" for="ch" forName="line4" refType="ctrY" refFor="ch" refForName="text4"/>
              <dgm:constr type="w" for="ch" forName="line4" refType="w" fact="0.075"/>
              <dgm:constr type="h" for="ch" forName="line4"/>
              <dgm:constr type="l" for="ch" forName="d4" refType="w" fact="0.48525"/>
              <dgm:constr type="b" for="ch" forName="d4" refType="h" fact="0.85594"/>
              <dgm:constr type="w" for="ch" forName="d4" refType="w" fact="0.1394"/>
              <dgm:constr type="h" for="ch" forName="d4" refType="h" fact="0.2282"/>
            </dgm:constrLst>
          </dgm:if>
          <dgm:if name="Name8" axis="ch" ptType="node" func="cnt" op="gte" val="5">
            <dgm:constrLst>
              <dgm:constr type="primFontSz" for="des" ptType="node" op="equ" val="65"/>
              <dgm:constr type="w" for="ch" forName="circle1" refType="w" fact="0.0667"/>
              <dgm:constr type="h" for="ch" forName="circle1" refType="w" refFor="ch" refForName="circle1"/>
              <dgm:constr type="ctrX" for="ch" forName="circle1" refType="w" fact="0.3"/>
              <dgm:constr type="ctrY" for="ch" forName="circle1" refType="h" fact="0.625"/>
              <dgm:constr type="w" for="ch" forName="text1" refType="w" fact="0.3"/>
              <dgm:constr type="h" for="ch" forName="text1" refType="h" fact="0.1324"/>
              <dgm:constr type="r" for="ch" forName="text1" refType="w"/>
              <dgm:constr type="ctrY" for="ch" forName="text1" refType="h" fact="0.13"/>
              <dgm:constr type="l" for="ch" forName="line1" refType="w" fact="0.625"/>
              <dgm:constr type="ctrY" for="ch" forName="line1" refType="ctrY" refFor="ch" refForName="text1"/>
              <dgm:constr type="w" for="ch" forName="line1" refType="w" fact="0.075"/>
              <dgm:constr type="h" for="ch" forName="line1"/>
              <dgm:constr type="l" for="ch" forName="d1" refType="w" fact="0.3"/>
              <dgm:constr type="b" for="ch" forName="d1" refType="h" fact="0.625"/>
              <dgm:constr type="w" for="ch" forName="d1" refType="w" fact="0.3245"/>
              <dgm:constr type="h" for="ch" forName="d1" refType="h" fact="0.495"/>
              <dgm:constr type="w" for="ch" forName="circle2" refType="w" fact="0.2"/>
              <dgm:constr type="h" for="ch" forName="circle2" refType="w" refFor="ch" refForName="circle2"/>
              <dgm:constr type="ctrX" for="ch" forName="circle2" refType="w" fact="0.3"/>
              <dgm:constr type="ctrY" for="ch" forName="circle2" refType="h" fact="0.625"/>
              <dgm:constr type="w" for="ch" forName="text2" refType="w" fact="0.3"/>
              <dgm:constr type="h" for="ch" forName="text2" refType="h" fact="0.1324"/>
              <dgm:constr type="r" for="ch" forName="text2" refType="w"/>
              <dgm:constr type="ctrY" for="ch" forName="text2" refType="h" fact="0.27"/>
              <dgm:constr type="l" for="ch" forName="line2" refType="w" fact="0.625"/>
              <dgm:constr type="ctrY" for="ch" forName="line2" refType="ctrY" refFor="ch" refForName="text2"/>
              <dgm:constr type="w" for="ch" forName="line2" refType="w" fact="0.075"/>
              <dgm:constr type="h" for="ch" forName="line2"/>
              <dgm:constr type="l" for="ch" forName="d2" refType="w" fact="0.3498"/>
              <dgm:constr type="b" for="ch" forName="d2" refType="h" fact="0.682"/>
              <dgm:constr type="w" for="ch" forName="d2" refType="w" fact="0.275"/>
              <dgm:constr type="h" for="ch" forName="d2" refType="h" fact="0.41215"/>
              <dgm:constr type="w" for="ch" forName="circle3" refType="w" fact="0.3334"/>
              <dgm:constr type="h" for="ch" forName="circle3" refType="w" refFor="ch" refForName="circle3"/>
              <dgm:constr type="ctrX" for="ch" forName="circle3" refType="ctrX" refFor="ch" refForName="circle1"/>
              <dgm:constr type="ctrY" for="ch" forName="circle3" refType="ctrY" refFor="ch" refForName="circle1"/>
              <dgm:constr type="w" for="ch" forName="text3" refType="w" fact="0.3"/>
              <dgm:constr type="h" for="ch" forName="text3" refType="h" fact="0.1324"/>
              <dgm:constr type="r" for="ch" forName="text3" refType="w"/>
              <dgm:constr type="ctrY" for="ch" forName="text3" refType="h" fact="0.41"/>
              <dgm:constr type="l" for="ch" forName="line3" refType="w" fact="0.625"/>
              <dgm:constr type="ctrY" for="ch" forName="line3" refType="ctrY" refFor="ch" refForName="text3"/>
              <dgm:constr type="w" for="ch" forName="line3" refType="w" fact="0.075"/>
              <dgm:constr type="h" for="ch" forName="line3"/>
              <dgm:constr type="l" for="ch" forName="d3" refType="w" fact="0.394"/>
              <dgm:constr type="b" for="ch" forName="d3" refType="h" fact="0.735"/>
              <dgm:constr type="w" for="ch" forName="d3" refType="w" fact="0.231"/>
              <dgm:constr type="h" for="ch" forName="d3" refType="h" fact="0.325"/>
              <dgm:constr type="w" for="ch" forName="circle4" refType="w" fact="0.4667"/>
              <dgm:constr type="h" for="ch" forName="circle4" refType="w" refFor="ch" refForName="circle4"/>
              <dgm:constr type="ctrX" for="ch" forName="circle4" refType="ctrX" refFor="ch" refForName="circle1"/>
              <dgm:constr type="ctrY" for="ch" forName="circle4" refType="ctrY" refFor="ch" refForName="circle1"/>
              <dgm:constr type="w" for="ch" forName="text4" refType="w" fact="0.3"/>
              <dgm:constr type="h" for="ch" forName="text4" refType="h" fact="0.1324"/>
              <dgm:constr type="r" for="ch" forName="text4" refType="w"/>
              <dgm:constr type="ctrY" for="ch" forName="text4" refType="h" fact="0.547"/>
              <dgm:constr type="l" for="ch" forName="line4" refType="w" fact="0.625"/>
              <dgm:constr type="ctrY" for="ch" forName="line4" refType="ctrY" refFor="ch" refForName="text4"/>
              <dgm:constr type="w" for="ch" forName="line4" refType="w" fact="0.075"/>
              <dgm:constr type="h" for="ch" forName="line4"/>
              <dgm:constr type="l" for="ch" forName="d4" refType="w" fact="0.446"/>
              <dgm:constr type="b" for="ch" forName="d4" refType="h" fact="0.795"/>
              <dgm:constr type="w" for="ch" forName="d4" refType="w" fact="0.179"/>
              <dgm:constr type="h" for="ch" forName="d4" refType="h" fact="0.248"/>
              <dgm:constr type="w" for="ch" forName="circle5" refType="w" fact="0.6"/>
              <dgm:constr type="h" for="ch" forName="circle5" refType="w" refFor="ch" refForName="circle5"/>
              <dgm:constr type="ctrX" for="ch" forName="circle5" refType="ctrX" refFor="ch" refForName="circle1"/>
              <dgm:constr type="ctrY" for="ch" forName="circle5" refType="ctrY" refFor="ch" refForName="circle1"/>
              <dgm:constr type="w" for="ch" forName="text5" refType="w" fact="0.3"/>
              <dgm:constr type="h" for="ch" forName="text5" refType="h" fact="0.1324"/>
              <dgm:constr type="r" for="ch" forName="text5" refType="w"/>
              <dgm:constr type="ctrY" for="ch" forName="text5" refType="h" fact="0.68"/>
              <dgm:constr type="l" for="ch" forName="line5" refType="w" fact="0.625"/>
              <dgm:constr type="ctrY" for="ch" forName="line5" refType="ctrY" refFor="ch" refForName="text5"/>
              <dgm:constr type="w" for="ch" forName="line5" refType="w" fact="0.075"/>
              <dgm:constr type="h" for="ch" forName="line5"/>
              <dgm:constr type="l" for="ch" forName="d5" refType="w" fact="0.495"/>
              <dgm:constr type="b" for="ch" forName="d5" refType="h" fact="0.855"/>
              <dgm:constr type="w" for="ch" forName="d5" refType="w" fact="0.13"/>
              <dgm:constr type="h" for="ch" forName="d5" refType="h" fact="0.175"/>
            </dgm:constrLst>
          </dgm:if>
          <dgm:else name="Name9"/>
        </dgm:choose>
      </dgm:if>
      <dgm:else name="Name10">
        <dgm:choose name="Name11">
          <dgm:if name="Name12" axis="ch" ptType="node" func="cnt" op="equ" val="0">
            <dgm:constrLst/>
          </dgm:if>
          <dgm:if name="Name13" axis="ch" ptType="node" func="cnt" op="equ" val="1">
            <dgm:constrLst>
              <dgm:constr type="primFontSz" for="des" ptType="node" op="equ" val="65"/>
              <dgm:constr type="w" for="ch" forName="circle1" refType="w" fact="0.6"/>
              <dgm:constr type="h" for="ch" forName="circle1" refType="w" refFor="ch" refForName="circle1"/>
              <dgm:constr type="ctrX" for="ch" forName="circle1" refType="w" fact="0.7"/>
              <dgm:constr type="ctrY" for="ch" forName="circle1" refType="h" fact="0.625"/>
              <dgm:constr type="w" for="ch" forName="text1" refType="w" fact="0.3"/>
              <dgm:constr type="h" for="ch" forName="text1" refType="h" fact="0.3125"/>
              <dgm:constr type="l" for="ch" forName="text1"/>
              <dgm:constr type="t" for="ch" forName="text1"/>
              <dgm:constr type="l" for="ch" forName="line1" refType="r" refFor="ch" refForName="text1"/>
              <dgm:constr type="ctrY" for="ch" forName="line1" refType="ctrY" refFor="ch" refForName="text1"/>
              <dgm:constr type="r" for="ch" forName="line1" refType="w" fact="0.375"/>
              <dgm:constr type="h" for="ch" forName="line1"/>
              <dgm:constr type="r" for="ch" forName="d1" refType="w" fact="0.7"/>
              <dgm:constr type="b" for="ch" forName="d1" refType="h" fact="0.625"/>
              <dgm:constr type="w" for="ch" forName="d1" refType="w" fact="0.32475"/>
              <dgm:constr type="h" for="ch" forName="d1" refType="h" fact="0.469"/>
            </dgm:constrLst>
          </dgm:if>
          <dgm:if name="Name14" axis="ch" ptType="node" func="cnt" op="equ" val="2">
            <dgm:constrLst>
              <dgm:constr type="primFontSz" for="des" ptType="node" op="equ" val="65"/>
              <dgm:constr type="w" for="ch" forName="circle1" refType="w" fact="0.2"/>
              <dgm:constr type="h" for="ch" forName="circle1" refType="w" refFor="ch" refForName="circle1"/>
              <dgm:constr type="ctrX" for="ch" forName="circle1" refType="w" fact="0.7"/>
              <dgm:constr type="ctrY" for="ch" forName="circle1" refType="h" fact="0.625"/>
              <dgm:constr type="w" for="ch" forName="text1" refType="w" fact="0.3"/>
              <dgm:constr type="h" for="ch" forName="text1" refType="h" fact="0.3125"/>
              <dgm:constr type="l" for="ch" forName="text1"/>
              <dgm:constr type="t" for="ch" forName="text1"/>
              <dgm:constr type="l" for="ch" forName="line1" refType="r" refFor="ch" refForName="text1"/>
              <dgm:constr type="ctrY" for="ch" forName="line1" refType="ctrY" refFor="ch" refForName="text1"/>
              <dgm:constr type="r" for="ch" forName="line1" refType="w" fact="0.375"/>
              <dgm:constr type="h" for="ch" forName="line1"/>
              <dgm:constr type="r" for="ch" forName="d1" refType="w" fact="0.7"/>
              <dgm:constr type="b" for="ch" forName="d1" refType="h" fact="0.625"/>
              <dgm:constr type="w" for="ch" forName="d1" refType="w" fact="0.32475"/>
              <dgm:constr type="h" for="ch" forName="d1" refType="h" fact="0.469"/>
              <dgm:constr type="w" for="ch" forName="circle2" refType="w" fact="0.6"/>
              <dgm:constr type="h" for="ch" forName="circle2" refType="w" refFor="ch" refForName="circle2"/>
              <dgm:constr type="ctrX" for="ch" forName="circle2" refType="w" fact="0.7"/>
              <dgm:constr type="ctrY" for="ch" forName="circle2" refType="h" fact="0.625"/>
              <dgm:constr type="w" for="ch" forName="text2" refType="w" fact="0.3"/>
              <dgm:constr type="h" for="ch" forName="text2" refType="h" fact="0.3125"/>
              <dgm:constr type="l" for="ch" forName="text2"/>
              <dgm:constr type="t" for="ch" forName="text2" refType="b" refFor="ch" refForName="text1"/>
              <dgm:constr type="l" for="ch" forName="line2" refType="r" refFor="ch" refForName="text2"/>
              <dgm:constr type="ctrY" for="ch" forName="line2" refType="ctrY" refFor="ch" refForName="text2"/>
              <dgm:constr type="r" for="ch" forName="line2" refType="w" fact="0.375"/>
              <dgm:constr type="h" for="ch" forName="line2"/>
              <dgm:constr type="r" for="ch" forName="d2" refType="w" fact="0.55675"/>
              <dgm:constr type="b" for="ch" forName="d2" refType="h" fact="0.7975"/>
              <dgm:constr type="w" for="ch" forName="d2" refType="w" fact="0.1815"/>
              <dgm:constr type="h" for="ch" forName="d2" refType="h" fact="0.3283"/>
            </dgm:constrLst>
          </dgm:if>
          <dgm:if name="Name15" axis="ch" ptType="node" func="cnt" op="equ" val="3">
            <dgm:constrLst>
              <dgm:constr type="primFontSz" for="des" ptType="node" op="equ" val="65"/>
              <dgm:constr type="w" for="ch" forName="circle1" refType="w" fact="0.12"/>
              <dgm:constr type="h" for="ch" forName="circle1" refType="w" refFor="ch" refForName="circle1"/>
              <dgm:constr type="ctrX" for="ch" forName="circle1" refType="w" fact="0.7"/>
              <dgm:constr type="ctrY" for="ch" forName="circle1" refType="h" fact="0.625"/>
              <dgm:constr type="w" for="ch" forName="text1" refType="w" fact="0.3"/>
              <dgm:constr type="h" for="ch" forName="text1" refType="h" fact="0.21875"/>
              <dgm:constr type="l" for="ch" forName="text1"/>
              <dgm:constr type="t" for="ch" forName="text1"/>
              <dgm:constr type="l" for="ch" forName="line1" refType="r" refFor="ch" refForName="text1"/>
              <dgm:constr type="ctrY" for="ch" forName="line1" refType="ctrY" refFor="ch" refForName="text1"/>
              <dgm:constr type="r" for="ch" forName="line1" refType="w" fact="0.375"/>
              <dgm:constr type="h" for="ch" forName="line1"/>
              <dgm:constr type="r" for="ch" forName="d1" refType="w" fact="0.7"/>
              <dgm:constr type="b" for="ch" forName="d1" refType="h" fact="0.625"/>
              <dgm:constr type="w" for="ch" forName="d1" refType="w" fact="0.3247"/>
              <dgm:constr type="h" for="ch" forName="d1" refType="h" fact="0.5155"/>
              <dgm:constr type="w" for="ch" forName="circle2" refType="w" fact="0.36"/>
              <dgm:constr type="h" for="ch" forName="circle2" refType="w" refFor="ch" refForName="circle2"/>
              <dgm:constr type="ctrX" for="ch" forName="circle2" refType="w" fact="0.7"/>
              <dgm:constr type="ctrY" for="ch" forName="circle2" refType="h" fact="0.625"/>
              <dgm:constr type="w" for="ch" forName="text2" refType="w" fact="0.3"/>
              <dgm:constr type="h" for="ch" forName="text2" refType="h" fact="0.21875"/>
              <dgm:constr type="l" for="ch" forName="text2"/>
              <dgm:constr type="t" for="ch" forName="text2" refType="b" refFor="ch" refForName="text1"/>
              <dgm:constr type="l" for="ch" forName="line2" refType="r" refFor="ch" refForName="text2"/>
              <dgm:constr type="ctrY" for="ch" forName="line2" refType="ctrY" refFor="ch" refForName="text2"/>
              <dgm:constr type="r" for="ch" forName="line2" refType="w" fact="0.375"/>
              <dgm:constr type="h" for="ch" forName="line2"/>
              <dgm:constr type="r" for="ch" forName="d2" refType="w" fact="0.614"/>
              <dgm:constr type="b" for="ch" forName="d2" refType="h" fact="0.72969"/>
              <dgm:constr type="w" for="ch" forName="d2" refType="w" fact="0.2387"/>
              <dgm:constr type="h" for="ch" forName="d2" refType="h" fact="0.4017"/>
              <dgm:constr type="w" for="ch" forName="circle3" refType="w" fact="0.6"/>
              <dgm:constr type="h" for="ch" forName="circle3" refType="w" refFor="ch" refForName="circle3"/>
              <dgm:constr type="ctrX" for="ch" forName="circle3" refType="ctrX" refFor="ch" refForName="circle1"/>
              <dgm:constr type="ctrY" for="ch" forName="circle3" refType="ctrY" refFor="ch" refForName="circle1"/>
              <dgm:constr type="w" for="ch" forName="text3" refType="w" fact="0.3"/>
              <dgm:constr type="h" for="ch" forName="text3" refType="h" fact="0.21875"/>
              <dgm:constr type="l" for="ch" forName="text3"/>
              <dgm:constr type="t" for="ch" forName="text3" refType="b" refFor="ch" refForName="text2"/>
              <dgm:constr type="l" for="ch" forName="line3" refType="r" refFor="ch" refForName="text3"/>
              <dgm:constr type="ctrY" for="ch" forName="line3" refType="ctrY" refFor="ch" refForName="text3"/>
              <dgm:constr type="r" for="ch" forName="line3" refType="w" fact="0.375"/>
              <dgm:constr type="h" for="ch" forName="line3"/>
              <dgm:constr type="r" for="ch" forName="d3" refType="w" fact="0.52825"/>
              <dgm:constr type="b" for="ch" forName="d3" refType="h" fact="0.83375"/>
              <dgm:constr type="w" for="ch" forName="d3" refType="w" fact="0.1527"/>
              <dgm:constr type="h" for="ch" forName="d3" refType="h" fact="0.287"/>
            </dgm:constrLst>
          </dgm:if>
          <dgm:if name="Name16" axis="ch" ptType="node" func="cnt" op="equ" val="4">
            <dgm:constrLst>
              <dgm:constr type="primFontSz" for="des" ptType="node" op="equ" val="65"/>
              <dgm:constr type="w" for="ch" forName="circle1" refType="w" fact="0.0857"/>
              <dgm:constr type="h" for="ch" forName="circle1" refType="w" refFor="ch" refForName="circle1"/>
              <dgm:constr type="ctrX" for="ch" forName="circle1" refType="w" fact="0.7"/>
              <dgm:constr type="ctrY" for="ch" forName="circle1" refType="h" fact="0.625"/>
              <dgm:constr type="w" for="ch" forName="text1" refType="w" fact="0.3"/>
              <dgm:constr type="h" for="ch" forName="text1" refType="h" fact="0.17938"/>
              <dgm:constr type="l" for="ch" forName="text1"/>
              <dgm:constr type="t" for="ch" forName="text1"/>
              <dgm:constr type="l" for="ch" forName="line1" refType="r" refFor="ch" refForName="text1"/>
              <dgm:constr type="ctrY" for="ch" forName="line1" refType="ctrY" refFor="ch" refForName="text1"/>
              <dgm:constr type="r" for="ch" forName="line1" refType="w" fact="0.375"/>
              <dgm:constr type="h" for="ch" forName="line1"/>
              <dgm:constr type="r" for="ch" forName="d1" refType="w" fact="0.705"/>
              <dgm:constr type="b" for="ch" forName="d1" refType="h" fact="0.62"/>
              <dgm:constr type="w" for="ch" forName="d1" refType="w" fact="0.33"/>
              <dgm:constr type="h" for="ch" forName="d1" refType="h" fact="0.53"/>
              <dgm:constr type="w" for="ch" forName="circle2" refType="w" fact="0.2571"/>
              <dgm:constr type="h" for="ch" forName="circle2" refType="w" refFor="ch" refForName="circle2"/>
              <dgm:constr type="ctrX" for="ch" forName="circle2" refType="w" fact="0.7"/>
              <dgm:constr type="ctrY" for="ch" forName="circle2" refType="h" fact="0.625"/>
              <dgm:constr type="w" for="ch" forName="text2" refType="w" fact="0.3"/>
              <dgm:constr type="h" for="ch" forName="text2" refType="h" fact="0.17938"/>
              <dgm:constr type="l" for="ch" forName="text2"/>
              <dgm:constr type="t" for="ch" forName="text2" refType="b" refFor="ch" refForName="text1"/>
              <dgm:constr type="l" for="ch" forName="line2" refType="r" refFor="ch" refForName="text2"/>
              <dgm:constr type="ctrY" for="ch" forName="line2" refType="ctrY" refFor="ch" refForName="text2"/>
              <dgm:constr type="r" for="ch" forName="line2" refType="w" fact="0.375"/>
              <dgm:constr type="h" for="ch" forName="line2"/>
              <dgm:constr type="r" for="ch" forName="d2" refType="w" fact="0.63375"/>
              <dgm:constr type="b" for="ch" forName="d2" refType="h" fact="0.70438"/>
              <dgm:constr type="w" for="ch" forName="d2" refType="w" fact="0.2585"/>
              <dgm:constr type="h" for="ch" forName="d2" refType="h" fact="0.43525"/>
              <dgm:constr type="w" for="ch" forName="circle3" refType="w" fact="0.4285"/>
              <dgm:constr type="h" for="ch" forName="circle3" refType="w" refFor="ch" refForName="circle3"/>
              <dgm:constr type="ctrX" for="ch" forName="circle3" refType="ctrX" refFor="ch" refForName="circle1"/>
              <dgm:constr type="ctrY" for="ch" forName="circle3" refType="ctrY" refFor="ch" refForName="circle1"/>
              <dgm:constr type="w" for="ch" forName="text3" refType="w" fact="0.3"/>
              <dgm:constr type="h" for="ch" forName="text3" refType="h" fact="0.17938"/>
              <dgm:constr type="l" for="ch" forName="text3"/>
              <dgm:constr type="t" for="ch" forName="text3" refType="b" refFor="ch" refForName="text2"/>
              <dgm:constr type="l" for="ch" forName="line3" refType="r" refFor="ch" refForName="text3"/>
              <dgm:constr type="ctrY" for="ch" forName="line3" refType="ctrY" refFor="ch" refForName="text3"/>
              <dgm:constr type="r" for="ch" forName="line3" refType="w" fact="0.375"/>
              <dgm:constr type="h" for="ch" forName="line3"/>
              <dgm:constr type="r" for="ch" forName="d3" refType="w" fact="0.5745"/>
              <dgm:constr type="b" for="ch" forName="d3" refType="h" fact="0.78031"/>
              <dgm:constr type="w" for="ch" forName="d3" refType="w" fact="0.1995"/>
              <dgm:constr type="h" for="ch" forName="d3" refType="h" fact="0.332"/>
              <dgm:constr type="w" for="ch" forName="circle4" refType="w" fact="0.6"/>
              <dgm:constr type="h" for="ch" forName="circle4" refType="w" refFor="ch" refForName="circle4"/>
              <dgm:constr type="ctrX" for="ch" forName="circle4" refType="ctrX" refFor="ch" refForName="circle1"/>
              <dgm:constr type="ctrY" for="ch" forName="circle4" refType="ctrY" refFor="ch" refForName="circle1"/>
              <dgm:constr type="w" for="ch" forName="text4" refType="w" fact="0.3"/>
              <dgm:constr type="h" for="ch" forName="text4" refType="h" fact="0.17938"/>
              <dgm:constr type="l" for="ch" forName="text4"/>
              <dgm:constr type="t" for="ch" forName="text4" refType="b" refFor="ch" refForName="text3"/>
              <dgm:constr type="l" for="ch" forName="line4" refType="r" refFor="ch" refForName="text4"/>
              <dgm:constr type="ctrY" for="ch" forName="line4" refType="ctrY" refFor="ch" refForName="text4"/>
              <dgm:constr type="r" for="ch" forName="line4" refType="w" fact="0.375"/>
              <dgm:constr type="h" for="ch" forName="line4"/>
              <dgm:constr type="r" for="ch" forName="d4" refType="w" fact="0.51475"/>
              <dgm:constr type="b" for="ch" forName="d4" refType="h" fact="0.85594"/>
              <dgm:constr type="w" for="ch" forName="d4" refType="w" fact="0.1394"/>
              <dgm:constr type="h" for="ch" forName="d4" refType="h" fact="0.2282"/>
            </dgm:constrLst>
          </dgm:if>
          <dgm:if name="Name17" axis="ch" ptType="node" func="cnt" op="gte" val="5">
            <dgm:constrLst>
              <dgm:constr type="primFontSz" for="des" ptType="node" op="equ" val="65"/>
              <dgm:constr type="w" for="ch" forName="circle1" refType="w" fact="0.0667"/>
              <dgm:constr type="h" for="ch" forName="circle1" refType="w" refFor="ch" refForName="circle1"/>
              <dgm:constr type="ctrX" for="ch" forName="circle1" refType="w" fact="0.7"/>
              <dgm:constr type="ctrY" for="ch" forName="circle1" refType="h" fact="0.625"/>
              <dgm:constr type="w" for="ch" forName="text1" refType="w" fact="0.3"/>
              <dgm:constr type="h" for="ch" forName="text1" refType="h" fact="0.1324"/>
              <dgm:constr type="l" for="ch" forName="text1"/>
              <dgm:constr type="ctrY" for="ch" forName="text1" refType="h" fact="0.13"/>
              <dgm:constr type="l" for="ch" forName="line1" refType="r" refFor="ch" refForName="text1"/>
              <dgm:constr type="ctrY" for="ch" forName="line1" refType="ctrY" refFor="ch" refForName="text1"/>
              <dgm:constr type="r" for="ch" forName="line1" refType="w" fact="0.375"/>
              <dgm:constr type="h" for="ch" forName="line1"/>
              <dgm:constr type="r" for="ch" forName="d1" refType="w" fact="0.7"/>
              <dgm:constr type="b" for="ch" forName="d1" refType="h" fact="0.625"/>
              <dgm:constr type="w" for="ch" forName="d1" refType="w" fact="0.3245"/>
              <dgm:constr type="h" for="ch" forName="d1" refType="h" fact="0.495"/>
              <dgm:constr type="w" for="ch" forName="circle2" refType="w" fact="0.2"/>
              <dgm:constr type="h" for="ch" forName="circle2" refType="w" refFor="ch" refForName="circle2"/>
              <dgm:constr type="ctrX" for="ch" forName="circle2" refType="w" fact="0.7"/>
              <dgm:constr type="ctrY" for="ch" forName="circle2" refType="h" fact="0.625"/>
              <dgm:constr type="w" for="ch" forName="text2" refType="w" fact="0.3"/>
              <dgm:constr type="h" for="ch" forName="text2" refType="h" fact="0.1324"/>
              <dgm:constr type="l" for="ch" forName="text2"/>
              <dgm:constr type="ctrY" for="ch" forName="text2" refType="h" fact="0.27"/>
              <dgm:constr type="l" for="ch" forName="line2" refType="r" refFor="ch" refForName="text2"/>
              <dgm:constr type="ctrY" for="ch" forName="line2" refType="ctrY" refFor="ch" refForName="text2"/>
              <dgm:constr type="r" for="ch" forName="line2" refType="w" fact="0.375"/>
              <dgm:constr type="h" for="ch" forName="line2"/>
              <dgm:constr type="r" for="ch" forName="d2" refType="w" fact="0.6502"/>
              <dgm:constr type="b" for="ch" forName="d2" refType="h" fact="0.682"/>
              <dgm:constr type="w" for="ch" forName="d2" refType="w" fact="0.275"/>
              <dgm:constr type="h" for="ch" forName="d2" refType="h" fact="0.41215"/>
              <dgm:constr type="w" for="ch" forName="circle3" refType="w" fact="0.3334"/>
              <dgm:constr type="h" for="ch" forName="circle3" refType="w" refFor="ch" refForName="circle3"/>
              <dgm:constr type="ctrX" for="ch" forName="circle3" refType="ctrX" refFor="ch" refForName="circle1"/>
              <dgm:constr type="ctrY" for="ch" forName="circle3" refType="ctrY" refFor="ch" refForName="circle1"/>
              <dgm:constr type="w" for="ch" forName="text3" refType="w" fact="0.3"/>
              <dgm:constr type="h" for="ch" forName="text3" refType="h" fact="0.1324"/>
              <dgm:constr type="l" for="ch" forName="text3"/>
              <dgm:constr type="ctrY" for="ch" forName="text3" refType="h" fact="0.41"/>
              <dgm:constr type="l" for="ch" forName="line3" refType="r" refFor="ch" refForName="text3"/>
              <dgm:constr type="ctrY" for="ch" forName="line3" refType="ctrY" refFor="ch" refForName="text3"/>
              <dgm:constr type="r" for="ch" forName="line3" refType="w" fact="0.375"/>
              <dgm:constr type="h" for="ch" forName="line3"/>
              <dgm:constr type="r" for="ch" forName="d3" refType="w" fact="0.606"/>
              <dgm:constr type="b" for="ch" forName="d3" refType="h" fact="0.735"/>
              <dgm:constr type="w" for="ch" forName="d3" refType="w" fact="0.231"/>
              <dgm:constr type="h" for="ch" forName="d3" refType="h" fact="0.325"/>
              <dgm:constr type="w" for="ch" forName="circle4" refType="w" fact="0.4667"/>
              <dgm:constr type="h" for="ch" forName="circle4" refType="w" refFor="ch" refForName="circle4"/>
              <dgm:constr type="ctrX" for="ch" forName="circle4" refType="ctrX" refFor="ch" refForName="circle1"/>
              <dgm:constr type="ctrY" for="ch" forName="circle4" refType="ctrY" refFor="ch" refForName="circle1"/>
              <dgm:constr type="w" for="ch" forName="text4" refType="w" fact="0.3"/>
              <dgm:constr type="h" for="ch" forName="text4" refType="h" fact="0.1324"/>
              <dgm:constr type="l" for="ch" forName="text4"/>
              <dgm:constr type="ctrY" for="ch" forName="text4" refType="h" fact="0.547"/>
              <dgm:constr type="l" for="ch" forName="line4" refType="r" refFor="ch" refForName="text4"/>
              <dgm:constr type="ctrY" for="ch" forName="line4" refType="ctrY" refFor="ch" refForName="text4"/>
              <dgm:constr type="r" for="ch" forName="line4" refType="w" fact="0.375"/>
              <dgm:constr type="h" for="ch" forName="line4"/>
              <dgm:constr type="r" for="ch" forName="d4" refType="w" fact="0.554"/>
              <dgm:constr type="b" for="ch" forName="d4" refType="h" fact="0.795"/>
              <dgm:constr type="w" for="ch" forName="d4" refType="w" fact="0.179"/>
              <dgm:constr type="h" for="ch" forName="d4" refType="h" fact="0.248"/>
              <dgm:constr type="w" for="ch" forName="circle5" refType="w" fact="0.6"/>
              <dgm:constr type="h" for="ch" forName="circle5" refType="w" refFor="ch" refForName="circle5"/>
              <dgm:constr type="ctrX" for="ch" forName="circle5" refType="ctrX" refFor="ch" refForName="circle1"/>
              <dgm:constr type="ctrY" for="ch" forName="circle5" refType="ctrY" refFor="ch" refForName="circle1"/>
              <dgm:constr type="w" for="ch" forName="text5" refType="w" fact="0.3"/>
              <dgm:constr type="h" for="ch" forName="text5" refType="h" fact="0.1324"/>
              <dgm:constr type="l" for="ch" forName="text5"/>
              <dgm:constr type="ctrY" for="ch" forName="text5" refType="h" fact="0.68"/>
              <dgm:constr type="l" for="ch" forName="line5" refType="r" refFor="ch" refForName="text5"/>
              <dgm:constr type="ctrY" for="ch" forName="line5" refType="ctrY" refFor="ch" refForName="text5"/>
              <dgm:constr type="r" for="ch" forName="line5" refType="w" fact="0.375"/>
              <dgm:constr type="h" for="ch" forName="line5"/>
              <dgm:constr type="r" for="ch" forName="d5" refType="w" fact="0.505"/>
              <dgm:constr type="b" for="ch" forName="d5" refType="h" fact="0.855"/>
              <dgm:constr type="w" for="ch" forName="d5" refType="w" fact="0.13"/>
              <dgm:constr type="h" for="ch" forName="d5" refType="h" fact="0.175"/>
            </dgm:constrLst>
          </dgm:if>
          <dgm:else name="Name18"/>
        </dgm:choose>
      </dgm:else>
    </dgm:choose>
    <dgm:ruleLst/>
    <dgm:forEach name="Name19" axis="ch" ptType="node" cnt="1">
      <dgm:layoutNode name="circle1" styleLbl="lnNode1">
        <dgm:alg type="sp"/>
        <dgm:shape xmlns:r="http://schemas.openxmlformats.org/officeDocument/2006/relationships" type="ellipse" r:blip="">
          <dgm:adjLst/>
        </dgm:shape>
        <dgm:presOf/>
        <dgm:constrLst/>
        <dgm:ruleLst/>
      </dgm:layoutNode>
      <dgm:layoutNode name="text1" styleLbl="revTx">
        <dgm:varLst>
          <dgm:bulletEnabled val="1"/>
        </dgm:varLst>
        <dgm:choose name="Name20">
          <dgm:if name="Name21" func="var" arg="dir" op="equ" val="norm">
            <dgm:choose name="Name22">
              <dgm:if name="Name23" axis="root des" ptType="all node" func="maxDepth" op="gt" val="1">
                <dgm:alg type="tx">
                  <dgm:param type="parTxLTRAlign" val="l"/>
                  <dgm:param type="parTxRTLAlign" val="r"/>
                </dgm:alg>
              </dgm:if>
              <dgm:else name="Name24">
                <dgm:alg type="tx">
                  <dgm:param type="parTxLTRAlign" val="l"/>
                  <dgm:param type="parTxRTLAlign" val="l"/>
                </dgm:alg>
              </dgm:else>
            </dgm:choose>
          </dgm:if>
          <dgm:else name="Name25">
            <dgm:choose name="Name26">
              <dgm:if name="Name27" axis="root des" ptType="all node" func="maxDepth" op="gt" val="1">
                <dgm:alg type="tx">
                  <dgm:param type="parTxLTRAlign" val="l"/>
                  <dgm:param type="parTxRTLAlign" val="r"/>
                </dgm:alg>
              </dgm:if>
              <dgm:else name="Name28">
                <dgm:alg type="tx">
                  <dgm:param type="parTxLTRAlign" val="r"/>
                  <dgm:param type="parTxRTLAlign" val="r"/>
                </dgm:alg>
              </dgm:else>
            </dgm:choose>
          </dgm:else>
        </dgm:choose>
        <dgm:shape xmlns:r="http://schemas.openxmlformats.org/officeDocument/2006/relationships" type="rect" r:blip="">
          <dgm:adjLst/>
        </dgm:shape>
        <dgm:presOf axis="desOrSelf" ptType="node"/>
        <dgm:choose name="Name29">
          <dgm:if name="Name30" func="var" arg="dir" op="equ" val="norm">
            <dgm:constrLst>
              <dgm:constr type="tMarg" refType="primFontSz" fact="0.1"/>
              <dgm:constr type="bMarg" refType="primFontSz" fact="0.1"/>
              <dgm:constr type="rMarg" refType="primFontSz" fact="0.1"/>
            </dgm:constrLst>
          </dgm:if>
          <dgm:else name="Name31">
            <dgm:constrLst>
              <dgm:constr type="tMarg" refType="primFontSz" fact="0.1"/>
              <dgm:constr type="bMarg" refType="primFontSz" fact="0.1"/>
              <dgm:constr type="lMarg" refType="primFontSz" fact="0.1"/>
            </dgm:constrLst>
          </dgm:else>
        </dgm:choose>
        <dgm:ruleLst>
          <dgm:rule type="primFontSz" val="5" fact="NaN" max="NaN"/>
        </dgm:ruleLst>
      </dgm:layoutNode>
      <dgm:layoutNode name="line1" styleLbl="callout">
        <dgm:alg type="sp"/>
        <dgm:shape xmlns:r="http://schemas.openxmlformats.org/officeDocument/2006/relationships" type="line" r:blip="">
          <dgm:adjLst/>
        </dgm:shape>
        <dgm:presOf/>
        <dgm:constrLst/>
        <dgm:ruleLst/>
      </dgm:layoutNode>
      <dgm:layoutNode name="d1" styleLbl="callout">
        <dgm:alg type="sp"/>
        <dgm:choose name="Name32">
          <dgm:if name="Name33" func="var" arg="dir" op="equ" val="norm">
            <dgm:shape xmlns:r="http://schemas.openxmlformats.org/officeDocument/2006/relationships" rot="90" type="line" r:blip="">
              <dgm:adjLst/>
            </dgm:shape>
          </dgm:if>
          <dgm:else name="Name34">
            <dgm:shape xmlns:r="http://schemas.openxmlformats.org/officeDocument/2006/relationships" rot="180" type="line" r:blip="">
              <dgm:adjLst/>
            </dgm:shape>
          </dgm:else>
        </dgm:choose>
        <dgm:presOf/>
        <dgm:constrLst/>
        <dgm:ruleLst/>
      </dgm:layoutNode>
    </dgm:forEach>
    <dgm:forEach name="Name35" axis="ch" ptType="node" st="2" cnt="1">
      <dgm:layoutNode name="circle2" styleLbl="lnNode1">
        <dgm:alg type="sp"/>
        <dgm:shape xmlns:r="http://schemas.openxmlformats.org/officeDocument/2006/relationships" type="ellipse" r:blip="" zOrderOff="-5">
          <dgm:adjLst/>
        </dgm:shape>
        <dgm:presOf/>
        <dgm:constrLst/>
        <dgm:ruleLst/>
      </dgm:layoutNode>
      <dgm:layoutNode name="text2" styleLbl="revTx">
        <dgm:varLst>
          <dgm:bulletEnabled val="1"/>
        </dgm:varLst>
        <dgm:choose name="Name36">
          <dgm:if name="Name37" func="var" arg="dir" op="equ" val="norm">
            <dgm:choose name="Name38">
              <dgm:if name="Name39" axis="root des" ptType="all node" func="maxDepth" op="gt" val="1">
                <dgm:alg type="tx">
                  <dgm:param type="parTxLTRAlign" val="l"/>
                  <dgm:param type="parTxRTLAlign" val="r"/>
                </dgm:alg>
              </dgm:if>
              <dgm:else name="Name40">
                <dgm:alg type="tx">
                  <dgm:param type="parTxLTRAlign" val="l"/>
                  <dgm:param type="parTxRTLAlign" val="l"/>
                </dgm:alg>
              </dgm:else>
            </dgm:choose>
          </dgm:if>
          <dgm:else name="Name41">
            <dgm:choose name="Name42">
              <dgm:if name="Name43" axis="root des" ptType="all node" func="maxDepth" op="gt" val="1">
                <dgm:alg type="tx">
                  <dgm:param type="parTxLTRAlign" val="l"/>
                  <dgm:param type="parTxRTLAlign" val="r"/>
                </dgm:alg>
              </dgm:if>
              <dgm:else name="Name44">
                <dgm:alg type="tx">
                  <dgm:param type="parTxLTRAlign" val="r"/>
                  <dgm:param type="parTxRTLAlign" val="r"/>
                </dgm:alg>
              </dgm:else>
            </dgm:choose>
          </dgm:else>
        </dgm:choose>
        <dgm:shape xmlns:r="http://schemas.openxmlformats.org/officeDocument/2006/relationships" type="rect" r:blip="">
          <dgm:adjLst/>
        </dgm:shape>
        <dgm:presOf axis="desOrSelf" ptType="node"/>
        <dgm:choose name="Name45">
          <dgm:if name="Name46" func="var" arg="dir" op="equ" val="norm">
            <dgm:constrLst>
              <dgm:constr type="tMarg" refType="primFontSz" fact="0.1"/>
              <dgm:constr type="bMarg" refType="primFontSz" fact="0.1"/>
              <dgm:constr type="rMarg" refType="primFontSz" fact="0.1"/>
            </dgm:constrLst>
          </dgm:if>
          <dgm:else name="Name47">
            <dgm:constrLst>
              <dgm:constr type="tMarg" refType="primFontSz" fact="0.1"/>
              <dgm:constr type="bMarg" refType="primFontSz" fact="0.1"/>
              <dgm:constr type="lMarg" refType="primFontSz" fact="0.1"/>
            </dgm:constrLst>
          </dgm:else>
        </dgm:choose>
        <dgm:ruleLst>
          <dgm:rule type="primFontSz" val="5" fact="NaN" max="NaN"/>
        </dgm:ruleLst>
      </dgm:layoutNode>
      <dgm:layoutNode name="line2" styleLbl="callout">
        <dgm:alg type="sp"/>
        <dgm:shape xmlns:r="http://schemas.openxmlformats.org/officeDocument/2006/relationships" type="line" r:blip="">
          <dgm:adjLst/>
        </dgm:shape>
        <dgm:presOf/>
        <dgm:constrLst/>
        <dgm:ruleLst/>
      </dgm:layoutNode>
      <dgm:layoutNode name="d2" styleLbl="callout">
        <dgm:alg type="sp"/>
        <dgm:choose name="Name48">
          <dgm:if name="Name49" func="var" arg="dir" op="equ" val="norm">
            <dgm:shape xmlns:r="http://schemas.openxmlformats.org/officeDocument/2006/relationships" rot="90" type="line" r:blip="">
              <dgm:adjLst/>
            </dgm:shape>
          </dgm:if>
          <dgm:else name="Name50">
            <dgm:shape xmlns:r="http://schemas.openxmlformats.org/officeDocument/2006/relationships" rot="180" type="line" r:blip="">
              <dgm:adjLst/>
            </dgm:shape>
          </dgm:else>
        </dgm:choose>
        <dgm:presOf/>
        <dgm:constrLst/>
        <dgm:ruleLst/>
      </dgm:layoutNode>
    </dgm:forEach>
    <dgm:forEach name="Name51" axis="ch" ptType="node" st="3" cnt="1">
      <dgm:layoutNode name="circle3" styleLbl="lnNode1">
        <dgm:alg type="sp"/>
        <dgm:shape xmlns:r="http://schemas.openxmlformats.org/officeDocument/2006/relationships" type="ellipse" r:blip="" zOrderOff="-10">
          <dgm:adjLst/>
        </dgm:shape>
        <dgm:presOf/>
        <dgm:constrLst/>
        <dgm:ruleLst/>
      </dgm:layoutNode>
      <dgm:layoutNode name="text3" styleLbl="revTx">
        <dgm:varLst>
          <dgm:bulletEnabled val="1"/>
        </dgm:varLst>
        <dgm:choose name="Name52">
          <dgm:if name="Name53" func="var" arg="dir" op="equ" val="norm">
            <dgm:choose name="Name54">
              <dgm:if name="Name55" axis="root des" ptType="all node" func="maxDepth" op="gt" val="1">
                <dgm:alg type="tx">
                  <dgm:param type="parTxLTRAlign" val="l"/>
                  <dgm:param type="parTxRTLAlign" val="r"/>
                </dgm:alg>
              </dgm:if>
              <dgm:else name="Name56">
                <dgm:alg type="tx">
                  <dgm:param type="parTxLTRAlign" val="l"/>
                  <dgm:param type="parTxRTLAlign" val="l"/>
                </dgm:alg>
              </dgm:else>
            </dgm:choose>
          </dgm:if>
          <dgm:else name="Name57">
            <dgm:choose name="Name58">
              <dgm:if name="Name59" axis="root des" ptType="all node" func="maxDepth" op="gt" val="1">
                <dgm:alg type="tx">
                  <dgm:param type="parTxLTRAlign" val="l"/>
                  <dgm:param type="parTxRTLAlign" val="r"/>
                </dgm:alg>
              </dgm:if>
              <dgm:else name="Name60">
                <dgm:alg type="tx">
                  <dgm:param type="parTxLTRAlign" val="r"/>
                  <dgm:param type="parTxRTLAlign" val="r"/>
                </dgm:alg>
              </dgm:else>
            </dgm:choose>
          </dgm:else>
        </dgm:choose>
        <dgm:shape xmlns:r="http://schemas.openxmlformats.org/officeDocument/2006/relationships" type="rect" r:blip="">
          <dgm:adjLst/>
        </dgm:shape>
        <dgm:presOf axis="desOrSelf" ptType="node"/>
        <dgm:choose name="Name61">
          <dgm:if name="Name62" func="var" arg="dir" op="equ" val="norm">
            <dgm:constrLst>
              <dgm:constr type="tMarg" refType="primFontSz" fact="0.1"/>
              <dgm:constr type="bMarg" refType="primFontSz" fact="0.1"/>
              <dgm:constr type="rMarg" refType="primFontSz" fact="0.1"/>
            </dgm:constrLst>
          </dgm:if>
          <dgm:else name="Name63">
            <dgm:constrLst>
              <dgm:constr type="tMarg" refType="primFontSz" fact="0.1"/>
              <dgm:constr type="bMarg" refType="primFontSz" fact="0.1"/>
              <dgm:constr type="lMarg" refType="primFontSz" fact="0.1"/>
            </dgm:constrLst>
          </dgm:else>
        </dgm:choose>
        <dgm:ruleLst>
          <dgm:rule type="primFontSz" val="5" fact="NaN" max="NaN"/>
        </dgm:ruleLst>
      </dgm:layoutNode>
      <dgm:layoutNode name="line3" styleLbl="callout">
        <dgm:alg type="sp"/>
        <dgm:shape xmlns:r="http://schemas.openxmlformats.org/officeDocument/2006/relationships" type="line" r:blip="">
          <dgm:adjLst/>
        </dgm:shape>
        <dgm:presOf/>
        <dgm:constrLst/>
        <dgm:ruleLst/>
      </dgm:layoutNode>
      <dgm:layoutNode name="d3" styleLbl="callout">
        <dgm:alg type="sp"/>
        <dgm:choose name="Name64">
          <dgm:if name="Name65" func="var" arg="dir" op="equ" val="norm">
            <dgm:shape xmlns:r="http://schemas.openxmlformats.org/officeDocument/2006/relationships" rot="90" type="line" r:blip="">
              <dgm:adjLst/>
            </dgm:shape>
          </dgm:if>
          <dgm:else name="Name66">
            <dgm:shape xmlns:r="http://schemas.openxmlformats.org/officeDocument/2006/relationships" rot="180" type="line" r:blip="">
              <dgm:adjLst/>
            </dgm:shape>
          </dgm:else>
        </dgm:choose>
        <dgm:presOf/>
        <dgm:constrLst/>
        <dgm:ruleLst/>
      </dgm:layoutNode>
    </dgm:forEach>
    <dgm:forEach name="Name67" axis="ch" ptType="node" st="4" cnt="1">
      <dgm:layoutNode name="circle4" styleLbl="lnNode1">
        <dgm:alg type="sp"/>
        <dgm:shape xmlns:r="http://schemas.openxmlformats.org/officeDocument/2006/relationships" type="ellipse" r:blip="" zOrderOff="-15">
          <dgm:adjLst/>
        </dgm:shape>
        <dgm:presOf/>
        <dgm:constrLst/>
        <dgm:ruleLst/>
      </dgm:layoutNode>
      <dgm:layoutNode name="text4" styleLbl="revTx">
        <dgm:varLst>
          <dgm:bulletEnabled val="1"/>
        </dgm:varLst>
        <dgm:choose name="Name68">
          <dgm:if name="Name69" func="var" arg="dir" op="equ" val="norm">
            <dgm:choose name="Name70">
              <dgm:if name="Name71" axis="root des" ptType="all node" func="maxDepth" op="gt" val="1">
                <dgm:alg type="tx">
                  <dgm:param type="parTxLTRAlign" val="l"/>
                  <dgm:param type="parTxRTLAlign" val="r"/>
                </dgm:alg>
              </dgm:if>
              <dgm:else name="Name72">
                <dgm:alg type="tx">
                  <dgm:param type="parTxLTRAlign" val="l"/>
                  <dgm:param type="parTxRTLAlign" val="l"/>
                </dgm:alg>
              </dgm:else>
            </dgm:choose>
          </dgm:if>
          <dgm:else name="Name73">
            <dgm:choose name="Name74">
              <dgm:if name="Name75" axis="root des" ptType="all node" func="maxDepth" op="gt" val="1">
                <dgm:alg type="tx">
                  <dgm:param type="parTxLTRAlign" val="l"/>
                  <dgm:param type="parTxRTLAlign" val="r"/>
                </dgm:alg>
              </dgm:if>
              <dgm:else name="Name76">
                <dgm:alg type="tx">
                  <dgm:param type="parTxLTRAlign" val="r"/>
                  <dgm:param type="parTxRTLAlign" val="r"/>
                </dgm:alg>
              </dgm:else>
            </dgm:choose>
          </dgm:else>
        </dgm:choose>
        <dgm:shape xmlns:r="http://schemas.openxmlformats.org/officeDocument/2006/relationships" type="rect" r:blip="">
          <dgm:adjLst/>
        </dgm:shape>
        <dgm:presOf axis="desOrSelf" ptType="node"/>
        <dgm:choose name="Name77">
          <dgm:if name="Name78" func="var" arg="dir" op="equ" val="norm">
            <dgm:constrLst>
              <dgm:constr type="tMarg" refType="primFontSz" fact="0.1"/>
              <dgm:constr type="bMarg" refType="primFontSz" fact="0.1"/>
              <dgm:constr type="rMarg" refType="primFontSz" fact="0.1"/>
            </dgm:constrLst>
          </dgm:if>
          <dgm:else name="Name79">
            <dgm:constrLst>
              <dgm:constr type="tMarg" refType="primFontSz" fact="0.1"/>
              <dgm:constr type="bMarg" refType="primFontSz" fact="0.1"/>
              <dgm:constr type="lMarg" refType="primFontSz" fact="0.1"/>
            </dgm:constrLst>
          </dgm:else>
        </dgm:choose>
        <dgm:ruleLst>
          <dgm:rule type="primFontSz" val="5" fact="NaN" max="NaN"/>
        </dgm:ruleLst>
      </dgm:layoutNode>
      <dgm:layoutNode name="line4" styleLbl="callout">
        <dgm:alg type="sp"/>
        <dgm:shape xmlns:r="http://schemas.openxmlformats.org/officeDocument/2006/relationships" type="line" r:blip="">
          <dgm:adjLst/>
        </dgm:shape>
        <dgm:presOf/>
        <dgm:constrLst/>
        <dgm:ruleLst/>
      </dgm:layoutNode>
      <dgm:layoutNode name="d4" styleLbl="callout">
        <dgm:alg type="sp"/>
        <dgm:choose name="Name80">
          <dgm:if name="Name81" func="var" arg="dir" op="equ" val="norm">
            <dgm:shape xmlns:r="http://schemas.openxmlformats.org/officeDocument/2006/relationships" rot="90" type="line" r:blip="">
              <dgm:adjLst/>
            </dgm:shape>
          </dgm:if>
          <dgm:else name="Name82">
            <dgm:shape xmlns:r="http://schemas.openxmlformats.org/officeDocument/2006/relationships" rot="180" type="line" r:blip="">
              <dgm:adjLst/>
            </dgm:shape>
          </dgm:else>
        </dgm:choose>
        <dgm:presOf/>
        <dgm:constrLst/>
        <dgm:ruleLst/>
      </dgm:layoutNode>
    </dgm:forEach>
    <dgm:forEach name="Name83" axis="ch" ptType="node" st="5" cnt="1">
      <dgm:layoutNode name="circle5" styleLbl="lnNode1">
        <dgm:alg type="sp"/>
        <dgm:shape xmlns:r="http://schemas.openxmlformats.org/officeDocument/2006/relationships" type="ellipse" r:blip="" zOrderOff="-20">
          <dgm:adjLst/>
        </dgm:shape>
        <dgm:presOf/>
        <dgm:constrLst/>
        <dgm:ruleLst/>
      </dgm:layoutNode>
      <dgm:layoutNode name="text5" styleLbl="revTx">
        <dgm:varLst>
          <dgm:bulletEnabled val="1"/>
        </dgm:varLst>
        <dgm:choose name="Name84">
          <dgm:if name="Name85" func="var" arg="dir" op="equ" val="norm">
            <dgm:choose name="Name86">
              <dgm:if name="Name87" axis="root des" ptType="all node" func="maxDepth" op="gt" val="1">
                <dgm:alg type="tx">
                  <dgm:param type="parTxLTRAlign" val="l"/>
                  <dgm:param type="parTxRTLAlign" val="r"/>
                </dgm:alg>
              </dgm:if>
              <dgm:else name="Name88">
                <dgm:alg type="tx">
                  <dgm:param type="parTxLTRAlign" val="l"/>
                  <dgm:param type="parTxRTLAlign" val="l"/>
                </dgm:alg>
              </dgm:else>
            </dgm:choose>
          </dgm:if>
          <dgm:else name="Name89">
            <dgm:choose name="Name90">
              <dgm:if name="Name91" axis="root des" ptType="all node" func="maxDepth" op="gt" val="1">
                <dgm:alg type="tx">
                  <dgm:param type="parTxLTRAlign" val="l"/>
                  <dgm:param type="parTxRTLAlign" val="r"/>
                </dgm:alg>
              </dgm:if>
              <dgm:else name="Name92">
                <dgm:alg type="tx">
                  <dgm:param type="parTxLTRAlign" val="r"/>
                  <dgm:param type="parTxRTLAlign" val="r"/>
                </dgm:alg>
              </dgm:else>
            </dgm:choose>
          </dgm:else>
        </dgm:choose>
        <dgm:shape xmlns:r="http://schemas.openxmlformats.org/officeDocument/2006/relationships" type="rect" r:blip="">
          <dgm:adjLst/>
        </dgm:shape>
        <dgm:presOf axis="desOrSelf" ptType="node"/>
        <dgm:choose name="Name93">
          <dgm:if name="Name94" func="var" arg="dir" op="equ" val="norm">
            <dgm:constrLst>
              <dgm:constr type="tMarg" refType="primFontSz" fact="0.1"/>
              <dgm:constr type="bMarg" refType="primFontSz" fact="0.1"/>
              <dgm:constr type="rMarg" refType="primFontSz" fact="0.1"/>
            </dgm:constrLst>
          </dgm:if>
          <dgm:else name="Name95">
            <dgm:constrLst>
              <dgm:constr type="tMarg" refType="primFontSz" fact="0.1"/>
              <dgm:constr type="bMarg" refType="primFontSz" fact="0.1"/>
              <dgm:constr type="lMarg" refType="primFontSz" fact="0.1"/>
            </dgm:constrLst>
          </dgm:else>
        </dgm:choose>
        <dgm:ruleLst>
          <dgm:rule type="primFontSz" val="5" fact="NaN" max="NaN"/>
        </dgm:ruleLst>
      </dgm:layoutNode>
      <dgm:layoutNode name="line5" styleLbl="callout">
        <dgm:alg type="sp"/>
        <dgm:shape xmlns:r="http://schemas.openxmlformats.org/officeDocument/2006/relationships" type="line" r:blip="">
          <dgm:adjLst/>
        </dgm:shape>
        <dgm:presOf/>
        <dgm:constrLst/>
        <dgm:ruleLst/>
      </dgm:layoutNode>
      <dgm:layoutNode name="d5" styleLbl="callout">
        <dgm:alg type="sp"/>
        <dgm:choose name="Name96">
          <dgm:if name="Name97" func="var" arg="dir" op="equ" val="norm">
            <dgm:shape xmlns:r="http://schemas.openxmlformats.org/officeDocument/2006/relationships" rot="90" type="line" r:blip="">
              <dgm:adjLst/>
            </dgm:shape>
          </dgm:if>
          <dgm:else name="Name98">
            <dgm:shape xmlns:r="http://schemas.openxmlformats.org/officeDocument/2006/relationships" rot="180" type="line" r:blip="">
              <dgm:adjLst/>
            </dgm:shape>
          </dgm:else>
        </dgm:choose>
        <dgm:presOf/>
        <dgm:constrLst/>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939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none" lIns="90000" tIns="46800" rIns="90000" bIns="46800" numCol="1" anchor="ctr" anchorCtr="0" compatLnSpc="1">
            <a:prstTxWarp prst="textNoShape">
              <a:avLst/>
            </a:prstTxWarp>
          </a:bodyPr>
          <a:lstStyle>
            <a:lvl1pPr>
              <a:defRPr sz="1200">
                <a:latin typeface="Arial" pitchFamily="-110" charset="0"/>
              </a:defRPr>
            </a:lvl1pPr>
          </a:lstStyle>
          <a:p>
            <a:endParaRPr lang="en-US" dirty="0"/>
          </a:p>
        </p:txBody>
      </p:sp>
      <p:sp>
        <p:nvSpPr>
          <p:cNvPr id="59395"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none" lIns="90000" tIns="46800" rIns="90000" bIns="46800" numCol="1" anchor="ctr" anchorCtr="0" compatLnSpc="1">
            <a:prstTxWarp prst="textNoShape">
              <a:avLst/>
            </a:prstTxWarp>
          </a:bodyPr>
          <a:lstStyle>
            <a:lvl1pPr algn="r">
              <a:defRPr sz="1200">
                <a:latin typeface="Arial" pitchFamily="-110" charset="0"/>
              </a:defRPr>
            </a:lvl1pPr>
          </a:lstStyle>
          <a:p>
            <a:endParaRPr lang="en-US" dirty="0"/>
          </a:p>
        </p:txBody>
      </p:sp>
      <p:sp>
        <p:nvSpPr>
          <p:cNvPr id="59396"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none" lIns="90000" tIns="46800" rIns="90000" bIns="46800" numCol="1" anchor="b" anchorCtr="0" compatLnSpc="1">
            <a:prstTxWarp prst="textNoShape">
              <a:avLst/>
            </a:prstTxWarp>
          </a:bodyPr>
          <a:lstStyle>
            <a:lvl1pPr>
              <a:defRPr sz="1200">
                <a:latin typeface="Arial" pitchFamily="-110" charset="0"/>
              </a:defRPr>
            </a:lvl1pPr>
          </a:lstStyle>
          <a:p>
            <a:r>
              <a:rPr lang="en-US"/>
              <a:t>© 2016 Pearson Education, Inc., Upper Saddle River, NJ. All rights reserved.</a:t>
            </a:r>
            <a:endParaRPr lang="en-US" dirty="0"/>
          </a:p>
        </p:txBody>
      </p:sp>
      <p:sp>
        <p:nvSpPr>
          <p:cNvPr id="59397"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none" lIns="90000" tIns="46800" rIns="90000" bIns="46800" numCol="1" anchor="b" anchorCtr="0" compatLnSpc="1">
            <a:prstTxWarp prst="textNoShape">
              <a:avLst/>
            </a:prstTxWarp>
          </a:bodyPr>
          <a:lstStyle>
            <a:lvl1pPr algn="r">
              <a:defRPr sz="1200">
                <a:latin typeface="Arial" pitchFamily="-110" charset="0"/>
              </a:defRPr>
            </a:lvl1pPr>
          </a:lstStyle>
          <a:p>
            <a:fld id="{4F817154-EF57-E447-B272-3CC33A38C6FD}" type="slidenum">
              <a:rPr lang="en-US"/>
              <a:pPr/>
              <a:t>‹#›</a:t>
            </a:fld>
            <a:endParaRPr lang="en-US" dirty="0"/>
          </a:p>
        </p:txBody>
      </p:sp>
    </p:spTree>
    <p:extLst>
      <p:ext uri="{BB962C8B-B14F-4D97-AF65-F5344CB8AC3E}">
        <p14:creationId xmlns:p14="http://schemas.microsoft.com/office/powerpoint/2010/main" val="909216140"/>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837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none" lIns="90000" tIns="46800" rIns="90000" bIns="46800" numCol="1" anchor="ctr" anchorCtr="0" compatLnSpc="1">
            <a:prstTxWarp prst="textNoShape">
              <a:avLst/>
            </a:prstTxWarp>
          </a:bodyPr>
          <a:lstStyle>
            <a:lvl1pPr>
              <a:defRPr sz="1200">
                <a:latin typeface="Arial" pitchFamily="-110" charset="0"/>
              </a:defRPr>
            </a:lvl1pPr>
          </a:lstStyle>
          <a:p>
            <a:endParaRPr lang="en-US" dirty="0"/>
          </a:p>
        </p:txBody>
      </p:sp>
      <p:sp>
        <p:nvSpPr>
          <p:cNvPr id="58371"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none" lIns="90000" tIns="46800" rIns="90000" bIns="46800" numCol="1" anchor="ctr" anchorCtr="0" compatLnSpc="1">
            <a:prstTxWarp prst="textNoShape">
              <a:avLst/>
            </a:prstTxWarp>
          </a:bodyPr>
          <a:lstStyle>
            <a:lvl1pPr algn="r">
              <a:defRPr sz="1200">
                <a:latin typeface="Arial" pitchFamily="-110" charset="0"/>
              </a:defRPr>
            </a:lvl1pPr>
          </a:lstStyle>
          <a:p>
            <a:endParaRPr lang="en-US" dirty="0"/>
          </a:p>
        </p:txBody>
      </p:sp>
      <p:sp>
        <p:nvSpPr>
          <p:cNvPr id="5837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p:spPr>
      </p:sp>
      <p:sp>
        <p:nvSpPr>
          <p:cNvPr id="58373"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none" lIns="90000" tIns="46800" rIns="90000" bIns="46800" numCol="1" anchor="ctr"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8374"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none" lIns="90000" tIns="46800" rIns="90000" bIns="46800" numCol="1" anchor="b" anchorCtr="0" compatLnSpc="1">
            <a:prstTxWarp prst="textNoShape">
              <a:avLst/>
            </a:prstTxWarp>
          </a:bodyPr>
          <a:lstStyle>
            <a:lvl1pPr>
              <a:defRPr sz="1200">
                <a:latin typeface="Arial" pitchFamily="-110" charset="0"/>
              </a:defRPr>
            </a:lvl1pPr>
          </a:lstStyle>
          <a:p>
            <a:r>
              <a:rPr lang="en-US"/>
              <a:t>© 2016 Pearson Education, Inc., Upper Saddle River, NJ. All rights reserved.</a:t>
            </a:r>
            <a:endParaRPr lang="en-US" dirty="0"/>
          </a:p>
        </p:txBody>
      </p:sp>
      <p:sp>
        <p:nvSpPr>
          <p:cNvPr id="58375"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none" lIns="90000" tIns="46800" rIns="90000" bIns="46800" numCol="1" anchor="b" anchorCtr="0" compatLnSpc="1">
            <a:prstTxWarp prst="textNoShape">
              <a:avLst/>
            </a:prstTxWarp>
          </a:bodyPr>
          <a:lstStyle>
            <a:lvl1pPr algn="r">
              <a:defRPr sz="1200">
                <a:latin typeface="Arial" pitchFamily="-110" charset="0"/>
              </a:defRPr>
            </a:lvl1pPr>
          </a:lstStyle>
          <a:p>
            <a:fld id="{FDEEBCE0-4A34-3647-9307-E59F6D6CD745}" type="slidenum">
              <a:rPr lang="en-US"/>
              <a:pPr/>
              <a:t>‹#›</a:t>
            </a:fld>
            <a:endParaRPr lang="en-US" dirty="0"/>
          </a:p>
        </p:txBody>
      </p:sp>
    </p:spTree>
    <p:extLst>
      <p:ext uri="{BB962C8B-B14F-4D97-AF65-F5344CB8AC3E}">
        <p14:creationId xmlns:p14="http://schemas.microsoft.com/office/powerpoint/2010/main" val="2004387664"/>
      </p:ext>
    </p:extLst>
  </p:cSld>
  <p:clrMap bg1="lt1" tx1="dk1" bg2="lt2" tx2="dk2" accent1="accent1" accent2="accent2" accent3="accent3" accent4="accent4" accent5="accent5" accent6="accent6" hlink="hlink" folHlink="folHlink"/>
  <p:hf hdr="0" dt="0"/>
  <p:notesStyle>
    <a:lvl1pPr algn="l" rtl="0" eaLnBrk="0" fontAlgn="base" hangingPunct="0">
      <a:spcBef>
        <a:spcPct val="30000"/>
      </a:spcBef>
      <a:spcAft>
        <a:spcPct val="0"/>
      </a:spcAft>
      <a:defRPr kumimoji="1" sz="1200" kern="1200">
        <a:solidFill>
          <a:schemeClr val="tx1"/>
        </a:solidFill>
        <a:latin typeface="Times New Roman" pitchFamily="-110" charset="0"/>
        <a:ea typeface="+mn-ea"/>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10" charset="0"/>
        <a:ea typeface="ＭＳ Ｐゴシック" pitchFamily="-110" charset="-128"/>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10" charset="0"/>
        <a:ea typeface="ＭＳ Ｐゴシック" pitchFamily="-110" charset="-128"/>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10" charset="0"/>
        <a:ea typeface="ＭＳ Ｐゴシック" pitchFamily="-110" charset="-128"/>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10" charset="0"/>
        <a:ea typeface="ＭＳ Ｐゴシック" pitchFamily="-110"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en-US" sz="1200" b="0" i="0" u="none" strike="noStrike" kern="1200" baseline="0" dirty="0">
                <a:solidFill>
                  <a:schemeClr val="tx1"/>
                </a:solidFill>
                <a:latin typeface="Times New Roman" pitchFamily="-110" charset="0"/>
                <a:ea typeface="+mn-ea"/>
                <a:cs typeface="+mn-cs"/>
              </a:rPr>
              <a:t>Year by year, the cost of computer systems continues to drop dramatically, while the</a:t>
            </a:r>
          </a:p>
          <a:p>
            <a:r>
              <a:rPr kumimoji="1" lang="en-US" sz="1200" b="0" i="0" u="none" strike="noStrike" kern="1200" baseline="0" dirty="0">
                <a:solidFill>
                  <a:schemeClr val="tx1"/>
                </a:solidFill>
                <a:latin typeface="Times New Roman" pitchFamily="-110" charset="0"/>
                <a:ea typeface="+mn-ea"/>
                <a:cs typeface="+mn-cs"/>
              </a:rPr>
              <a:t>performance and capacity of those systems continue to rise equally dramatically.</a:t>
            </a:r>
          </a:p>
          <a:p>
            <a:r>
              <a:rPr kumimoji="1" lang="en-US" sz="1200" b="0" i="0" u="none" strike="noStrike" kern="1200" baseline="0" dirty="0">
                <a:solidFill>
                  <a:schemeClr val="tx1"/>
                </a:solidFill>
                <a:latin typeface="Times New Roman" pitchFamily="-110" charset="0"/>
                <a:ea typeface="+mn-ea"/>
                <a:cs typeface="+mn-cs"/>
              </a:rPr>
              <a:t>Today’s laptops have the computing power of an IBM mainframe from 10 or 15</a:t>
            </a:r>
          </a:p>
          <a:p>
            <a:r>
              <a:rPr kumimoji="1" lang="en-US" sz="1200" b="0" i="0" u="none" strike="noStrike" kern="1200" baseline="0" dirty="0">
                <a:solidFill>
                  <a:schemeClr val="tx1"/>
                </a:solidFill>
                <a:latin typeface="Times New Roman" pitchFamily="-110" charset="0"/>
                <a:ea typeface="+mn-ea"/>
                <a:cs typeface="+mn-cs"/>
              </a:rPr>
              <a:t>years ago. Thus, we have virtually “free” computer power. Processors are so inexpensive</a:t>
            </a:r>
          </a:p>
          <a:p>
            <a:r>
              <a:rPr kumimoji="1" lang="en-US" sz="1200" b="0" i="0" u="none" strike="noStrike" kern="1200" baseline="0" dirty="0">
                <a:solidFill>
                  <a:schemeClr val="tx1"/>
                </a:solidFill>
                <a:latin typeface="Times New Roman" pitchFamily="-110" charset="0"/>
                <a:ea typeface="+mn-ea"/>
                <a:cs typeface="+mn-cs"/>
              </a:rPr>
              <a:t>that we now have microprocessors we throw away. The digital pregnancy test is</a:t>
            </a:r>
          </a:p>
          <a:p>
            <a:r>
              <a:rPr kumimoji="1" lang="en-US" sz="1200" b="0" i="0" u="none" strike="noStrike" kern="1200" baseline="0" dirty="0">
                <a:solidFill>
                  <a:schemeClr val="tx1"/>
                </a:solidFill>
                <a:latin typeface="Times New Roman" pitchFamily="-110" charset="0"/>
                <a:ea typeface="+mn-ea"/>
                <a:cs typeface="+mn-cs"/>
              </a:rPr>
              <a:t>an example (used once and then thrown away). And this continuing technological</a:t>
            </a:r>
          </a:p>
          <a:p>
            <a:r>
              <a:rPr kumimoji="1" lang="en-US" sz="1200" b="0" i="0" u="none" strike="noStrike" kern="1200" baseline="0" dirty="0">
                <a:solidFill>
                  <a:schemeClr val="tx1"/>
                </a:solidFill>
                <a:latin typeface="Times New Roman" pitchFamily="-110" charset="0"/>
                <a:ea typeface="+mn-ea"/>
                <a:cs typeface="+mn-cs"/>
              </a:rPr>
              <a:t>revolution has enabled the development of applications of astounding complexity</a:t>
            </a:r>
          </a:p>
          <a:p>
            <a:r>
              <a:rPr kumimoji="1" lang="en-US" sz="1200" b="0" i="0" u="none" strike="noStrike" kern="1200" baseline="0" dirty="0">
                <a:solidFill>
                  <a:schemeClr val="tx1"/>
                </a:solidFill>
                <a:latin typeface="Times New Roman" pitchFamily="-110" charset="0"/>
                <a:ea typeface="+mn-ea"/>
                <a:cs typeface="+mn-cs"/>
              </a:rPr>
              <a:t>and power. For example, desktop applications that require the great power of</a:t>
            </a:r>
          </a:p>
          <a:p>
            <a:r>
              <a:rPr kumimoji="1" lang="en-US" sz="1200" b="0" i="0" u="none" strike="noStrike" kern="1200" baseline="0" dirty="0">
                <a:solidFill>
                  <a:schemeClr val="tx1"/>
                </a:solidFill>
                <a:latin typeface="Times New Roman" pitchFamily="-110" charset="0"/>
                <a:ea typeface="+mn-ea"/>
                <a:cs typeface="+mn-cs"/>
              </a:rPr>
              <a:t>today’s microprocessor-based systems include</a:t>
            </a:r>
          </a:p>
          <a:p>
            <a:endParaRPr kumimoji="1" lang="en-US" sz="1200" b="1" i="0" u="none" strike="noStrike" kern="1200" baseline="0" dirty="0">
              <a:solidFill>
                <a:schemeClr val="tx1"/>
              </a:solidFill>
              <a:latin typeface="Times New Roman" pitchFamily="-110" charset="0"/>
              <a:ea typeface="+mn-ea"/>
              <a:cs typeface="+mn-cs"/>
            </a:endParaRPr>
          </a:p>
          <a:p>
            <a:r>
              <a:rPr kumimoji="1" lang="en-US" sz="1200" b="1" i="0" u="none" strike="noStrike" kern="1200" baseline="0" dirty="0">
                <a:solidFill>
                  <a:schemeClr val="tx1"/>
                </a:solidFill>
                <a:latin typeface="Times New Roman" pitchFamily="-110" charset="0"/>
                <a:ea typeface="+mn-ea"/>
                <a:cs typeface="+mn-cs"/>
              </a:rPr>
              <a:t>■ </a:t>
            </a:r>
            <a:r>
              <a:rPr kumimoji="1" lang="en-US" sz="1200" b="0" i="0" u="none" strike="noStrike" kern="1200" baseline="0" dirty="0">
                <a:solidFill>
                  <a:schemeClr val="tx1"/>
                </a:solidFill>
                <a:latin typeface="Times New Roman" pitchFamily="-110" charset="0"/>
                <a:ea typeface="+mn-ea"/>
                <a:cs typeface="+mn-cs"/>
              </a:rPr>
              <a:t> Image processing</a:t>
            </a:r>
          </a:p>
          <a:p>
            <a:r>
              <a:rPr kumimoji="1" lang="en-US" sz="1200" b="1" i="0" u="none" strike="noStrike" kern="1200" baseline="0" dirty="0">
                <a:solidFill>
                  <a:schemeClr val="tx1"/>
                </a:solidFill>
                <a:latin typeface="Times New Roman" pitchFamily="-110" charset="0"/>
                <a:ea typeface="+mn-ea"/>
                <a:cs typeface="+mn-cs"/>
              </a:rPr>
              <a:t>■ </a:t>
            </a:r>
            <a:r>
              <a:rPr kumimoji="1" lang="en-US" sz="1200" b="0" i="0" u="none" strike="noStrike" kern="1200" baseline="0" dirty="0">
                <a:solidFill>
                  <a:schemeClr val="tx1"/>
                </a:solidFill>
                <a:latin typeface="Times New Roman" pitchFamily="-110" charset="0"/>
                <a:ea typeface="+mn-ea"/>
                <a:cs typeface="+mn-cs"/>
              </a:rPr>
              <a:t> Three-dimensional rendering</a:t>
            </a:r>
          </a:p>
          <a:p>
            <a:r>
              <a:rPr kumimoji="1" lang="en-US" sz="1200" b="1" i="0" u="none" strike="noStrike" kern="1200" baseline="0" dirty="0">
                <a:solidFill>
                  <a:schemeClr val="tx1"/>
                </a:solidFill>
                <a:latin typeface="Times New Roman" pitchFamily="-110" charset="0"/>
                <a:ea typeface="+mn-ea"/>
                <a:cs typeface="+mn-cs"/>
              </a:rPr>
              <a:t>■ </a:t>
            </a:r>
            <a:r>
              <a:rPr kumimoji="1" lang="en-US" sz="1200" b="0" i="0" u="none" strike="noStrike" kern="1200" baseline="0" dirty="0">
                <a:solidFill>
                  <a:schemeClr val="tx1"/>
                </a:solidFill>
                <a:latin typeface="Times New Roman" pitchFamily="-110" charset="0"/>
                <a:ea typeface="+mn-ea"/>
                <a:cs typeface="+mn-cs"/>
              </a:rPr>
              <a:t> Speech recognition</a:t>
            </a:r>
          </a:p>
          <a:p>
            <a:r>
              <a:rPr kumimoji="1" lang="en-US" sz="1200" b="1" i="0" u="none" strike="noStrike" kern="1200" baseline="0" dirty="0">
                <a:solidFill>
                  <a:schemeClr val="tx1"/>
                </a:solidFill>
                <a:latin typeface="Times New Roman" pitchFamily="-110" charset="0"/>
                <a:ea typeface="+mn-ea"/>
                <a:cs typeface="+mn-cs"/>
              </a:rPr>
              <a:t>■ </a:t>
            </a:r>
            <a:r>
              <a:rPr kumimoji="1" lang="en-US" sz="1200" b="0" i="0" u="none" strike="noStrike" kern="1200" baseline="0" dirty="0">
                <a:solidFill>
                  <a:schemeClr val="tx1"/>
                </a:solidFill>
                <a:latin typeface="Times New Roman" pitchFamily="-110" charset="0"/>
                <a:ea typeface="+mn-ea"/>
                <a:cs typeface="+mn-cs"/>
              </a:rPr>
              <a:t> Videoconferencing</a:t>
            </a:r>
          </a:p>
          <a:p>
            <a:r>
              <a:rPr kumimoji="1" lang="en-US" sz="1200" b="1" i="0" u="none" strike="noStrike" kern="1200" baseline="0" dirty="0">
                <a:solidFill>
                  <a:schemeClr val="tx1"/>
                </a:solidFill>
                <a:latin typeface="Times New Roman" pitchFamily="-110" charset="0"/>
                <a:ea typeface="+mn-ea"/>
                <a:cs typeface="+mn-cs"/>
              </a:rPr>
              <a:t>■ </a:t>
            </a:r>
            <a:r>
              <a:rPr kumimoji="1" lang="en-US" sz="1200" b="0" i="0" u="none" strike="noStrike" kern="1200" baseline="0" dirty="0">
                <a:solidFill>
                  <a:schemeClr val="tx1"/>
                </a:solidFill>
                <a:latin typeface="Times New Roman" pitchFamily="-110" charset="0"/>
                <a:ea typeface="+mn-ea"/>
                <a:cs typeface="+mn-cs"/>
              </a:rPr>
              <a:t> Multimedia authoring</a:t>
            </a:r>
          </a:p>
          <a:p>
            <a:r>
              <a:rPr kumimoji="1" lang="en-US" sz="1200" b="1" i="0" u="none" strike="noStrike" kern="1200" baseline="0" dirty="0">
                <a:solidFill>
                  <a:schemeClr val="tx1"/>
                </a:solidFill>
                <a:latin typeface="Times New Roman" pitchFamily="-110" charset="0"/>
                <a:ea typeface="+mn-ea"/>
                <a:cs typeface="+mn-cs"/>
              </a:rPr>
              <a:t>■ </a:t>
            </a:r>
            <a:r>
              <a:rPr kumimoji="1" lang="en-US" sz="1200" b="0" i="0" u="none" strike="noStrike" kern="1200" baseline="0" dirty="0">
                <a:solidFill>
                  <a:schemeClr val="tx1"/>
                </a:solidFill>
                <a:latin typeface="Times New Roman" pitchFamily="-110" charset="0"/>
                <a:ea typeface="+mn-ea"/>
                <a:cs typeface="+mn-cs"/>
              </a:rPr>
              <a:t> Voice and video annotation of files</a:t>
            </a:r>
          </a:p>
          <a:p>
            <a:r>
              <a:rPr kumimoji="1" lang="en-US" sz="1200" b="1" i="0" u="none" strike="noStrike" kern="1200" baseline="0" dirty="0">
                <a:solidFill>
                  <a:schemeClr val="tx1"/>
                </a:solidFill>
                <a:latin typeface="Times New Roman" pitchFamily="-110" charset="0"/>
                <a:ea typeface="+mn-ea"/>
                <a:cs typeface="+mn-cs"/>
              </a:rPr>
              <a:t>■ </a:t>
            </a:r>
            <a:r>
              <a:rPr kumimoji="1" lang="en-US" sz="1200" b="0" i="0" u="none" strike="noStrike" kern="1200" baseline="0" dirty="0">
                <a:solidFill>
                  <a:schemeClr val="tx1"/>
                </a:solidFill>
                <a:latin typeface="Times New Roman" pitchFamily="-110" charset="0"/>
                <a:ea typeface="+mn-ea"/>
                <a:cs typeface="+mn-cs"/>
              </a:rPr>
              <a:t> Simulation modeling</a:t>
            </a:r>
          </a:p>
          <a:p>
            <a:endParaRPr kumimoji="1" lang="en-US" sz="1200" b="0" i="0" u="none" strike="noStrike" kern="1200" baseline="0" dirty="0">
              <a:solidFill>
                <a:schemeClr val="tx1"/>
              </a:solidFill>
              <a:latin typeface="Times New Roman" pitchFamily="-110" charset="0"/>
              <a:ea typeface="+mn-ea"/>
              <a:cs typeface="+mn-cs"/>
            </a:endParaRPr>
          </a:p>
          <a:p>
            <a:r>
              <a:rPr kumimoji="1" lang="en-US" sz="1200" b="0" i="0" u="none" strike="noStrike" kern="1200" baseline="0" dirty="0">
                <a:solidFill>
                  <a:schemeClr val="tx1"/>
                </a:solidFill>
                <a:latin typeface="Times New Roman" pitchFamily="-110" charset="0"/>
                <a:ea typeface="+mn-ea"/>
                <a:cs typeface="+mn-cs"/>
              </a:rPr>
              <a:t>Workstation systems now support highly sophisticated engineering and scientific</a:t>
            </a:r>
          </a:p>
          <a:p>
            <a:r>
              <a:rPr kumimoji="1" lang="en-US" sz="1200" b="0" i="0" u="none" strike="noStrike" kern="1200" baseline="0" dirty="0">
                <a:solidFill>
                  <a:schemeClr val="tx1"/>
                </a:solidFill>
                <a:latin typeface="Times New Roman" pitchFamily="-110" charset="0"/>
                <a:ea typeface="+mn-ea"/>
                <a:cs typeface="+mn-cs"/>
              </a:rPr>
              <a:t>applications and have the capacity to support image and video applications. In addition,</a:t>
            </a:r>
          </a:p>
          <a:p>
            <a:r>
              <a:rPr kumimoji="1" lang="en-US" sz="1200" b="0" i="0" u="none" strike="noStrike" kern="1200" baseline="0" dirty="0">
                <a:solidFill>
                  <a:schemeClr val="tx1"/>
                </a:solidFill>
                <a:latin typeface="Times New Roman" pitchFamily="-110" charset="0"/>
                <a:ea typeface="+mn-ea"/>
                <a:cs typeface="+mn-cs"/>
              </a:rPr>
              <a:t>businesses are relying on increasingly powerful servers to handle transaction</a:t>
            </a:r>
          </a:p>
          <a:p>
            <a:r>
              <a:rPr kumimoji="1" lang="en-US" sz="1200" b="0" i="0" u="none" strike="noStrike" kern="1200" baseline="0" dirty="0">
                <a:solidFill>
                  <a:schemeClr val="tx1"/>
                </a:solidFill>
                <a:latin typeface="Times New Roman" pitchFamily="-110" charset="0"/>
                <a:ea typeface="+mn-ea"/>
                <a:cs typeface="+mn-cs"/>
              </a:rPr>
              <a:t>and database processing and to support massive client/server networks that have</a:t>
            </a:r>
          </a:p>
          <a:p>
            <a:r>
              <a:rPr kumimoji="1" lang="en-US" sz="1200" b="0" i="0" u="none" strike="noStrike" kern="1200" baseline="0" dirty="0">
                <a:solidFill>
                  <a:schemeClr val="tx1"/>
                </a:solidFill>
                <a:latin typeface="Times New Roman" pitchFamily="-110" charset="0"/>
                <a:ea typeface="+mn-ea"/>
                <a:cs typeface="+mn-cs"/>
              </a:rPr>
              <a:t>replaced the huge mainframe computer centers of yesteryear. As well, cloud service</a:t>
            </a:r>
          </a:p>
          <a:p>
            <a:r>
              <a:rPr kumimoji="1" lang="en-US" sz="1200" b="0" i="0" u="none" strike="noStrike" kern="1200" baseline="0" dirty="0">
                <a:solidFill>
                  <a:schemeClr val="tx1"/>
                </a:solidFill>
                <a:latin typeface="Times New Roman" pitchFamily="-110" charset="0"/>
                <a:ea typeface="+mn-ea"/>
                <a:cs typeface="+mn-cs"/>
              </a:rPr>
              <a:t>providers use massive high-performance banks of servers to satisfy high-volume,</a:t>
            </a:r>
          </a:p>
          <a:p>
            <a:r>
              <a:rPr kumimoji="1" lang="en-US" sz="1200" b="0" i="0" u="none" strike="noStrike" kern="1200" baseline="0" dirty="0">
                <a:solidFill>
                  <a:schemeClr val="tx1"/>
                </a:solidFill>
                <a:latin typeface="Times New Roman" pitchFamily="-110" charset="0"/>
                <a:ea typeface="+mn-ea"/>
                <a:cs typeface="+mn-cs"/>
              </a:rPr>
              <a:t>high-transaction-rate applications for a broad spectrum of clients.</a:t>
            </a:r>
          </a:p>
          <a:p>
            <a:endParaRPr kumimoji="1" lang="en-US" sz="1200" b="0" i="0" u="none" strike="noStrike" kern="1200" baseline="0" dirty="0">
              <a:solidFill>
                <a:schemeClr val="tx1"/>
              </a:solidFill>
              <a:latin typeface="Times New Roman" pitchFamily="-110" charset="0"/>
              <a:ea typeface="+mn-ea"/>
              <a:cs typeface="+mn-cs"/>
            </a:endParaRPr>
          </a:p>
          <a:p>
            <a:r>
              <a:rPr kumimoji="1" lang="en-US" sz="1200" b="0" i="0" u="none" strike="noStrike" kern="1200" baseline="0" dirty="0">
                <a:solidFill>
                  <a:schemeClr val="tx1"/>
                </a:solidFill>
                <a:latin typeface="Times New Roman" pitchFamily="-110" charset="0"/>
                <a:ea typeface="+mn-ea"/>
                <a:cs typeface="+mn-cs"/>
              </a:rPr>
              <a:t>What is fascinating about all this from the perspective of computer organization</a:t>
            </a:r>
          </a:p>
          <a:p>
            <a:r>
              <a:rPr kumimoji="1" lang="en-US" sz="1200" b="0" i="0" u="none" strike="noStrike" kern="1200" baseline="0" dirty="0">
                <a:solidFill>
                  <a:schemeClr val="tx1"/>
                </a:solidFill>
                <a:latin typeface="Times New Roman" pitchFamily="-110" charset="0"/>
                <a:ea typeface="+mn-ea"/>
                <a:cs typeface="+mn-cs"/>
              </a:rPr>
              <a:t>and architecture is that, on the one hand, the basic building blocks for today’s</a:t>
            </a:r>
          </a:p>
          <a:p>
            <a:r>
              <a:rPr kumimoji="1" lang="en-US" sz="1200" b="0" i="0" u="none" strike="noStrike" kern="1200" baseline="0" dirty="0">
                <a:solidFill>
                  <a:schemeClr val="tx1"/>
                </a:solidFill>
                <a:latin typeface="Times New Roman" pitchFamily="-110" charset="0"/>
                <a:ea typeface="+mn-ea"/>
                <a:cs typeface="+mn-cs"/>
              </a:rPr>
              <a:t>computer miracles are virtually the same as those of the IAS computer from over</a:t>
            </a:r>
          </a:p>
          <a:p>
            <a:r>
              <a:rPr kumimoji="1" lang="en-US" sz="1200" b="0" i="0" u="none" strike="noStrike" kern="1200" baseline="0" dirty="0">
                <a:solidFill>
                  <a:schemeClr val="tx1"/>
                </a:solidFill>
                <a:latin typeface="Times New Roman" pitchFamily="-110" charset="0"/>
                <a:ea typeface="+mn-ea"/>
                <a:cs typeface="+mn-cs"/>
              </a:rPr>
              <a:t>50 years ago, while on the other hand, the techniques for squeezing the maximum</a:t>
            </a:r>
          </a:p>
          <a:p>
            <a:r>
              <a:rPr kumimoji="1" lang="en-US" sz="1200" b="0" i="0" u="none" strike="noStrike" kern="1200" baseline="0" dirty="0">
                <a:solidFill>
                  <a:schemeClr val="tx1"/>
                </a:solidFill>
                <a:latin typeface="Times New Roman" pitchFamily="-110" charset="0"/>
                <a:ea typeface="+mn-ea"/>
                <a:cs typeface="+mn-cs"/>
              </a:rPr>
              <a:t>performance out of the materials at hand have become increasingly sophisticated.</a:t>
            </a:r>
          </a:p>
          <a:p>
            <a:endParaRPr kumimoji="1" lang="en-US" sz="1200" b="0" i="0" u="none" strike="noStrike" kern="1200" baseline="0" dirty="0">
              <a:solidFill>
                <a:schemeClr val="tx1"/>
              </a:solidFill>
              <a:latin typeface="Times New Roman" pitchFamily="-110" charset="0"/>
              <a:ea typeface="+mn-ea"/>
              <a:cs typeface="+mn-cs"/>
            </a:endParaRPr>
          </a:p>
          <a:p>
            <a:r>
              <a:rPr kumimoji="1" lang="en-US" sz="1200" b="0" i="0" u="none" strike="noStrike" kern="1200" baseline="0" dirty="0">
                <a:solidFill>
                  <a:schemeClr val="tx1"/>
                </a:solidFill>
                <a:latin typeface="Times New Roman" pitchFamily="-110" charset="0"/>
                <a:ea typeface="+mn-ea"/>
                <a:cs typeface="+mn-cs"/>
              </a:rPr>
              <a:t>This observation serves as a guiding principle for the presentation in this</a:t>
            </a:r>
          </a:p>
          <a:p>
            <a:r>
              <a:rPr kumimoji="1" lang="en-US" sz="1200" b="0" i="0" u="none" strike="noStrike" kern="1200" baseline="0" dirty="0">
                <a:solidFill>
                  <a:schemeClr val="tx1"/>
                </a:solidFill>
                <a:latin typeface="Times New Roman" pitchFamily="-110" charset="0"/>
                <a:ea typeface="+mn-ea"/>
                <a:cs typeface="+mn-cs"/>
              </a:rPr>
              <a:t>book. As we progress through the various elements and components of a computer,</a:t>
            </a:r>
          </a:p>
          <a:p>
            <a:r>
              <a:rPr kumimoji="1" lang="en-US" sz="1200" b="0" i="0" u="none" strike="noStrike" kern="1200" baseline="0" dirty="0">
                <a:solidFill>
                  <a:schemeClr val="tx1"/>
                </a:solidFill>
                <a:latin typeface="Times New Roman" pitchFamily="-110" charset="0"/>
                <a:ea typeface="+mn-ea"/>
                <a:cs typeface="+mn-cs"/>
              </a:rPr>
              <a:t>two objectives are pursued. First, the book explains the fundamental functionality</a:t>
            </a:r>
          </a:p>
          <a:p>
            <a:r>
              <a:rPr kumimoji="1" lang="en-US" sz="1200" b="0" i="0" u="none" strike="noStrike" kern="1200" baseline="0" dirty="0">
                <a:solidFill>
                  <a:schemeClr val="tx1"/>
                </a:solidFill>
                <a:latin typeface="Times New Roman" pitchFamily="-110" charset="0"/>
                <a:ea typeface="+mn-ea"/>
                <a:cs typeface="+mn-cs"/>
              </a:rPr>
              <a:t>in each area under consideration, and second, the book explores those techniques</a:t>
            </a:r>
          </a:p>
          <a:p>
            <a:r>
              <a:rPr kumimoji="1" lang="en-US" sz="1200" b="0" i="0" u="none" strike="noStrike" kern="1200" baseline="0" dirty="0">
                <a:solidFill>
                  <a:schemeClr val="tx1"/>
                </a:solidFill>
                <a:latin typeface="Times New Roman" pitchFamily="-110" charset="0"/>
                <a:ea typeface="+mn-ea"/>
                <a:cs typeface="+mn-cs"/>
              </a:rPr>
              <a:t>required to achieve maximum performance. In the remainder of this section, we</a:t>
            </a:r>
          </a:p>
          <a:p>
            <a:r>
              <a:rPr kumimoji="1" lang="en-US" sz="1200" b="0" i="0" u="none" strike="noStrike" kern="1200" baseline="0" dirty="0">
                <a:solidFill>
                  <a:schemeClr val="tx1"/>
                </a:solidFill>
                <a:latin typeface="Times New Roman" pitchFamily="-110" charset="0"/>
                <a:ea typeface="+mn-ea"/>
                <a:cs typeface="+mn-cs"/>
              </a:rPr>
              <a:t>highlight some of the driving factors behind the need to design for performance.</a:t>
            </a:r>
            <a:endParaRPr lang="en-US" dirty="0"/>
          </a:p>
        </p:txBody>
      </p:sp>
      <p:sp>
        <p:nvSpPr>
          <p:cNvPr id="4" name="Slide Number Placeholder 3"/>
          <p:cNvSpPr>
            <a:spLocks noGrp="1"/>
          </p:cNvSpPr>
          <p:nvPr>
            <p:ph type="sldNum" sz="quarter" idx="10"/>
          </p:nvPr>
        </p:nvSpPr>
        <p:spPr/>
        <p:txBody>
          <a:bodyPr/>
          <a:lstStyle/>
          <a:p>
            <a:fld id="{FDEEBCE0-4A34-3647-9307-E59F6D6CD745}" type="slidenum">
              <a:rPr lang="en-US" smtClean="0"/>
              <a:pPr/>
              <a:t>2</a:t>
            </a:fld>
            <a:endParaRPr lang="en-US" dirty="0"/>
          </a:p>
        </p:txBody>
      </p:sp>
      <p:sp>
        <p:nvSpPr>
          <p:cNvPr id="5" name="Footer Placeholder 4"/>
          <p:cNvSpPr>
            <a:spLocks noGrp="1"/>
          </p:cNvSpPr>
          <p:nvPr>
            <p:ph type="ftr" sz="quarter" idx="11"/>
          </p:nvPr>
        </p:nvSpPr>
        <p:spPr/>
        <p:txBody>
          <a:bodyPr/>
          <a:lstStyle/>
          <a:p>
            <a:r>
              <a:rPr lang="en-US"/>
              <a:t>© 2016 Pearson Education, Inc., Upper Saddle River, NJ. All rights reserved.</a:t>
            </a:r>
            <a:endParaRPr lang="en-US" dirty="0"/>
          </a:p>
        </p:txBody>
      </p:sp>
    </p:spTree>
    <p:extLst>
      <p:ext uri="{BB962C8B-B14F-4D97-AF65-F5344CB8AC3E}">
        <p14:creationId xmlns:p14="http://schemas.microsoft.com/office/powerpoint/2010/main" val="27652944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0A513D4-F2DB-E54E-8A8E-0AC7B43CCEC2}" type="slidenum">
              <a:rPr lang="en-US"/>
              <a:pPr/>
              <a:t>3</a:t>
            </a:fld>
            <a:endParaRPr lang="en-US" dirty="0"/>
          </a:p>
        </p:txBody>
      </p:sp>
      <p:sp>
        <p:nvSpPr>
          <p:cNvPr id="80898" name="Rectangle 2"/>
          <p:cNvSpPr>
            <a:spLocks noGrp="1" noRot="1" noChangeAspect="1" noChangeArrowheads="1" noTextEdit="1"/>
          </p:cNvSpPr>
          <p:nvPr>
            <p:ph type="sldImg"/>
          </p:nvPr>
        </p:nvSpPr>
        <p:spPr>
          <a:ln/>
        </p:spPr>
      </p:sp>
      <p:sp>
        <p:nvSpPr>
          <p:cNvPr id="80899" name="Rectangle 3"/>
          <p:cNvSpPr>
            <a:spLocks noGrp="1" noChangeArrowheads="1"/>
          </p:cNvSpPr>
          <p:nvPr>
            <p:ph type="body" idx="1"/>
          </p:nvPr>
        </p:nvSpPr>
        <p:spPr/>
        <p:txBody>
          <a:bodyPr/>
          <a:lstStyle/>
          <a:p>
            <a:r>
              <a:rPr kumimoji="1" lang="en-US" sz="1200" kern="1200" baseline="0" dirty="0">
                <a:solidFill>
                  <a:schemeClr val="tx1"/>
                </a:solidFill>
                <a:latin typeface="Times New Roman" pitchFamily="-110" charset="0"/>
                <a:ea typeface="+mn-ea"/>
                <a:cs typeface="+mn-cs"/>
              </a:rPr>
              <a:t>What gives Intel x86 processors or IBM mainframe computers such mind-boggling</a:t>
            </a:r>
          </a:p>
          <a:p>
            <a:r>
              <a:rPr kumimoji="1" lang="en-US" sz="1200" kern="1200" baseline="0" dirty="0">
                <a:solidFill>
                  <a:schemeClr val="tx1"/>
                </a:solidFill>
                <a:latin typeface="Times New Roman" pitchFamily="-110" charset="0"/>
                <a:ea typeface="+mn-ea"/>
                <a:cs typeface="+mn-cs"/>
              </a:rPr>
              <a:t>power is the relentless pursuit of speed by processor chip manufacturers. The evolution</a:t>
            </a:r>
          </a:p>
          <a:p>
            <a:r>
              <a:rPr kumimoji="1" lang="en-US" sz="1200" kern="1200" baseline="0" dirty="0">
                <a:solidFill>
                  <a:schemeClr val="tx1"/>
                </a:solidFill>
                <a:latin typeface="Times New Roman" pitchFamily="-110" charset="0"/>
                <a:ea typeface="+mn-ea"/>
                <a:cs typeface="+mn-cs"/>
              </a:rPr>
              <a:t>of these machines continues to bear out Moore’s law, described in Chapter 1. So</a:t>
            </a:r>
          </a:p>
          <a:p>
            <a:r>
              <a:rPr kumimoji="1" lang="en-US" sz="1200" kern="1200" baseline="0" dirty="0">
                <a:solidFill>
                  <a:schemeClr val="tx1"/>
                </a:solidFill>
                <a:latin typeface="Times New Roman" pitchFamily="-110" charset="0"/>
                <a:ea typeface="+mn-ea"/>
                <a:cs typeface="+mn-cs"/>
              </a:rPr>
              <a:t>long as this law holds, chipmakers can unleash a new generation of chips every three</a:t>
            </a:r>
          </a:p>
          <a:p>
            <a:r>
              <a:rPr kumimoji="1" lang="en-US" sz="1200" kern="1200" baseline="0" dirty="0">
                <a:solidFill>
                  <a:schemeClr val="tx1"/>
                </a:solidFill>
                <a:latin typeface="Times New Roman" pitchFamily="-110" charset="0"/>
                <a:ea typeface="+mn-ea"/>
                <a:cs typeface="+mn-cs"/>
              </a:rPr>
              <a:t>years—with four times as many transistors. In memory chips, this has quadrupled</a:t>
            </a:r>
          </a:p>
          <a:p>
            <a:r>
              <a:rPr kumimoji="1" lang="en-US" sz="1200" kern="1200" baseline="0" dirty="0">
                <a:solidFill>
                  <a:schemeClr val="tx1"/>
                </a:solidFill>
                <a:latin typeface="Times New Roman" pitchFamily="-110" charset="0"/>
                <a:ea typeface="+mn-ea"/>
                <a:cs typeface="+mn-cs"/>
              </a:rPr>
              <a:t>the capacity of </a:t>
            </a:r>
            <a:r>
              <a:rPr kumimoji="1" lang="en-US" sz="1200" b="1" kern="1200" baseline="0" dirty="0">
                <a:solidFill>
                  <a:schemeClr val="tx1"/>
                </a:solidFill>
                <a:latin typeface="Times New Roman" pitchFamily="-110" charset="0"/>
                <a:ea typeface="+mn-ea"/>
                <a:cs typeface="+mn-cs"/>
              </a:rPr>
              <a:t>dynamic random-access memory (DRAM), </a:t>
            </a:r>
            <a:r>
              <a:rPr kumimoji="1" lang="en-US" sz="1200" kern="1200" baseline="0" dirty="0">
                <a:solidFill>
                  <a:schemeClr val="tx1"/>
                </a:solidFill>
                <a:latin typeface="Times New Roman" pitchFamily="-110" charset="0"/>
                <a:ea typeface="+mn-ea"/>
                <a:cs typeface="+mn-cs"/>
              </a:rPr>
              <a:t>still the basic technology</a:t>
            </a:r>
          </a:p>
          <a:p>
            <a:r>
              <a:rPr kumimoji="1" lang="en-US" sz="1200" kern="1200" baseline="0" dirty="0">
                <a:solidFill>
                  <a:schemeClr val="tx1"/>
                </a:solidFill>
                <a:latin typeface="Times New Roman" pitchFamily="-110" charset="0"/>
                <a:ea typeface="+mn-ea"/>
                <a:cs typeface="+mn-cs"/>
              </a:rPr>
              <a:t>for computer main memory, every three years. In microprocessors, the addition of</a:t>
            </a:r>
          </a:p>
          <a:p>
            <a:r>
              <a:rPr kumimoji="1" lang="en-US" sz="1200" kern="1200" baseline="0" dirty="0">
                <a:solidFill>
                  <a:schemeClr val="tx1"/>
                </a:solidFill>
                <a:latin typeface="Times New Roman" pitchFamily="-110" charset="0"/>
                <a:ea typeface="+mn-ea"/>
                <a:cs typeface="+mn-cs"/>
              </a:rPr>
              <a:t>new circuits, and the speed boost that comes from reducing the distances between</a:t>
            </a:r>
          </a:p>
          <a:p>
            <a:r>
              <a:rPr kumimoji="1" lang="en-US" sz="1200" kern="1200" baseline="0" dirty="0">
                <a:solidFill>
                  <a:schemeClr val="tx1"/>
                </a:solidFill>
                <a:latin typeface="Times New Roman" pitchFamily="-110" charset="0"/>
                <a:ea typeface="+mn-ea"/>
                <a:cs typeface="+mn-cs"/>
              </a:rPr>
              <a:t>them, has improved performance four- or fivefold every three years or so since Intel</a:t>
            </a:r>
          </a:p>
          <a:p>
            <a:r>
              <a:rPr kumimoji="1" lang="en-US" sz="1200" kern="1200" baseline="0" dirty="0">
                <a:solidFill>
                  <a:schemeClr val="tx1"/>
                </a:solidFill>
                <a:latin typeface="Times New Roman" pitchFamily="-110" charset="0"/>
                <a:ea typeface="+mn-ea"/>
                <a:cs typeface="+mn-cs"/>
              </a:rPr>
              <a:t>launched its x86 family in 1978.</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But the raw speed of the microprocessor will not achieve its potential unless</a:t>
            </a:r>
          </a:p>
          <a:p>
            <a:r>
              <a:rPr kumimoji="1" lang="en-US" sz="1200" kern="1200" baseline="0" dirty="0">
                <a:solidFill>
                  <a:schemeClr val="tx1"/>
                </a:solidFill>
                <a:latin typeface="Times New Roman" pitchFamily="-110" charset="0"/>
                <a:ea typeface="+mn-ea"/>
                <a:cs typeface="+mn-cs"/>
              </a:rPr>
              <a:t>it is fed a constant stream of work to do in the form of computer instructions.</a:t>
            </a:r>
          </a:p>
          <a:p>
            <a:r>
              <a:rPr kumimoji="1" lang="en-US" sz="1200" kern="1200" baseline="0" dirty="0">
                <a:solidFill>
                  <a:schemeClr val="tx1"/>
                </a:solidFill>
                <a:latin typeface="Times New Roman" pitchFamily="-110" charset="0"/>
                <a:ea typeface="+mn-ea"/>
                <a:cs typeface="+mn-cs"/>
              </a:rPr>
              <a:t>Anything that gets in the way of that smooth flow undermines the power of the</a:t>
            </a:r>
          </a:p>
          <a:p>
            <a:r>
              <a:rPr kumimoji="1" lang="en-US" sz="1200" kern="1200" baseline="0" dirty="0">
                <a:solidFill>
                  <a:schemeClr val="tx1"/>
                </a:solidFill>
                <a:latin typeface="Times New Roman" pitchFamily="-110" charset="0"/>
                <a:ea typeface="+mn-ea"/>
                <a:cs typeface="+mn-cs"/>
              </a:rPr>
              <a:t>processor. Accordingly, while the chipmakers have been busy learning how to fabricate</a:t>
            </a:r>
          </a:p>
          <a:p>
            <a:r>
              <a:rPr kumimoji="1" lang="en-US" sz="1200" kern="1200" baseline="0" dirty="0">
                <a:solidFill>
                  <a:schemeClr val="tx1"/>
                </a:solidFill>
                <a:latin typeface="Times New Roman" pitchFamily="-110" charset="0"/>
                <a:ea typeface="+mn-ea"/>
                <a:cs typeface="+mn-cs"/>
              </a:rPr>
              <a:t>chips of greater and greater density, the processor designers must come up with</a:t>
            </a:r>
          </a:p>
          <a:p>
            <a:r>
              <a:rPr kumimoji="1" lang="en-US" sz="1200" kern="1200" baseline="0" dirty="0">
                <a:solidFill>
                  <a:schemeClr val="tx1"/>
                </a:solidFill>
                <a:latin typeface="Times New Roman" pitchFamily="-110" charset="0"/>
                <a:ea typeface="+mn-ea"/>
                <a:cs typeface="+mn-cs"/>
              </a:rPr>
              <a:t>ever more elaborate techniques for feeding the monster. Among the techniques</a:t>
            </a:r>
          </a:p>
          <a:p>
            <a:r>
              <a:rPr kumimoji="1" lang="en-US" sz="1200" kern="1200" baseline="0" dirty="0">
                <a:solidFill>
                  <a:schemeClr val="tx1"/>
                </a:solidFill>
                <a:latin typeface="Times New Roman" pitchFamily="-110" charset="0"/>
                <a:ea typeface="+mn-ea"/>
                <a:cs typeface="+mn-cs"/>
              </a:rPr>
              <a:t>built into contemporary processors are the following:</a:t>
            </a:r>
          </a:p>
          <a:p>
            <a:endParaRPr kumimoji="1" lang="en-US" sz="1200" kern="1200" baseline="0" dirty="0">
              <a:solidFill>
                <a:schemeClr val="tx1"/>
              </a:solidFill>
              <a:latin typeface="Times New Roman" pitchFamily="-110" charset="0"/>
              <a:ea typeface="+mn-ea"/>
              <a:cs typeface="+mn-cs"/>
            </a:endParaRPr>
          </a:p>
          <a:p>
            <a:r>
              <a:rPr kumimoji="1" lang="en-US" sz="1200" b="1" kern="1200" baseline="0" dirty="0">
                <a:solidFill>
                  <a:schemeClr val="tx1"/>
                </a:solidFill>
                <a:latin typeface="Times New Roman" pitchFamily="-110" charset="0"/>
                <a:ea typeface="+mn-ea"/>
                <a:cs typeface="+mn-cs"/>
              </a:rPr>
              <a:t>Pipelining:</a:t>
            </a:r>
          </a:p>
          <a:p>
            <a:r>
              <a:rPr kumimoji="1" lang="en-US" sz="1200" b="0" i="0" u="none" strike="noStrike" kern="1200" baseline="0" dirty="0">
                <a:solidFill>
                  <a:schemeClr val="tx1"/>
                </a:solidFill>
                <a:latin typeface="Times New Roman" pitchFamily="-110" charset="0"/>
                <a:ea typeface="+mn-ea"/>
                <a:cs typeface="+mn-cs"/>
              </a:rPr>
              <a:t> The execution of an instruction involves multiple stages of operation,</a:t>
            </a:r>
          </a:p>
          <a:p>
            <a:r>
              <a:rPr kumimoji="1" lang="en-US" sz="1200" b="0" i="0" u="none" strike="noStrike" kern="1200" baseline="0" dirty="0">
                <a:solidFill>
                  <a:schemeClr val="tx1"/>
                </a:solidFill>
                <a:latin typeface="Times New Roman" pitchFamily="-110" charset="0"/>
                <a:ea typeface="+mn-ea"/>
                <a:cs typeface="+mn-cs"/>
              </a:rPr>
              <a:t>including fetching the instruction, decoding the </a:t>
            </a:r>
            <a:r>
              <a:rPr kumimoji="1" lang="en-US" sz="1200" b="0" i="0" u="none" strike="noStrike" kern="1200" baseline="0" dirty="0" err="1">
                <a:solidFill>
                  <a:schemeClr val="tx1"/>
                </a:solidFill>
                <a:latin typeface="Times New Roman" pitchFamily="-110" charset="0"/>
                <a:ea typeface="+mn-ea"/>
                <a:cs typeface="+mn-cs"/>
              </a:rPr>
              <a:t>opcode</a:t>
            </a:r>
            <a:r>
              <a:rPr kumimoji="1" lang="en-US" sz="1200" b="0" i="0" u="none" strike="noStrike" kern="1200" baseline="0" dirty="0">
                <a:solidFill>
                  <a:schemeClr val="tx1"/>
                </a:solidFill>
                <a:latin typeface="Times New Roman" pitchFamily="-110" charset="0"/>
                <a:ea typeface="+mn-ea"/>
                <a:cs typeface="+mn-cs"/>
              </a:rPr>
              <a:t>, fetching operands,</a:t>
            </a:r>
          </a:p>
          <a:p>
            <a:r>
              <a:rPr kumimoji="1" lang="en-US" sz="1200" b="0" i="0" u="none" strike="noStrike" kern="1200" baseline="0" dirty="0">
                <a:solidFill>
                  <a:schemeClr val="tx1"/>
                </a:solidFill>
                <a:latin typeface="Times New Roman" pitchFamily="-110" charset="0"/>
                <a:ea typeface="+mn-ea"/>
                <a:cs typeface="+mn-cs"/>
              </a:rPr>
              <a:t>performing a calculation, and so on. Pipelining enables a processor to</a:t>
            </a:r>
          </a:p>
          <a:p>
            <a:r>
              <a:rPr kumimoji="1" lang="en-US" sz="1200" b="0" i="0" u="none" strike="noStrike" kern="1200" baseline="0" dirty="0">
                <a:solidFill>
                  <a:schemeClr val="tx1"/>
                </a:solidFill>
                <a:latin typeface="Times New Roman" pitchFamily="-110" charset="0"/>
                <a:ea typeface="+mn-ea"/>
                <a:cs typeface="+mn-cs"/>
              </a:rPr>
              <a:t>work simultaneously on multiple instructions by performing a different phase</a:t>
            </a:r>
          </a:p>
          <a:p>
            <a:r>
              <a:rPr kumimoji="1" lang="en-US" sz="1200" b="0" i="0" u="none" strike="noStrike" kern="1200" baseline="0" dirty="0">
                <a:solidFill>
                  <a:schemeClr val="tx1"/>
                </a:solidFill>
                <a:latin typeface="Times New Roman" pitchFamily="-110" charset="0"/>
                <a:ea typeface="+mn-ea"/>
                <a:cs typeface="+mn-cs"/>
              </a:rPr>
              <a:t>for each of the multiple instructions at the same time. The processor overlaps</a:t>
            </a:r>
          </a:p>
          <a:p>
            <a:r>
              <a:rPr kumimoji="1" lang="en-US" sz="1200" b="0" i="0" u="none" strike="noStrike" kern="1200" baseline="0" dirty="0">
                <a:solidFill>
                  <a:schemeClr val="tx1"/>
                </a:solidFill>
                <a:latin typeface="Times New Roman" pitchFamily="-110" charset="0"/>
                <a:ea typeface="+mn-ea"/>
                <a:cs typeface="+mn-cs"/>
              </a:rPr>
              <a:t>operations by moving data or instructions into a conceptual pipe with all</a:t>
            </a:r>
          </a:p>
          <a:p>
            <a:r>
              <a:rPr kumimoji="1" lang="en-US" sz="1200" b="0" i="0" u="none" strike="noStrike" kern="1200" baseline="0" dirty="0">
                <a:solidFill>
                  <a:schemeClr val="tx1"/>
                </a:solidFill>
                <a:latin typeface="Times New Roman" pitchFamily="-110" charset="0"/>
                <a:ea typeface="+mn-ea"/>
                <a:cs typeface="+mn-cs"/>
              </a:rPr>
              <a:t>stages of the pipe processing simultaneously. For example, while one instruction</a:t>
            </a:r>
          </a:p>
          <a:p>
            <a:r>
              <a:rPr kumimoji="1" lang="en-US" sz="1200" b="0" i="0" u="none" strike="noStrike" kern="1200" baseline="0" dirty="0">
                <a:solidFill>
                  <a:schemeClr val="tx1"/>
                </a:solidFill>
                <a:latin typeface="Times New Roman" pitchFamily="-110" charset="0"/>
                <a:ea typeface="+mn-ea"/>
                <a:cs typeface="+mn-cs"/>
              </a:rPr>
              <a:t>is being executed, the computer is decoding the next instruction. This is</a:t>
            </a:r>
          </a:p>
          <a:p>
            <a:r>
              <a:rPr kumimoji="1" lang="en-US" sz="1200" b="0" i="0" u="none" strike="noStrike" kern="1200" baseline="0" dirty="0">
                <a:solidFill>
                  <a:schemeClr val="tx1"/>
                </a:solidFill>
                <a:latin typeface="Times New Roman" pitchFamily="-110" charset="0"/>
                <a:ea typeface="+mn-ea"/>
                <a:cs typeface="+mn-cs"/>
              </a:rPr>
              <a:t>the same principle as seen in an assembly line.</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 </a:t>
            </a:r>
            <a:r>
              <a:rPr kumimoji="1" lang="en-US" sz="1200" b="1" kern="1200" baseline="0" dirty="0">
                <a:solidFill>
                  <a:schemeClr val="tx1"/>
                </a:solidFill>
                <a:latin typeface="Times New Roman" pitchFamily="-110" charset="0"/>
                <a:ea typeface="+mn-ea"/>
                <a:cs typeface="+mn-cs"/>
              </a:rPr>
              <a:t>Branch prediction: </a:t>
            </a:r>
          </a:p>
          <a:p>
            <a:r>
              <a:rPr kumimoji="1" lang="en-US" sz="1200" b="0" kern="1200" baseline="0" dirty="0">
                <a:solidFill>
                  <a:schemeClr val="tx1"/>
                </a:solidFill>
                <a:latin typeface="Times New Roman" pitchFamily="-110" charset="0"/>
                <a:ea typeface="+mn-ea"/>
                <a:cs typeface="+mn-cs"/>
              </a:rPr>
              <a:t>The processor looks ahead in the instruction code fetched</a:t>
            </a:r>
          </a:p>
          <a:p>
            <a:r>
              <a:rPr kumimoji="1" lang="en-US" sz="1200" kern="1200" baseline="0" dirty="0">
                <a:solidFill>
                  <a:schemeClr val="tx1"/>
                </a:solidFill>
                <a:latin typeface="Times New Roman" pitchFamily="-110" charset="0"/>
                <a:ea typeface="+mn-ea"/>
                <a:cs typeface="+mn-cs"/>
              </a:rPr>
              <a:t>from memory and predicts which branches, or groups of instructions, are likely</a:t>
            </a:r>
          </a:p>
          <a:p>
            <a:r>
              <a:rPr kumimoji="1" lang="en-US" sz="1200" kern="1200" baseline="0" dirty="0">
                <a:solidFill>
                  <a:schemeClr val="tx1"/>
                </a:solidFill>
                <a:latin typeface="Times New Roman" pitchFamily="-110" charset="0"/>
                <a:ea typeface="+mn-ea"/>
                <a:cs typeface="+mn-cs"/>
              </a:rPr>
              <a:t>to be processed next. If the processor guesses right most of the time, it can</a:t>
            </a:r>
          </a:p>
          <a:p>
            <a:r>
              <a:rPr kumimoji="1" lang="en-US" sz="1200" kern="1200" baseline="0" dirty="0">
                <a:solidFill>
                  <a:schemeClr val="tx1"/>
                </a:solidFill>
                <a:latin typeface="Times New Roman" pitchFamily="-110" charset="0"/>
                <a:ea typeface="+mn-ea"/>
                <a:cs typeface="+mn-cs"/>
              </a:rPr>
              <a:t>prefetch the correct instructions and buffer them so that the processor is kept</a:t>
            </a:r>
          </a:p>
          <a:p>
            <a:r>
              <a:rPr kumimoji="1" lang="en-US" sz="1200" kern="1200" baseline="0" dirty="0">
                <a:solidFill>
                  <a:schemeClr val="tx1"/>
                </a:solidFill>
                <a:latin typeface="Times New Roman" pitchFamily="-110" charset="0"/>
                <a:ea typeface="+mn-ea"/>
                <a:cs typeface="+mn-cs"/>
              </a:rPr>
              <a:t>busy. The more sophisticated examples of this strategy predict not just the</a:t>
            </a:r>
            <a:endParaRPr kumimoji="1" lang="en-GB"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next branch but multiple branches ahead. Thus, branch prediction increases</a:t>
            </a:r>
          </a:p>
          <a:p>
            <a:r>
              <a:rPr kumimoji="1" lang="en-US" sz="1200" kern="1200" baseline="0" dirty="0">
                <a:solidFill>
                  <a:schemeClr val="tx1"/>
                </a:solidFill>
                <a:latin typeface="Times New Roman" pitchFamily="-110" charset="0"/>
                <a:ea typeface="+mn-ea"/>
                <a:cs typeface="+mn-cs"/>
              </a:rPr>
              <a:t>the amount of work available for the processor to execute.</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 </a:t>
            </a:r>
            <a:r>
              <a:rPr kumimoji="1" lang="en-US" sz="1200" b="1" kern="1200" baseline="0" dirty="0">
                <a:solidFill>
                  <a:schemeClr val="tx1"/>
                </a:solidFill>
                <a:latin typeface="Times New Roman" pitchFamily="-110" charset="0"/>
                <a:ea typeface="+mn-ea"/>
                <a:cs typeface="+mn-cs"/>
              </a:rPr>
              <a:t>Superscalar execution: </a:t>
            </a:r>
          </a:p>
          <a:p>
            <a:r>
              <a:rPr kumimoji="1" lang="en-US" sz="1200" b="0" i="0" u="none" strike="noStrike" kern="1200" baseline="0" dirty="0">
                <a:solidFill>
                  <a:schemeClr val="tx1"/>
                </a:solidFill>
                <a:latin typeface="Times New Roman" pitchFamily="-110" charset="0"/>
                <a:ea typeface="+mn-ea"/>
                <a:cs typeface="+mn-cs"/>
              </a:rPr>
              <a:t>This is the ability to issue more than one instruction</a:t>
            </a:r>
          </a:p>
          <a:p>
            <a:r>
              <a:rPr kumimoji="1" lang="en-US" sz="1200" b="0" i="0" u="none" strike="noStrike" kern="1200" baseline="0" dirty="0">
                <a:solidFill>
                  <a:schemeClr val="tx1"/>
                </a:solidFill>
                <a:latin typeface="Times New Roman" pitchFamily="-110" charset="0"/>
                <a:ea typeface="+mn-ea"/>
                <a:cs typeface="+mn-cs"/>
              </a:rPr>
              <a:t>in every processor clock cycle. In effect, multiple parallel pipelines are used.</a:t>
            </a:r>
            <a:endParaRPr kumimoji="1" lang="en-US" sz="1200" kern="1200" baseline="0" dirty="0">
              <a:solidFill>
                <a:schemeClr val="tx1"/>
              </a:solidFill>
              <a:latin typeface="Times New Roman" pitchFamily="-110" charset="0"/>
              <a:ea typeface="+mn-ea"/>
              <a:cs typeface="+mn-cs"/>
            </a:endParaRP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 </a:t>
            </a:r>
            <a:r>
              <a:rPr kumimoji="1" lang="en-US" sz="1200" b="1" kern="1200" baseline="0" dirty="0">
                <a:solidFill>
                  <a:schemeClr val="tx1"/>
                </a:solidFill>
                <a:latin typeface="Times New Roman" pitchFamily="-110" charset="0"/>
                <a:ea typeface="+mn-ea"/>
                <a:cs typeface="+mn-cs"/>
              </a:rPr>
              <a:t>Data flow analysis: </a:t>
            </a:r>
          </a:p>
          <a:p>
            <a:r>
              <a:rPr kumimoji="1" lang="en-US" sz="1200" b="0" kern="1200" baseline="0" dirty="0">
                <a:solidFill>
                  <a:schemeClr val="tx1"/>
                </a:solidFill>
                <a:latin typeface="Times New Roman" pitchFamily="-110" charset="0"/>
                <a:ea typeface="+mn-ea"/>
                <a:cs typeface="+mn-cs"/>
              </a:rPr>
              <a:t>The processor analyzes which instructions are dependent</a:t>
            </a:r>
          </a:p>
          <a:p>
            <a:r>
              <a:rPr kumimoji="1" lang="en-US" sz="1200" kern="1200" baseline="0" dirty="0">
                <a:solidFill>
                  <a:schemeClr val="tx1"/>
                </a:solidFill>
                <a:latin typeface="Times New Roman" pitchFamily="-110" charset="0"/>
                <a:ea typeface="+mn-ea"/>
                <a:cs typeface="+mn-cs"/>
              </a:rPr>
              <a:t>on each other’s results, or data, to create an optimized schedule of instructions.</a:t>
            </a:r>
          </a:p>
          <a:p>
            <a:r>
              <a:rPr kumimoji="1" lang="en-US" sz="1200" kern="1200" baseline="0" dirty="0">
                <a:solidFill>
                  <a:schemeClr val="tx1"/>
                </a:solidFill>
                <a:latin typeface="Times New Roman" pitchFamily="-110" charset="0"/>
                <a:ea typeface="+mn-ea"/>
                <a:cs typeface="+mn-cs"/>
              </a:rPr>
              <a:t>In fact, instructions are scheduled to be executed when ready, independent of</a:t>
            </a:r>
          </a:p>
          <a:p>
            <a:r>
              <a:rPr kumimoji="1" lang="en-US" sz="1200" kern="1200" baseline="0" dirty="0">
                <a:solidFill>
                  <a:schemeClr val="tx1"/>
                </a:solidFill>
                <a:latin typeface="Times New Roman" pitchFamily="-110" charset="0"/>
                <a:ea typeface="+mn-ea"/>
                <a:cs typeface="+mn-cs"/>
              </a:rPr>
              <a:t>the original program order. This prevents unnecessary delay.</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 </a:t>
            </a:r>
            <a:r>
              <a:rPr kumimoji="1" lang="en-US" sz="1200" b="1" kern="1200" baseline="0" dirty="0">
                <a:solidFill>
                  <a:schemeClr val="tx1"/>
                </a:solidFill>
                <a:latin typeface="Times New Roman" pitchFamily="-110" charset="0"/>
                <a:ea typeface="+mn-ea"/>
                <a:cs typeface="+mn-cs"/>
              </a:rPr>
              <a:t>Speculative execution: </a:t>
            </a:r>
          </a:p>
          <a:p>
            <a:r>
              <a:rPr kumimoji="1" lang="en-US" sz="1200" b="0" kern="1200" baseline="0" dirty="0">
                <a:solidFill>
                  <a:schemeClr val="tx1"/>
                </a:solidFill>
                <a:latin typeface="Times New Roman" pitchFamily="-110" charset="0"/>
                <a:ea typeface="+mn-ea"/>
                <a:cs typeface="+mn-cs"/>
              </a:rPr>
              <a:t>Using branch prediction and data flow analysis, some</a:t>
            </a:r>
          </a:p>
          <a:p>
            <a:r>
              <a:rPr kumimoji="1" lang="en-US" sz="1200" kern="1200" baseline="0" dirty="0">
                <a:solidFill>
                  <a:schemeClr val="tx1"/>
                </a:solidFill>
                <a:latin typeface="Times New Roman" pitchFamily="-110" charset="0"/>
                <a:ea typeface="+mn-ea"/>
                <a:cs typeface="+mn-cs"/>
              </a:rPr>
              <a:t>processors speculatively execute instructions ahead of their actual appearance</a:t>
            </a:r>
          </a:p>
          <a:p>
            <a:r>
              <a:rPr kumimoji="1" lang="en-US" sz="1200" kern="1200" baseline="0" dirty="0">
                <a:solidFill>
                  <a:schemeClr val="tx1"/>
                </a:solidFill>
                <a:latin typeface="Times New Roman" pitchFamily="-110" charset="0"/>
                <a:ea typeface="+mn-ea"/>
                <a:cs typeface="+mn-cs"/>
              </a:rPr>
              <a:t>in the program execution, holding the results in temporary locations.</a:t>
            </a:r>
          </a:p>
          <a:p>
            <a:r>
              <a:rPr kumimoji="1" lang="en-US" sz="1200" kern="1200" baseline="0" dirty="0">
                <a:solidFill>
                  <a:schemeClr val="tx1"/>
                </a:solidFill>
                <a:latin typeface="Times New Roman" pitchFamily="-110" charset="0"/>
                <a:ea typeface="+mn-ea"/>
                <a:cs typeface="+mn-cs"/>
              </a:rPr>
              <a:t>This enables the processor to keep its execution engines as busy as possible by</a:t>
            </a:r>
          </a:p>
          <a:p>
            <a:r>
              <a:rPr kumimoji="1" lang="en-US" sz="1200" kern="1200" baseline="0" dirty="0">
                <a:solidFill>
                  <a:schemeClr val="tx1"/>
                </a:solidFill>
                <a:latin typeface="Times New Roman" pitchFamily="-110" charset="0"/>
                <a:ea typeface="+mn-ea"/>
                <a:cs typeface="+mn-cs"/>
              </a:rPr>
              <a:t>executing instructions that are likely to be needed.</a:t>
            </a:r>
          </a:p>
          <a:p>
            <a:endParaRPr kumimoji="1" lang="en-US" sz="1200" b="0" i="0" u="none" strike="noStrike" kern="1200" baseline="0" dirty="0">
              <a:solidFill>
                <a:schemeClr val="tx1"/>
              </a:solidFill>
              <a:latin typeface="Times New Roman" pitchFamily="-110" charset="0"/>
              <a:ea typeface="+mn-ea"/>
              <a:cs typeface="+mn-cs"/>
            </a:endParaRPr>
          </a:p>
          <a:p>
            <a:r>
              <a:rPr kumimoji="1" lang="en-US" sz="1200" b="0" i="0" u="none" strike="noStrike" kern="1200" baseline="0" dirty="0">
                <a:solidFill>
                  <a:schemeClr val="tx1"/>
                </a:solidFill>
                <a:latin typeface="Times New Roman" pitchFamily="-110" charset="0"/>
                <a:ea typeface="+mn-ea"/>
                <a:cs typeface="+mn-cs"/>
              </a:rPr>
              <a:t>These and other sophisticated techniques are made necessary by the sheer</a:t>
            </a:r>
          </a:p>
          <a:p>
            <a:r>
              <a:rPr kumimoji="1" lang="en-US" sz="1200" b="0" i="0" u="none" strike="noStrike" kern="1200" baseline="0" dirty="0">
                <a:solidFill>
                  <a:schemeClr val="tx1"/>
                </a:solidFill>
                <a:latin typeface="Times New Roman" pitchFamily="-110" charset="0"/>
                <a:ea typeface="+mn-ea"/>
                <a:cs typeface="+mn-cs"/>
              </a:rPr>
              <a:t>power of the processor. Collectively they make it possible to execute many instructions</a:t>
            </a:r>
          </a:p>
          <a:p>
            <a:r>
              <a:rPr kumimoji="1" lang="en-US" sz="1200" b="0" i="0" u="none" strike="noStrike" kern="1200" baseline="0" dirty="0">
                <a:solidFill>
                  <a:schemeClr val="tx1"/>
                </a:solidFill>
                <a:latin typeface="Times New Roman" pitchFamily="-110" charset="0"/>
                <a:ea typeface="+mn-ea"/>
                <a:cs typeface="+mn-cs"/>
              </a:rPr>
              <a:t>per processor cycle, rather than to take many cycles per instruction.</a:t>
            </a:r>
            <a:endParaRPr kumimoji="1" lang="en-US" sz="1200" kern="1200" baseline="0" dirty="0">
              <a:solidFill>
                <a:schemeClr val="tx1"/>
              </a:solidFill>
              <a:latin typeface="Times New Roman" pitchFamily="-110" charset="0"/>
              <a:ea typeface="+mn-ea"/>
              <a:cs typeface="+mn-cs"/>
            </a:endParaRPr>
          </a:p>
        </p:txBody>
      </p:sp>
      <p:sp>
        <p:nvSpPr>
          <p:cNvPr id="2" name="Footer Placeholder 1"/>
          <p:cNvSpPr>
            <a:spLocks noGrp="1"/>
          </p:cNvSpPr>
          <p:nvPr>
            <p:ph type="ftr" sz="quarter" idx="10"/>
          </p:nvPr>
        </p:nvSpPr>
        <p:spPr/>
        <p:txBody>
          <a:bodyPr/>
          <a:lstStyle/>
          <a:p>
            <a:r>
              <a:rPr lang="en-US"/>
              <a:t>© 2016 Pearson Education, Inc., Upper Saddle River, NJ. All rights reserved.</a:t>
            </a:r>
            <a:endParaRPr lang="en-US" dirty="0"/>
          </a:p>
        </p:txBody>
      </p:sp>
    </p:spTree>
    <p:extLst>
      <p:ext uri="{BB962C8B-B14F-4D97-AF65-F5344CB8AC3E}">
        <p14:creationId xmlns:p14="http://schemas.microsoft.com/office/powerpoint/2010/main" val="40961618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AF9AE1A-A2AA-6746-A8EE-029791A08435}" type="slidenum">
              <a:rPr lang="en-US"/>
              <a:pPr/>
              <a:t>4</a:t>
            </a:fld>
            <a:endParaRPr lang="en-US" dirty="0"/>
          </a:p>
        </p:txBody>
      </p:sp>
      <p:sp>
        <p:nvSpPr>
          <p:cNvPr id="81922" name="Rectangle 2"/>
          <p:cNvSpPr>
            <a:spLocks noGrp="1" noRot="1" noChangeAspect="1" noChangeArrowheads="1" noTextEdit="1"/>
          </p:cNvSpPr>
          <p:nvPr>
            <p:ph type="sldImg"/>
          </p:nvPr>
        </p:nvSpPr>
        <p:spPr>
          <a:ln/>
        </p:spPr>
      </p:sp>
      <p:sp>
        <p:nvSpPr>
          <p:cNvPr id="81923" name="Rectangle 3"/>
          <p:cNvSpPr>
            <a:spLocks noGrp="1" noChangeArrowheads="1"/>
          </p:cNvSpPr>
          <p:nvPr>
            <p:ph type="body" idx="1"/>
          </p:nvPr>
        </p:nvSpPr>
        <p:spPr/>
        <p:txBody>
          <a:bodyPr/>
          <a:lstStyle/>
          <a:p>
            <a:r>
              <a:rPr kumimoji="1" lang="en-US" sz="1200" kern="1200" baseline="0" dirty="0">
                <a:solidFill>
                  <a:schemeClr val="tx1"/>
                </a:solidFill>
                <a:latin typeface="Times New Roman" pitchFamily="-110" charset="0"/>
                <a:ea typeface="+mn-ea"/>
                <a:cs typeface="+mn-cs"/>
              </a:rPr>
              <a:t>While processor power has raced ahead at breakneck speed, other critical components</a:t>
            </a:r>
          </a:p>
          <a:p>
            <a:r>
              <a:rPr kumimoji="1" lang="en-US" sz="1200" kern="1200" baseline="0" dirty="0">
                <a:solidFill>
                  <a:schemeClr val="tx1"/>
                </a:solidFill>
                <a:latin typeface="Times New Roman" pitchFamily="-110" charset="0"/>
                <a:ea typeface="+mn-ea"/>
                <a:cs typeface="+mn-cs"/>
              </a:rPr>
              <a:t>of the computer have not kept up. The result is a need to look for performance</a:t>
            </a:r>
          </a:p>
          <a:p>
            <a:r>
              <a:rPr kumimoji="1" lang="en-US" sz="1200" kern="1200" baseline="0" dirty="0">
                <a:solidFill>
                  <a:schemeClr val="tx1"/>
                </a:solidFill>
                <a:latin typeface="Times New Roman" pitchFamily="-110" charset="0"/>
                <a:ea typeface="+mn-ea"/>
                <a:cs typeface="+mn-cs"/>
              </a:rPr>
              <a:t>balance: an adjusting of the organization and architecture to compensate for the</a:t>
            </a:r>
          </a:p>
          <a:p>
            <a:r>
              <a:rPr kumimoji="1" lang="en-US" sz="1200" kern="1200" baseline="0" dirty="0">
                <a:solidFill>
                  <a:schemeClr val="tx1"/>
                </a:solidFill>
                <a:latin typeface="Times New Roman" pitchFamily="-110" charset="0"/>
                <a:ea typeface="+mn-ea"/>
                <a:cs typeface="+mn-cs"/>
              </a:rPr>
              <a:t>mismatch among the capabilities of the various components.</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The problem created by such mismatches is particularly critical at the</a:t>
            </a:r>
          </a:p>
          <a:p>
            <a:r>
              <a:rPr kumimoji="1" lang="en-US" sz="1200" kern="1200" baseline="0" dirty="0">
                <a:solidFill>
                  <a:schemeClr val="tx1"/>
                </a:solidFill>
                <a:latin typeface="Times New Roman" pitchFamily="-110" charset="0"/>
                <a:ea typeface="+mn-ea"/>
                <a:cs typeface="+mn-cs"/>
              </a:rPr>
              <a:t>interface between processor and main memory. While processor speed has grown</a:t>
            </a:r>
          </a:p>
          <a:p>
            <a:r>
              <a:rPr kumimoji="1" lang="en-US" sz="1200" kern="1200" baseline="0" dirty="0">
                <a:solidFill>
                  <a:schemeClr val="tx1"/>
                </a:solidFill>
                <a:latin typeface="Times New Roman" pitchFamily="-110" charset="0"/>
                <a:ea typeface="+mn-ea"/>
                <a:cs typeface="+mn-cs"/>
              </a:rPr>
              <a:t>rapidly, the speed with which data can be transferred between main memory and the</a:t>
            </a:r>
          </a:p>
          <a:p>
            <a:r>
              <a:rPr kumimoji="1" lang="en-US" sz="1200" kern="1200" baseline="0" dirty="0">
                <a:solidFill>
                  <a:schemeClr val="tx1"/>
                </a:solidFill>
                <a:latin typeface="Times New Roman" pitchFamily="-110" charset="0"/>
                <a:ea typeface="+mn-ea"/>
                <a:cs typeface="+mn-cs"/>
              </a:rPr>
              <a:t>processor has lagged badly. The interface between processor and main memory is</a:t>
            </a:r>
          </a:p>
          <a:p>
            <a:r>
              <a:rPr kumimoji="1" lang="en-US" sz="1200" kern="1200" baseline="0" dirty="0">
                <a:solidFill>
                  <a:schemeClr val="tx1"/>
                </a:solidFill>
                <a:latin typeface="Times New Roman" pitchFamily="-110" charset="0"/>
                <a:ea typeface="+mn-ea"/>
                <a:cs typeface="+mn-cs"/>
              </a:rPr>
              <a:t>the most crucial pathway in the entire computer because it is responsible for carrying</a:t>
            </a:r>
          </a:p>
          <a:p>
            <a:r>
              <a:rPr kumimoji="1" lang="en-US" sz="1200" kern="1200" baseline="0" dirty="0">
                <a:solidFill>
                  <a:schemeClr val="tx1"/>
                </a:solidFill>
                <a:latin typeface="Times New Roman" pitchFamily="-110" charset="0"/>
                <a:ea typeface="+mn-ea"/>
                <a:cs typeface="+mn-cs"/>
              </a:rPr>
              <a:t>a constant flow of program instructions and data between memory chips and the</a:t>
            </a:r>
          </a:p>
          <a:p>
            <a:r>
              <a:rPr kumimoji="1" lang="en-US" sz="1200" kern="1200" baseline="0" dirty="0">
                <a:solidFill>
                  <a:schemeClr val="tx1"/>
                </a:solidFill>
                <a:latin typeface="Times New Roman" pitchFamily="-110" charset="0"/>
                <a:ea typeface="+mn-ea"/>
                <a:cs typeface="+mn-cs"/>
              </a:rPr>
              <a:t>processor. If memory or the pathway fails to keep pace with the processor’s insistent</a:t>
            </a:r>
          </a:p>
          <a:p>
            <a:r>
              <a:rPr kumimoji="1" lang="en-US" sz="1200" kern="1200" baseline="0" dirty="0">
                <a:solidFill>
                  <a:schemeClr val="tx1"/>
                </a:solidFill>
                <a:latin typeface="Times New Roman" pitchFamily="-110" charset="0"/>
                <a:ea typeface="+mn-ea"/>
                <a:cs typeface="+mn-cs"/>
              </a:rPr>
              <a:t>demands, the processor stalls in a wait state, and valuable processing time is lost.</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A system architect can attack this problem in a number of ways, all of which</a:t>
            </a:r>
          </a:p>
          <a:p>
            <a:r>
              <a:rPr kumimoji="1" lang="en-US" sz="1200" kern="1200" baseline="0" dirty="0">
                <a:solidFill>
                  <a:schemeClr val="tx1"/>
                </a:solidFill>
                <a:latin typeface="Times New Roman" pitchFamily="-110" charset="0"/>
                <a:ea typeface="+mn-ea"/>
                <a:cs typeface="+mn-cs"/>
              </a:rPr>
              <a:t>are reflected in contemporary computer designs. Consider the following examples:</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 Increase the number of bits that are retrieved at one time by making DRAMs</a:t>
            </a:r>
          </a:p>
          <a:p>
            <a:r>
              <a:rPr kumimoji="1" lang="en-US" sz="1200" kern="1200" baseline="0" dirty="0">
                <a:solidFill>
                  <a:schemeClr val="tx1"/>
                </a:solidFill>
                <a:latin typeface="Times New Roman" pitchFamily="-110" charset="0"/>
                <a:ea typeface="+mn-ea"/>
                <a:cs typeface="+mn-cs"/>
              </a:rPr>
              <a:t>“wider” rather than “deeper” and by using wide bus data paths.</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 Change the DRAM interface to make it more efficient by including a cache</a:t>
            </a:r>
          </a:p>
          <a:p>
            <a:r>
              <a:rPr kumimoji="1" lang="en-US" sz="1200" kern="1200" baseline="0" dirty="0">
                <a:solidFill>
                  <a:schemeClr val="tx1"/>
                </a:solidFill>
                <a:latin typeface="Times New Roman" pitchFamily="-110" charset="0"/>
                <a:ea typeface="+mn-ea"/>
                <a:cs typeface="+mn-cs"/>
              </a:rPr>
              <a:t>or other buffering scheme on the DRAM chip.</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 Reduce the frequency of memory access by incorporating increasingly complex</a:t>
            </a:r>
          </a:p>
          <a:p>
            <a:r>
              <a:rPr kumimoji="1" lang="en-US" sz="1200" kern="1200" baseline="0" dirty="0">
                <a:solidFill>
                  <a:schemeClr val="tx1"/>
                </a:solidFill>
                <a:latin typeface="Times New Roman" pitchFamily="-110" charset="0"/>
                <a:ea typeface="+mn-ea"/>
                <a:cs typeface="+mn-cs"/>
              </a:rPr>
              <a:t>and efficient cache structures between the processor and main memory. This</a:t>
            </a:r>
          </a:p>
          <a:p>
            <a:r>
              <a:rPr kumimoji="1" lang="en-US" sz="1200" kern="1200" baseline="0" dirty="0">
                <a:solidFill>
                  <a:schemeClr val="tx1"/>
                </a:solidFill>
                <a:latin typeface="Times New Roman" pitchFamily="-110" charset="0"/>
                <a:ea typeface="+mn-ea"/>
                <a:cs typeface="+mn-cs"/>
              </a:rPr>
              <a:t>includes the incorporation of one or more caches on the processor chip as well</a:t>
            </a:r>
          </a:p>
          <a:p>
            <a:r>
              <a:rPr kumimoji="1" lang="en-US" sz="1200" kern="1200" baseline="0" dirty="0">
                <a:solidFill>
                  <a:schemeClr val="tx1"/>
                </a:solidFill>
                <a:latin typeface="Times New Roman" pitchFamily="-110" charset="0"/>
                <a:ea typeface="+mn-ea"/>
                <a:cs typeface="+mn-cs"/>
              </a:rPr>
              <a:t>as on an off-chip cache close to the processor chip.</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 Increase the interconnect bandwidth between processors and memory by using</a:t>
            </a:r>
          </a:p>
          <a:p>
            <a:r>
              <a:rPr kumimoji="1" lang="en-US" sz="1200" kern="1200" baseline="0" dirty="0">
                <a:solidFill>
                  <a:schemeClr val="tx1"/>
                </a:solidFill>
                <a:latin typeface="Times New Roman" pitchFamily="-110" charset="0"/>
                <a:ea typeface="+mn-ea"/>
                <a:cs typeface="+mn-cs"/>
              </a:rPr>
              <a:t>higher-speed buses and a hierarchy of buses to buffer and structure data</a:t>
            </a:r>
          </a:p>
          <a:p>
            <a:r>
              <a:rPr kumimoji="1" lang="en-US" sz="1200" kern="1200" baseline="0" dirty="0">
                <a:solidFill>
                  <a:schemeClr val="tx1"/>
                </a:solidFill>
                <a:latin typeface="Times New Roman" pitchFamily="-110" charset="0"/>
                <a:ea typeface="+mn-ea"/>
                <a:cs typeface="+mn-cs"/>
              </a:rPr>
              <a:t>flow.</a:t>
            </a:r>
            <a:endParaRPr lang="en-GB" dirty="0"/>
          </a:p>
        </p:txBody>
      </p:sp>
      <p:sp>
        <p:nvSpPr>
          <p:cNvPr id="2" name="Footer Placeholder 1"/>
          <p:cNvSpPr>
            <a:spLocks noGrp="1"/>
          </p:cNvSpPr>
          <p:nvPr>
            <p:ph type="ftr" sz="quarter" idx="10"/>
          </p:nvPr>
        </p:nvSpPr>
        <p:spPr/>
        <p:txBody>
          <a:bodyPr/>
          <a:lstStyle/>
          <a:p>
            <a:r>
              <a:rPr lang="en-US"/>
              <a:t>© 2016 Pearson Education, Inc., Upper Saddle River, NJ. All rights reserved.</a:t>
            </a:r>
            <a:endParaRPr lang="en-US" dirty="0"/>
          </a:p>
        </p:txBody>
      </p:sp>
    </p:spTree>
    <p:extLst>
      <p:ext uri="{BB962C8B-B14F-4D97-AF65-F5344CB8AC3E}">
        <p14:creationId xmlns:p14="http://schemas.microsoft.com/office/powerpoint/2010/main" val="40509463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93FB62F-6AC0-424F-BA78-8B6B2E5E00A5}" type="slidenum">
              <a:rPr lang="en-US"/>
              <a:pPr/>
              <a:t>5</a:t>
            </a:fld>
            <a:endParaRPr lang="en-US" dirty="0"/>
          </a:p>
        </p:txBody>
      </p:sp>
      <p:sp>
        <p:nvSpPr>
          <p:cNvPr id="82946" name="Rectangle 2"/>
          <p:cNvSpPr>
            <a:spLocks noGrp="1" noRot="1" noChangeAspect="1" noChangeArrowheads="1" noTextEdit="1"/>
          </p:cNvSpPr>
          <p:nvPr>
            <p:ph type="sldImg"/>
          </p:nvPr>
        </p:nvSpPr>
        <p:spPr>
          <a:ln/>
        </p:spPr>
      </p:sp>
      <p:sp>
        <p:nvSpPr>
          <p:cNvPr id="82947" name="Rectangle 3"/>
          <p:cNvSpPr>
            <a:spLocks noGrp="1" noChangeArrowheads="1"/>
          </p:cNvSpPr>
          <p:nvPr>
            <p:ph type="body" idx="1"/>
          </p:nvPr>
        </p:nvSpPr>
        <p:spPr/>
        <p:txBody>
          <a:bodyPr/>
          <a:lstStyle/>
          <a:p>
            <a:r>
              <a:rPr kumimoji="1" lang="en-US" sz="1200" kern="1200" baseline="0" dirty="0">
                <a:solidFill>
                  <a:schemeClr val="tx1"/>
                </a:solidFill>
                <a:latin typeface="Times New Roman" pitchFamily="-110" charset="0"/>
                <a:ea typeface="+mn-ea"/>
                <a:cs typeface="+mn-cs"/>
              </a:rPr>
              <a:t>Another area of design focus is the handling of I/O devices. As computers</a:t>
            </a:r>
          </a:p>
          <a:p>
            <a:r>
              <a:rPr kumimoji="1" lang="en-US" sz="1200" kern="1200" baseline="0" dirty="0">
                <a:solidFill>
                  <a:schemeClr val="tx1"/>
                </a:solidFill>
                <a:latin typeface="Times New Roman" pitchFamily="-110" charset="0"/>
                <a:ea typeface="+mn-ea"/>
                <a:cs typeface="+mn-cs"/>
              </a:rPr>
              <a:t>become faster and more capable, more sophisticated applications are developed</a:t>
            </a:r>
          </a:p>
          <a:p>
            <a:r>
              <a:rPr kumimoji="1" lang="en-US" sz="1200" kern="1200" baseline="0" dirty="0">
                <a:solidFill>
                  <a:schemeClr val="tx1"/>
                </a:solidFill>
                <a:latin typeface="Times New Roman" pitchFamily="-110" charset="0"/>
                <a:ea typeface="+mn-ea"/>
                <a:cs typeface="+mn-cs"/>
              </a:rPr>
              <a:t>that support the use of peripherals with intensive I/O demands. Figure 2.1 gives</a:t>
            </a:r>
          </a:p>
          <a:p>
            <a:r>
              <a:rPr kumimoji="1" lang="en-US" sz="1200" kern="1200" baseline="0" dirty="0">
                <a:solidFill>
                  <a:schemeClr val="tx1"/>
                </a:solidFill>
                <a:latin typeface="Times New Roman" pitchFamily="-110" charset="0"/>
                <a:ea typeface="+mn-ea"/>
                <a:cs typeface="+mn-cs"/>
              </a:rPr>
              <a:t>some examples of typical peripheral devices in use on personal computers and</a:t>
            </a:r>
          </a:p>
          <a:p>
            <a:r>
              <a:rPr kumimoji="1" lang="en-US" sz="1200" kern="1200" baseline="0" dirty="0">
                <a:solidFill>
                  <a:schemeClr val="tx1"/>
                </a:solidFill>
                <a:latin typeface="Times New Roman" pitchFamily="-110" charset="0"/>
                <a:ea typeface="+mn-ea"/>
                <a:cs typeface="+mn-cs"/>
              </a:rPr>
              <a:t>workstations. These devices create tremendous data throughput demands. While</a:t>
            </a:r>
          </a:p>
          <a:p>
            <a:r>
              <a:rPr kumimoji="1" lang="en-US" sz="1200" kern="1200" baseline="0" dirty="0">
                <a:solidFill>
                  <a:schemeClr val="tx1"/>
                </a:solidFill>
                <a:latin typeface="Times New Roman" pitchFamily="-110" charset="0"/>
                <a:ea typeface="+mn-ea"/>
                <a:cs typeface="+mn-cs"/>
              </a:rPr>
              <a:t>the current generation of processors can handle the data pumped out by these</a:t>
            </a:r>
          </a:p>
          <a:p>
            <a:r>
              <a:rPr kumimoji="1" lang="en-US" sz="1200" kern="1200" baseline="0" dirty="0">
                <a:solidFill>
                  <a:schemeClr val="tx1"/>
                </a:solidFill>
                <a:latin typeface="Times New Roman" pitchFamily="-110" charset="0"/>
                <a:ea typeface="+mn-ea"/>
                <a:cs typeface="+mn-cs"/>
              </a:rPr>
              <a:t>devices, there remains the problem of getting that data moved between processor</a:t>
            </a:r>
          </a:p>
          <a:p>
            <a:r>
              <a:rPr kumimoji="1" lang="en-US" sz="1200" kern="1200" baseline="0" dirty="0">
                <a:solidFill>
                  <a:schemeClr val="tx1"/>
                </a:solidFill>
                <a:latin typeface="Times New Roman" pitchFamily="-110" charset="0"/>
                <a:ea typeface="+mn-ea"/>
                <a:cs typeface="+mn-cs"/>
              </a:rPr>
              <a:t>and peripheral. Strategies here include caching and buffering schemes plus the</a:t>
            </a:r>
          </a:p>
          <a:p>
            <a:r>
              <a:rPr kumimoji="1" lang="en-US" sz="1200" kern="1200" baseline="0" dirty="0">
                <a:solidFill>
                  <a:schemeClr val="tx1"/>
                </a:solidFill>
                <a:latin typeface="Times New Roman" pitchFamily="-110" charset="0"/>
                <a:ea typeface="+mn-ea"/>
                <a:cs typeface="+mn-cs"/>
              </a:rPr>
              <a:t>use of higher-speed interconnection buses and more elaborate structures of buses.</a:t>
            </a:r>
          </a:p>
          <a:p>
            <a:r>
              <a:rPr kumimoji="1" lang="en-US" sz="1200" kern="1200" baseline="0" dirty="0">
                <a:solidFill>
                  <a:schemeClr val="tx1"/>
                </a:solidFill>
                <a:latin typeface="Times New Roman" pitchFamily="-110" charset="0"/>
                <a:ea typeface="+mn-ea"/>
                <a:cs typeface="+mn-cs"/>
              </a:rPr>
              <a:t>In addition, the use of multiple-processor configurations can aid in satisfying I/O</a:t>
            </a:r>
          </a:p>
          <a:p>
            <a:r>
              <a:rPr kumimoji="1" lang="en-US" sz="1200" kern="1200" baseline="0" dirty="0">
                <a:solidFill>
                  <a:schemeClr val="tx1"/>
                </a:solidFill>
                <a:latin typeface="Times New Roman" pitchFamily="-110" charset="0"/>
                <a:ea typeface="+mn-ea"/>
                <a:cs typeface="+mn-cs"/>
              </a:rPr>
              <a:t>demands.</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The key in all this is balance. Designers constantly strive to balance the</a:t>
            </a:r>
          </a:p>
          <a:p>
            <a:r>
              <a:rPr kumimoji="1" lang="en-US" sz="1200" kern="1200" baseline="0" dirty="0">
                <a:solidFill>
                  <a:schemeClr val="tx1"/>
                </a:solidFill>
                <a:latin typeface="Times New Roman" pitchFamily="-110" charset="0"/>
                <a:ea typeface="+mn-ea"/>
                <a:cs typeface="+mn-cs"/>
              </a:rPr>
              <a:t>throughput and processing demands of the processor components, main memory,</a:t>
            </a:r>
          </a:p>
          <a:p>
            <a:r>
              <a:rPr kumimoji="1" lang="en-US" sz="1200" kern="1200" baseline="0" dirty="0">
                <a:solidFill>
                  <a:schemeClr val="tx1"/>
                </a:solidFill>
                <a:latin typeface="Times New Roman" pitchFamily="-110" charset="0"/>
                <a:ea typeface="+mn-ea"/>
                <a:cs typeface="+mn-cs"/>
              </a:rPr>
              <a:t>I/O devices, and the interconnection structures. This design must constantly be</a:t>
            </a:r>
          </a:p>
          <a:p>
            <a:r>
              <a:rPr kumimoji="1" lang="en-US" sz="1200" kern="1200" baseline="0" dirty="0">
                <a:solidFill>
                  <a:schemeClr val="tx1"/>
                </a:solidFill>
                <a:latin typeface="Times New Roman" pitchFamily="-110" charset="0"/>
                <a:ea typeface="+mn-ea"/>
                <a:cs typeface="+mn-cs"/>
              </a:rPr>
              <a:t>rethought to cope with two constantly evolving factors:</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 The rate at which performance is changing in the various technology areas</a:t>
            </a:r>
          </a:p>
          <a:p>
            <a:r>
              <a:rPr kumimoji="1" lang="en-US" sz="1200" kern="1200" baseline="0" dirty="0">
                <a:solidFill>
                  <a:schemeClr val="tx1"/>
                </a:solidFill>
                <a:latin typeface="Times New Roman" pitchFamily="-110" charset="0"/>
                <a:ea typeface="+mn-ea"/>
                <a:cs typeface="+mn-cs"/>
              </a:rPr>
              <a:t>(processor, buses, memory, peripherals) differs greatly from one type of</a:t>
            </a:r>
          </a:p>
          <a:p>
            <a:r>
              <a:rPr kumimoji="1" lang="en-US" sz="1200" kern="1200" baseline="0" dirty="0">
                <a:solidFill>
                  <a:schemeClr val="tx1"/>
                </a:solidFill>
                <a:latin typeface="Times New Roman" pitchFamily="-110" charset="0"/>
                <a:ea typeface="+mn-ea"/>
                <a:cs typeface="+mn-cs"/>
              </a:rPr>
              <a:t>element to another.</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 New applications and new peripheral devices constantly change the nature of</a:t>
            </a:r>
          </a:p>
          <a:p>
            <a:r>
              <a:rPr kumimoji="1" lang="en-US" sz="1200" kern="1200" baseline="0" dirty="0">
                <a:solidFill>
                  <a:schemeClr val="tx1"/>
                </a:solidFill>
                <a:latin typeface="Times New Roman" pitchFamily="-110" charset="0"/>
                <a:ea typeface="+mn-ea"/>
                <a:cs typeface="+mn-cs"/>
              </a:rPr>
              <a:t>the demand on the system in terms of typical instruction profile and the data</a:t>
            </a:r>
          </a:p>
          <a:p>
            <a:r>
              <a:rPr kumimoji="1" lang="en-US" sz="1200" kern="1200" baseline="0" dirty="0">
                <a:solidFill>
                  <a:schemeClr val="tx1"/>
                </a:solidFill>
                <a:latin typeface="Times New Roman" pitchFamily="-110" charset="0"/>
                <a:ea typeface="+mn-ea"/>
                <a:cs typeface="+mn-cs"/>
              </a:rPr>
              <a:t>access patterns.</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Thus, computer design is a constantly evolving art form. This book attempts to</a:t>
            </a:r>
          </a:p>
          <a:p>
            <a:r>
              <a:rPr kumimoji="1" lang="en-US" sz="1200" kern="1200" baseline="0" dirty="0">
                <a:solidFill>
                  <a:schemeClr val="tx1"/>
                </a:solidFill>
                <a:latin typeface="Times New Roman" pitchFamily="-110" charset="0"/>
                <a:ea typeface="+mn-ea"/>
                <a:cs typeface="+mn-cs"/>
              </a:rPr>
              <a:t>present the fundamentals on which this art form is based and to present a survey of</a:t>
            </a:r>
          </a:p>
          <a:p>
            <a:r>
              <a:rPr kumimoji="1" lang="en-US" sz="1200" kern="1200" baseline="0" dirty="0">
                <a:solidFill>
                  <a:schemeClr val="tx1"/>
                </a:solidFill>
                <a:latin typeface="Times New Roman" pitchFamily="-110" charset="0"/>
                <a:ea typeface="+mn-ea"/>
                <a:cs typeface="+mn-cs"/>
              </a:rPr>
              <a:t>the current state of that art.</a:t>
            </a:r>
            <a:endParaRPr lang="en-GB" dirty="0"/>
          </a:p>
        </p:txBody>
      </p:sp>
      <p:sp>
        <p:nvSpPr>
          <p:cNvPr id="2" name="Footer Placeholder 1"/>
          <p:cNvSpPr>
            <a:spLocks noGrp="1"/>
          </p:cNvSpPr>
          <p:nvPr>
            <p:ph type="ftr" sz="quarter" idx="10"/>
          </p:nvPr>
        </p:nvSpPr>
        <p:spPr/>
        <p:txBody>
          <a:bodyPr/>
          <a:lstStyle/>
          <a:p>
            <a:r>
              <a:rPr lang="en-US"/>
              <a:t>© 2016 Pearson Education, Inc., Upper Saddle River, NJ. All rights reserved.</a:t>
            </a:r>
            <a:endParaRPr lang="en-US" dirty="0"/>
          </a:p>
        </p:txBody>
      </p:sp>
    </p:spTree>
    <p:extLst>
      <p:ext uri="{BB962C8B-B14F-4D97-AF65-F5344CB8AC3E}">
        <p14:creationId xmlns:p14="http://schemas.microsoft.com/office/powerpoint/2010/main" val="1751102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kumimoji="1" lang="en-US" sz="1200" kern="1200" baseline="0" dirty="0">
                <a:solidFill>
                  <a:schemeClr val="tx1"/>
                </a:solidFill>
                <a:latin typeface="Times New Roman" pitchFamily="-110" charset="0"/>
                <a:ea typeface="+mn-ea"/>
                <a:cs typeface="+mn-cs"/>
              </a:rPr>
              <a:t>As designers wrestle with the challenge of balancing processor performance with that</a:t>
            </a:r>
          </a:p>
          <a:p>
            <a:r>
              <a:rPr kumimoji="1" lang="en-US" sz="1200" kern="1200" baseline="0" dirty="0">
                <a:solidFill>
                  <a:schemeClr val="tx1"/>
                </a:solidFill>
                <a:latin typeface="Times New Roman" pitchFamily="-110" charset="0"/>
                <a:ea typeface="+mn-ea"/>
                <a:cs typeface="+mn-cs"/>
              </a:rPr>
              <a:t>of main memory and other computer components, the need to increase processor</a:t>
            </a:r>
          </a:p>
          <a:p>
            <a:r>
              <a:rPr kumimoji="1" lang="en-US" sz="1200" kern="1200" baseline="0" dirty="0">
                <a:solidFill>
                  <a:schemeClr val="tx1"/>
                </a:solidFill>
                <a:latin typeface="Times New Roman" pitchFamily="-110" charset="0"/>
                <a:ea typeface="+mn-ea"/>
                <a:cs typeface="+mn-cs"/>
              </a:rPr>
              <a:t>speed remains. There are three approaches to achieving increased processor speed:</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 Increase the hardware speed of the processor. This increase is fundamentally</a:t>
            </a:r>
          </a:p>
          <a:p>
            <a:r>
              <a:rPr kumimoji="1" lang="en-US" sz="1200" kern="1200" baseline="0" dirty="0">
                <a:solidFill>
                  <a:schemeClr val="tx1"/>
                </a:solidFill>
                <a:latin typeface="Times New Roman" pitchFamily="-110" charset="0"/>
                <a:ea typeface="+mn-ea"/>
                <a:cs typeface="+mn-cs"/>
              </a:rPr>
              <a:t>due to shrinking the size of the logic gates on the processor chip, so that more</a:t>
            </a:r>
          </a:p>
          <a:p>
            <a:r>
              <a:rPr kumimoji="1" lang="en-US" sz="1200" kern="1200" baseline="0" dirty="0">
                <a:solidFill>
                  <a:schemeClr val="tx1"/>
                </a:solidFill>
                <a:latin typeface="Times New Roman" pitchFamily="-110" charset="0"/>
                <a:ea typeface="+mn-ea"/>
                <a:cs typeface="+mn-cs"/>
              </a:rPr>
              <a:t>gates can be packed together more tightly and to increasing the clock rate.</a:t>
            </a:r>
          </a:p>
          <a:p>
            <a:r>
              <a:rPr kumimoji="1" lang="en-US" sz="1200" kern="1200" baseline="0" dirty="0">
                <a:solidFill>
                  <a:schemeClr val="tx1"/>
                </a:solidFill>
                <a:latin typeface="Times New Roman" pitchFamily="-110" charset="0"/>
                <a:ea typeface="+mn-ea"/>
                <a:cs typeface="+mn-cs"/>
              </a:rPr>
              <a:t>With gates closer together, the propagation time for signals is significantly</a:t>
            </a:r>
          </a:p>
          <a:p>
            <a:r>
              <a:rPr kumimoji="1" lang="en-US" sz="1200" kern="1200" baseline="0" dirty="0">
                <a:solidFill>
                  <a:schemeClr val="tx1"/>
                </a:solidFill>
                <a:latin typeface="Times New Roman" pitchFamily="-110" charset="0"/>
                <a:ea typeface="+mn-ea"/>
                <a:cs typeface="+mn-cs"/>
              </a:rPr>
              <a:t>reduced, enabling a speeding up of the processor. An increase in clock rate</a:t>
            </a:r>
          </a:p>
          <a:p>
            <a:r>
              <a:rPr kumimoji="1" lang="en-US" sz="1200" kern="1200" baseline="0" dirty="0">
                <a:solidFill>
                  <a:schemeClr val="tx1"/>
                </a:solidFill>
                <a:latin typeface="Times New Roman" pitchFamily="-110" charset="0"/>
                <a:ea typeface="+mn-ea"/>
                <a:cs typeface="+mn-cs"/>
              </a:rPr>
              <a:t>means that individual operations are executed more rapidly.</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 Increase the size and speed of caches that are interposed between the processor</a:t>
            </a:r>
          </a:p>
          <a:p>
            <a:r>
              <a:rPr kumimoji="1" lang="en-US" sz="1200" kern="1200" baseline="0" dirty="0">
                <a:solidFill>
                  <a:schemeClr val="tx1"/>
                </a:solidFill>
                <a:latin typeface="Times New Roman" pitchFamily="-110" charset="0"/>
                <a:ea typeface="+mn-ea"/>
                <a:cs typeface="+mn-cs"/>
              </a:rPr>
              <a:t>and main memory. In particular, by dedicating a portion of the processor</a:t>
            </a:r>
          </a:p>
          <a:p>
            <a:r>
              <a:rPr kumimoji="1" lang="en-US" sz="1200" kern="1200" baseline="0" dirty="0">
                <a:solidFill>
                  <a:schemeClr val="tx1"/>
                </a:solidFill>
                <a:latin typeface="Times New Roman" pitchFamily="-110" charset="0"/>
                <a:ea typeface="+mn-ea"/>
                <a:cs typeface="+mn-cs"/>
              </a:rPr>
              <a:t>chip itself to the cache, cache access times drop significantly.</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 Make changes to the processor organization and architecture that increase the</a:t>
            </a:r>
          </a:p>
          <a:p>
            <a:r>
              <a:rPr kumimoji="1" lang="en-US" sz="1200" kern="1200" baseline="0" dirty="0">
                <a:solidFill>
                  <a:schemeClr val="tx1"/>
                </a:solidFill>
                <a:latin typeface="Times New Roman" pitchFamily="-110" charset="0"/>
                <a:ea typeface="+mn-ea"/>
                <a:cs typeface="+mn-cs"/>
              </a:rPr>
              <a:t>effective speed of instruction execution. Typically, this involves using parallelism</a:t>
            </a:r>
          </a:p>
          <a:p>
            <a:r>
              <a:rPr kumimoji="1" lang="en-US" sz="1200" kern="1200" baseline="0" dirty="0">
                <a:solidFill>
                  <a:schemeClr val="tx1"/>
                </a:solidFill>
                <a:latin typeface="Times New Roman" pitchFamily="-110" charset="0"/>
                <a:ea typeface="+mn-ea"/>
                <a:cs typeface="+mn-cs"/>
              </a:rPr>
              <a:t>in one form or another.</a:t>
            </a:r>
            <a:endParaRPr lang="en-US" dirty="0"/>
          </a:p>
        </p:txBody>
      </p:sp>
      <p:sp>
        <p:nvSpPr>
          <p:cNvPr id="4" name="Slide Number Placeholder 3"/>
          <p:cNvSpPr>
            <a:spLocks noGrp="1"/>
          </p:cNvSpPr>
          <p:nvPr>
            <p:ph type="sldNum" sz="quarter" idx="10"/>
          </p:nvPr>
        </p:nvSpPr>
        <p:spPr/>
        <p:txBody>
          <a:bodyPr/>
          <a:lstStyle/>
          <a:p>
            <a:fld id="{FDEEBCE0-4A34-3647-9307-E59F6D6CD745}" type="slidenum">
              <a:rPr lang="en-US" smtClean="0"/>
              <a:pPr/>
              <a:t>6</a:t>
            </a:fld>
            <a:endParaRPr lang="en-US" dirty="0"/>
          </a:p>
        </p:txBody>
      </p:sp>
      <p:sp>
        <p:nvSpPr>
          <p:cNvPr id="5" name="Footer Placeholder 4"/>
          <p:cNvSpPr>
            <a:spLocks noGrp="1"/>
          </p:cNvSpPr>
          <p:nvPr>
            <p:ph type="ftr" sz="quarter" idx="11"/>
          </p:nvPr>
        </p:nvSpPr>
        <p:spPr/>
        <p:txBody>
          <a:bodyPr/>
          <a:lstStyle/>
          <a:p>
            <a:r>
              <a:rPr lang="en-US"/>
              <a:t>© 2016 Pearson Education, Inc., Upper Saddle River, NJ. All rights reserved.</a:t>
            </a:r>
            <a:endParaRPr lang="en-US" dirty="0"/>
          </a:p>
        </p:txBody>
      </p:sp>
    </p:spTree>
    <p:extLst>
      <p:ext uri="{BB962C8B-B14F-4D97-AF65-F5344CB8AC3E}">
        <p14:creationId xmlns:p14="http://schemas.microsoft.com/office/powerpoint/2010/main" val="1957876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kumimoji="1" lang="en-US" sz="1200" kern="1200" baseline="0" dirty="0">
                <a:solidFill>
                  <a:schemeClr val="tx1"/>
                </a:solidFill>
                <a:latin typeface="Times New Roman" pitchFamily="-110" charset="0"/>
                <a:ea typeface="+mn-ea"/>
                <a:cs typeface="+mn-cs"/>
              </a:rPr>
              <a:t>Traditionally, the dominant factor in performance gains has been in increases</a:t>
            </a:r>
          </a:p>
          <a:p>
            <a:r>
              <a:rPr kumimoji="1" lang="en-US" sz="1200" kern="1200" baseline="0" dirty="0">
                <a:solidFill>
                  <a:schemeClr val="tx1"/>
                </a:solidFill>
                <a:latin typeface="Times New Roman" pitchFamily="-110" charset="0"/>
                <a:ea typeface="+mn-ea"/>
                <a:cs typeface="+mn-cs"/>
              </a:rPr>
              <a:t>in clock speed due and logic density. However, as clock speed and logic density</a:t>
            </a:r>
          </a:p>
          <a:p>
            <a:r>
              <a:rPr kumimoji="1" lang="en-US" sz="1200" kern="1200" baseline="0" dirty="0">
                <a:solidFill>
                  <a:schemeClr val="tx1"/>
                </a:solidFill>
                <a:latin typeface="Times New Roman" pitchFamily="-110" charset="0"/>
                <a:ea typeface="+mn-ea"/>
                <a:cs typeface="+mn-cs"/>
              </a:rPr>
              <a:t>increase, a number of obstacles become more significant [INTE04b]:</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 </a:t>
            </a:r>
            <a:r>
              <a:rPr kumimoji="1" lang="en-US" sz="1200" b="1" kern="1200" baseline="0" dirty="0">
                <a:solidFill>
                  <a:schemeClr val="tx1"/>
                </a:solidFill>
                <a:latin typeface="Times New Roman" pitchFamily="-110" charset="0"/>
                <a:ea typeface="+mn-ea"/>
                <a:cs typeface="+mn-cs"/>
              </a:rPr>
              <a:t>Power: </a:t>
            </a:r>
            <a:r>
              <a:rPr kumimoji="1" lang="en-US" sz="1200" b="0" kern="1200" baseline="0" dirty="0">
                <a:solidFill>
                  <a:schemeClr val="tx1"/>
                </a:solidFill>
                <a:latin typeface="Times New Roman" pitchFamily="-110" charset="0"/>
                <a:ea typeface="+mn-ea"/>
                <a:cs typeface="+mn-cs"/>
              </a:rPr>
              <a:t>As the density of logic and the clock speed on a chip increase, so does</a:t>
            </a:r>
          </a:p>
          <a:p>
            <a:r>
              <a:rPr kumimoji="1" lang="en-US" sz="1200" b="0" kern="1200" baseline="0" dirty="0">
                <a:solidFill>
                  <a:schemeClr val="tx1"/>
                </a:solidFill>
                <a:latin typeface="Times New Roman" pitchFamily="-110" charset="0"/>
                <a:ea typeface="+mn-ea"/>
                <a:cs typeface="+mn-cs"/>
              </a:rPr>
              <a:t>the power density (Watts/cm</a:t>
            </a:r>
            <a:r>
              <a:rPr kumimoji="1" lang="en-US" sz="1200" b="0" kern="1200" baseline="30000" dirty="0">
                <a:solidFill>
                  <a:schemeClr val="tx1"/>
                </a:solidFill>
                <a:latin typeface="Times New Roman" pitchFamily="-110" charset="0"/>
                <a:ea typeface="+mn-ea"/>
                <a:cs typeface="+mn-cs"/>
              </a:rPr>
              <a:t>2</a:t>
            </a:r>
            <a:r>
              <a:rPr kumimoji="1" lang="en-US" sz="1200" b="0" kern="1200" baseline="0" dirty="0">
                <a:solidFill>
                  <a:schemeClr val="tx1"/>
                </a:solidFill>
                <a:latin typeface="Times New Roman" pitchFamily="-110" charset="0"/>
                <a:ea typeface="+mn-ea"/>
                <a:cs typeface="+mn-cs"/>
              </a:rPr>
              <a:t>). The difficulty of dissipating the heat generated</a:t>
            </a:r>
          </a:p>
          <a:p>
            <a:r>
              <a:rPr kumimoji="1" lang="en-US" sz="1200" kern="1200" baseline="0" dirty="0">
                <a:solidFill>
                  <a:schemeClr val="tx1"/>
                </a:solidFill>
                <a:latin typeface="Times New Roman" pitchFamily="-110" charset="0"/>
                <a:ea typeface="+mn-ea"/>
                <a:cs typeface="+mn-cs"/>
              </a:rPr>
              <a:t>on high-density, high-speed chips is becoming a serious design issue [GIBB04,</a:t>
            </a:r>
          </a:p>
          <a:p>
            <a:r>
              <a:rPr kumimoji="1" lang="en-US" sz="1200" kern="1200" baseline="0" dirty="0">
                <a:solidFill>
                  <a:schemeClr val="tx1"/>
                </a:solidFill>
                <a:latin typeface="Times New Roman" pitchFamily="-110" charset="0"/>
                <a:ea typeface="+mn-ea"/>
                <a:cs typeface="+mn-cs"/>
              </a:rPr>
              <a:t>BORK03].</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 </a:t>
            </a:r>
            <a:r>
              <a:rPr kumimoji="1" lang="en-US" sz="1200" b="1" kern="1200" baseline="0" dirty="0">
                <a:solidFill>
                  <a:schemeClr val="tx1"/>
                </a:solidFill>
                <a:latin typeface="Times New Roman" pitchFamily="-110" charset="0"/>
                <a:ea typeface="+mn-ea"/>
                <a:cs typeface="+mn-cs"/>
              </a:rPr>
              <a:t>RC delay: </a:t>
            </a:r>
            <a:r>
              <a:rPr kumimoji="1" lang="en-US" sz="1200" b="0" kern="1200" baseline="0" dirty="0">
                <a:solidFill>
                  <a:schemeClr val="tx1"/>
                </a:solidFill>
                <a:latin typeface="Times New Roman" pitchFamily="-110" charset="0"/>
                <a:ea typeface="+mn-ea"/>
                <a:cs typeface="+mn-cs"/>
              </a:rPr>
              <a:t>The speed at which electrons can flow on a chip between transistors</a:t>
            </a:r>
          </a:p>
          <a:p>
            <a:r>
              <a:rPr kumimoji="1" lang="en-US" sz="1200" kern="1200" baseline="0" dirty="0">
                <a:solidFill>
                  <a:schemeClr val="tx1"/>
                </a:solidFill>
                <a:latin typeface="Times New Roman" pitchFamily="-110" charset="0"/>
                <a:ea typeface="+mn-ea"/>
                <a:cs typeface="+mn-cs"/>
              </a:rPr>
              <a:t>is limited by the resistance and capacitance of the metal wires connecting</a:t>
            </a:r>
          </a:p>
          <a:p>
            <a:r>
              <a:rPr kumimoji="1" lang="en-US" sz="1200" kern="1200" baseline="0" dirty="0">
                <a:solidFill>
                  <a:schemeClr val="tx1"/>
                </a:solidFill>
                <a:latin typeface="Times New Roman" pitchFamily="-110" charset="0"/>
                <a:ea typeface="+mn-ea"/>
                <a:cs typeface="+mn-cs"/>
              </a:rPr>
              <a:t>them; specifically, delay increases as the RC product increases. As components</a:t>
            </a:r>
          </a:p>
          <a:p>
            <a:r>
              <a:rPr kumimoji="1" lang="en-US" sz="1200" kern="1200" baseline="0" dirty="0">
                <a:solidFill>
                  <a:schemeClr val="tx1"/>
                </a:solidFill>
                <a:latin typeface="Times New Roman" pitchFamily="-110" charset="0"/>
                <a:ea typeface="+mn-ea"/>
                <a:cs typeface="+mn-cs"/>
              </a:rPr>
              <a:t>on the chip decrease in size, the wire interconnects become thinner, increasing</a:t>
            </a:r>
          </a:p>
          <a:p>
            <a:r>
              <a:rPr kumimoji="1" lang="en-US" sz="1200" kern="1200" baseline="0" dirty="0">
                <a:solidFill>
                  <a:schemeClr val="tx1"/>
                </a:solidFill>
                <a:latin typeface="Times New Roman" pitchFamily="-110" charset="0"/>
                <a:ea typeface="+mn-ea"/>
                <a:cs typeface="+mn-cs"/>
              </a:rPr>
              <a:t>resistance. Also, the wires are closer together, increasing capacitance.</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 </a:t>
            </a:r>
            <a:r>
              <a:rPr kumimoji="1" lang="en-US" sz="1200" b="1" kern="1200" baseline="0" dirty="0">
                <a:solidFill>
                  <a:schemeClr val="tx1"/>
                </a:solidFill>
                <a:latin typeface="Times New Roman" pitchFamily="-110" charset="0"/>
                <a:ea typeface="+mn-ea"/>
                <a:cs typeface="+mn-cs"/>
              </a:rPr>
              <a:t>Memory latency and throughput: </a:t>
            </a:r>
            <a:r>
              <a:rPr kumimoji="1" lang="en-US" sz="1200" b="0" kern="1200" baseline="0" dirty="0">
                <a:solidFill>
                  <a:schemeClr val="tx1"/>
                </a:solidFill>
                <a:latin typeface="Times New Roman" pitchFamily="-110" charset="0"/>
                <a:ea typeface="+mn-ea"/>
                <a:cs typeface="+mn-cs"/>
              </a:rPr>
              <a:t>Memory access speed(latency) and transfer speed (throughput) </a:t>
            </a:r>
          </a:p>
          <a:p>
            <a:r>
              <a:rPr kumimoji="1" lang="en-US" sz="1200" b="0" kern="1200" baseline="0" dirty="0">
                <a:solidFill>
                  <a:schemeClr val="tx1"/>
                </a:solidFill>
                <a:latin typeface="Times New Roman" pitchFamily="-110" charset="0"/>
                <a:ea typeface="+mn-ea"/>
                <a:cs typeface="+mn-cs"/>
              </a:rPr>
              <a:t>lag processor speeds, as previously discussed.</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Thus, there will be more emphasis on organization and architectural approaches</a:t>
            </a:r>
          </a:p>
          <a:p>
            <a:r>
              <a:rPr kumimoji="1" lang="en-US" sz="1200" kern="1200" baseline="0" dirty="0">
                <a:solidFill>
                  <a:schemeClr val="tx1"/>
                </a:solidFill>
                <a:latin typeface="Times New Roman" pitchFamily="-110" charset="0"/>
                <a:ea typeface="+mn-ea"/>
                <a:cs typeface="+mn-cs"/>
              </a:rPr>
              <a:t>to improving performance. These techniques are discussed in later chapters of the book.</a:t>
            </a:r>
            <a:endParaRPr lang="en-US" dirty="0"/>
          </a:p>
        </p:txBody>
      </p:sp>
      <p:sp>
        <p:nvSpPr>
          <p:cNvPr id="4" name="Slide Number Placeholder 3"/>
          <p:cNvSpPr>
            <a:spLocks noGrp="1"/>
          </p:cNvSpPr>
          <p:nvPr>
            <p:ph type="sldNum" sz="quarter" idx="10"/>
          </p:nvPr>
        </p:nvSpPr>
        <p:spPr/>
        <p:txBody>
          <a:bodyPr/>
          <a:lstStyle/>
          <a:p>
            <a:fld id="{FDEEBCE0-4A34-3647-9307-E59F6D6CD745}" type="slidenum">
              <a:rPr lang="en-US" smtClean="0"/>
              <a:pPr/>
              <a:t>7</a:t>
            </a:fld>
            <a:endParaRPr lang="en-US" dirty="0"/>
          </a:p>
        </p:txBody>
      </p:sp>
      <p:sp>
        <p:nvSpPr>
          <p:cNvPr id="5" name="Footer Placeholder 4"/>
          <p:cNvSpPr>
            <a:spLocks noGrp="1"/>
          </p:cNvSpPr>
          <p:nvPr>
            <p:ph type="ftr" sz="quarter" idx="11"/>
          </p:nvPr>
        </p:nvSpPr>
        <p:spPr/>
        <p:txBody>
          <a:bodyPr/>
          <a:lstStyle/>
          <a:p>
            <a:r>
              <a:rPr lang="en-US"/>
              <a:t>© 2016 Pearson Education, Inc., Upper Saddle River, NJ. All rights reserved.</a:t>
            </a:r>
            <a:endParaRPr lang="en-US" dirty="0"/>
          </a:p>
        </p:txBody>
      </p:sp>
    </p:spTree>
    <p:extLst>
      <p:ext uri="{BB962C8B-B14F-4D97-AF65-F5344CB8AC3E}">
        <p14:creationId xmlns:p14="http://schemas.microsoft.com/office/powerpoint/2010/main" val="21435780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7500" lnSpcReduction="20000"/>
          </a:bodyPr>
          <a:lstStyle/>
          <a:p>
            <a:r>
              <a:rPr kumimoji="1" lang="en-US" sz="1200" kern="1200" baseline="0" dirty="0">
                <a:solidFill>
                  <a:schemeClr val="tx1"/>
                </a:solidFill>
                <a:latin typeface="Times New Roman" pitchFamily="-110" charset="0"/>
                <a:ea typeface="+mn-ea"/>
                <a:cs typeface="+mn-cs"/>
              </a:rPr>
              <a:t>Beginning in the late 1980s, and continuing for about 15 years, two main</a:t>
            </a:r>
          </a:p>
          <a:p>
            <a:r>
              <a:rPr kumimoji="1" lang="en-US" sz="1200" kern="1200" baseline="0" dirty="0">
                <a:solidFill>
                  <a:schemeClr val="tx1"/>
                </a:solidFill>
                <a:latin typeface="Times New Roman" pitchFamily="-110" charset="0"/>
                <a:ea typeface="+mn-ea"/>
                <a:cs typeface="+mn-cs"/>
              </a:rPr>
              <a:t>strategies have been used to increase performance beyond what can be achieved</a:t>
            </a:r>
          </a:p>
          <a:p>
            <a:r>
              <a:rPr kumimoji="1" lang="en-US" sz="1200" kern="1200" baseline="0" dirty="0">
                <a:solidFill>
                  <a:schemeClr val="tx1"/>
                </a:solidFill>
                <a:latin typeface="Times New Roman" pitchFamily="-110" charset="0"/>
                <a:ea typeface="+mn-ea"/>
                <a:cs typeface="+mn-cs"/>
              </a:rPr>
              <a:t>simply by increasing clock speed. First, there has been an increase in cache capacity.</a:t>
            </a:r>
          </a:p>
          <a:p>
            <a:r>
              <a:rPr kumimoji="1" lang="en-US" sz="1200" kern="1200" baseline="0" dirty="0">
                <a:solidFill>
                  <a:schemeClr val="tx1"/>
                </a:solidFill>
                <a:latin typeface="Times New Roman" pitchFamily="-110" charset="0"/>
                <a:ea typeface="+mn-ea"/>
                <a:cs typeface="+mn-cs"/>
              </a:rPr>
              <a:t>There are now typically two or three levels of cache between the processor and</a:t>
            </a:r>
          </a:p>
          <a:p>
            <a:r>
              <a:rPr kumimoji="1" lang="en-US" sz="1200" kern="1200" baseline="0" dirty="0">
                <a:solidFill>
                  <a:schemeClr val="tx1"/>
                </a:solidFill>
                <a:latin typeface="Times New Roman" pitchFamily="-110" charset="0"/>
                <a:ea typeface="+mn-ea"/>
                <a:cs typeface="+mn-cs"/>
              </a:rPr>
              <a:t>main memory. As chip density has increased, more of the cache memory has been</a:t>
            </a:r>
          </a:p>
          <a:p>
            <a:r>
              <a:rPr kumimoji="1" lang="en-US" sz="1200" kern="1200" baseline="0" dirty="0">
                <a:solidFill>
                  <a:schemeClr val="tx1"/>
                </a:solidFill>
                <a:latin typeface="Times New Roman" pitchFamily="-110" charset="0"/>
                <a:ea typeface="+mn-ea"/>
                <a:cs typeface="+mn-cs"/>
              </a:rPr>
              <a:t>incorporated on the chip, enabling faster cache access. For example, the original</a:t>
            </a:r>
          </a:p>
          <a:p>
            <a:r>
              <a:rPr kumimoji="1" lang="en-US" sz="1200" kern="1200" baseline="0" dirty="0">
                <a:solidFill>
                  <a:schemeClr val="tx1"/>
                </a:solidFill>
                <a:latin typeface="Times New Roman" pitchFamily="-110" charset="0"/>
                <a:ea typeface="+mn-ea"/>
                <a:cs typeface="+mn-cs"/>
              </a:rPr>
              <a:t>Pentium chip devoted about 10% of on-chip area to caches. Contemporary chips</a:t>
            </a:r>
          </a:p>
          <a:p>
            <a:r>
              <a:rPr kumimoji="1" lang="en-US" sz="1200" kern="1200" baseline="0" dirty="0">
                <a:solidFill>
                  <a:schemeClr val="tx1"/>
                </a:solidFill>
                <a:latin typeface="Times New Roman" pitchFamily="-110" charset="0"/>
                <a:ea typeface="+mn-ea"/>
                <a:cs typeface="+mn-cs"/>
              </a:rPr>
              <a:t>devote over half of the chip area to caches. </a:t>
            </a:r>
            <a:r>
              <a:rPr kumimoji="1" lang="en-US" sz="1200" b="0" i="0" u="none" strike="noStrike" kern="1200" baseline="0" dirty="0">
                <a:solidFill>
                  <a:schemeClr val="tx1"/>
                </a:solidFill>
                <a:latin typeface="Times New Roman" pitchFamily="-110" charset="0"/>
                <a:ea typeface="+mn-ea"/>
                <a:cs typeface="+mn-cs"/>
              </a:rPr>
              <a:t>And, typically, about three-quarters of the</a:t>
            </a:r>
          </a:p>
          <a:p>
            <a:r>
              <a:rPr kumimoji="1" lang="en-US" sz="1200" b="0" i="0" u="none" strike="noStrike" kern="1200" baseline="0" dirty="0">
                <a:solidFill>
                  <a:schemeClr val="tx1"/>
                </a:solidFill>
                <a:latin typeface="Times New Roman" pitchFamily="-110" charset="0"/>
                <a:ea typeface="+mn-ea"/>
                <a:cs typeface="+mn-cs"/>
              </a:rPr>
              <a:t>other half is for pipeline-related control and buffering.</a:t>
            </a:r>
            <a:endParaRPr kumimoji="1" lang="en-US" sz="1200" kern="1200" baseline="0" dirty="0">
              <a:solidFill>
                <a:schemeClr val="tx1"/>
              </a:solidFill>
              <a:latin typeface="Times New Roman" pitchFamily="-110" charset="0"/>
              <a:ea typeface="+mn-ea"/>
              <a:cs typeface="+mn-cs"/>
            </a:endParaRP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Second, the instruction execution logic within a processor has become increasingly</a:t>
            </a:r>
          </a:p>
          <a:p>
            <a:r>
              <a:rPr kumimoji="1" lang="en-US" sz="1200" kern="1200" baseline="0" dirty="0">
                <a:solidFill>
                  <a:schemeClr val="tx1"/>
                </a:solidFill>
                <a:latin typeface="Times New Roman" pitchFamily="-110" charset="0"/>
                <a:ea typeface="+mn-ea"/>
                <a:cs typeface="+mn-cs"/>
              </a:rPr>
              <a:t>complex to enable parallel execution of instructions within the processor. Two</a:t>
            </a:r>
          </a:p>
          <a:p>
            <a:r>
              <a:rPr kumimoji="1" lang="en-US" sz="1200" kern="1200" baseline="0" dirty="0">
                <a:solidFill>
                  <a:schemeClr val="tx1"/>
                </a:solidFill>
                <a:latin typeface="Times New Roman" pitchFamily="-110" charset="0"/>
                <a:ea typeface="+mn-ea"/>
                <a:cs typeface="+mn-cs"/>
              </a:rPr>
              <a:t>noteworthy design approaches have been pipelining and superscalar. A pipeline</a:t>
            </a:r>
          </a:p>
          <a:p>
            <a:r>
              <a:rPr kumimoji="1" lang="en-US" sz="1200" kern="1200" baseline="0" dirty="0">
                <a:solidFill>
                  <a:schemeClr val="tx1"/>
                </a:solidFill>
                <a:latin typeface="Times New Roman" pitchFamily="-110" charset="0"/>
                <a:ea typeface="+mn-ea"/>
                <a:cs typeface="+mn-cs"/>
              </a:rPr>
              <a:t>works much as an assembly line in a manufacturing plant enabling different stages</a:t>
            </a:r>
          </a:p>
          <a:p>
            <a:r>
              <a:rPr kumimoji="1" lang="en-US" sz="1200" kern="1200" baseline="0" dirty="0">
                <a:solidFill>
                  <a:schemeClr val="tx1"/>
                </a:solidFill>
                <a:latin typeface="Times New Roman" pitchFamily="-110" charset="0"/>
                <a:ea typeface="+mn-ea"/>
                <a:cs typeface="+mn-cs"/>
              </a:rPr>
              <a:t>of execution of different instructions to occur at the same time along the pipeline. A</a:t>
            </a:r>
          </a:p>
          <a:p>
            <a:r>
              <a:rPr kumimoji="1" lang="en-US" sz="1200" kern="1200" baseline="0" dirty="0">
                <a:solidFill>
                  <a:schemeClr val="tx1"/>
                </a:solidFill>
                <a:latin typeface="Times New Roman" pitchFamily="-110" charset="0"/>
                <a:ea typeface="+mn-ea"/>
                <a:cs typeface="+mn-cs"/>
              </a:rPr>
              <a:t>superscalar approach in essence allows multiple pipelines within a single processor</a:t>
            </a:r>
          </a:p>
          <a:p>
            <a:r>
              <a:rPr kumimoji="1" lang="en-US" sz="1200" kern="1200" baseline="0" dirty="0">
                <a:solidFill>
                  <a:schemeClr val="tx1"/>
                </a:solidFill>
                <a:latin typeface="Times New Roman" pitchFamily="-110" charset="0"/>
                <a:ea typeface="+mn-ea"/>
                <a:cs typeface="+mn-cs"/>
              </a:rPr>
              <a:t>so that instructions that do not depend on one another can be executed in parallel.</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By the mid to late 90s, both of these approaches were reaching a point of</a:t>
            </a:r>
          </a:p>
          <a:p>
            <a:r>
              <a:rPr kumimoji="1" lang="en-US" sz="1200" kern="1200" baseline="0" dirty="0">
                <a:solidFill>
                  <a:schemeClr val="tx1"/>
                </a:solidFill>
                <a:latin typeface="Times New Roman" pitchFamily="-110" charset="0"/>
                <a:ea typeface="+mn-ea"/>
                <a:cs typeface="+mn-cs"/>
              </a:rPr>
              <a:t>diminishing returns. The internal organization of contemporary processors is</a:t>
            </a:r>
          </a:p>
          <a:p>
            <a:r>
              <a:rPr kumimoji="1" lang="en-US" sz="1200" kern="1200" baseline="0" dirty="0">
                <a:solidFill>
                  <a:schemeClr val="tx1"/>
                </a:solidFill>
                <a:latin typeface="Times New Roman" pitchFamily="-110" charset="0"/>
                <a:ea typeface="+mn-ea"/>
                <a:cs typeface="+mn-cs"/>
              </a:rPr>
              <a:t>exceedingly complex and is able to squeeze a great deal of parallelism out of the</a:t>
            </a:r>
          </a:p>
          <a:p>
            <a:r>
              <a:rPr kumimoji="1" lang="en-US" sz="1200" kern="1200" baseline="0" dirty="0">
                <a:solidFill>
                  <a:schemeClr val="tx1"/>
                </a:solidFill>
                <a:latin typeface="Times New Roman" pitchFamily="-110" charset="0"/>
                <a:ea typeface="+mn-ea"/>
                <a:cs typeface="+mn-cs"/>
              </a:rPr>
              <a:t>instruction stream. It seems likely that further significant increases in this direction</a:t>
            </a:r>
          </a:p>
          <a:p>
            <a:r>
              <a:rPr kumimoji="1" lang="en-US" sz="1200" kern="1200" baseline="0" dirty="0">
                <a:solidFill>
                  <a:schemeClr val="tx1"/>
                </a:solidFill>
                <a:latin typeface="Times New Roman" pitchFamily="-110" charset="0"/>
                <a:ea typeface="+mn-ea"/>
                <a:cs typeface="+mn-cs"/>
              </a:rPr>
              <a:t>will be relatively modest [GIBB04]. With three levels of cache on the processor</a:t>
            </a:r>
          </a:p>
          <a:p>
            <a:r>
              <a:rPr kumimoji="1" lang="en-US" sz="1200" kern="1200" baseline="0" dirty="0">
                <a:solidFill>
                  <a:schemeClr val="tx1"/>
                </a:solidFill>
                <a:latin typeface="Times New Roman" pitchFamily="-110" charset="0"/>
                <a:ea typeface="+mn-ea"/>
                <a:cs typeface="+mn-cs"/>
              </a:rPr>
              <a:t>chip, each level providing substantial capacity, it also seems that the benefits from</a:t>
            </a:r>
          </a:p>
          <a:p>
            <a:r>
              <a:rPr kumimoji="1" lang="en-US" sz="1200" kern="1200" baseline="0" dirty="0">
                <a:solidFill>
                  <a:schemeClr val="tx1"/>
                </a:solidFill>
                <a:latin typeface="Times New Roman" pitchFamily="-110" charset="0"/>
                <a:ea typeface="+mn-ea"/>
                <a:cs typeface="+mn-cs"/>
              </a:rPr>
              <a:t>the cache are reaching a limit.</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However, simply relying on increasing clock rate for increased performance</a:t>
            </a:r>
          </a:p>
          <a:p>
            <a:r>
              <a:rPr kumimoji="1" lang="en-US" sz="1200" kern="1200" baseline="0" dirty="0">
                <a:solidFill>
                  <a:schemeClr val="tx1"/>
                </a:solidFill>
                <a:latin typeface="Times New Roman" pitchFamily="-110" charset="0"/>
                <a:ea typeface="+mn-ea"/>
                <a:cs typeface="+mn-cs"/>
              </a:rPr>
              <a:t>runs into the power dissipation problem already referred to. The faster the clock</a:t>
            </a:r>
          </a:p>
          <a:p>
            <a:r>
              <a:rPr kumimoji="1" lang="en-US" sz="1200" kern="1200" baseline="0" dirty="0">
                <a:solidFill>
                  <a:schemeClr val="tx1"/>
                </a:solidFill>
                <a:latin typeface="Times New Roman" pitchFamily="-110" charset="0"/>
                <a:ea typeface="+mn-ea"/>
                <a:cs typeface="+mn-cs"/>
              </a:rPr>
              <a:t>rate, the greater the amount of power to be dissipated, and some fundamental physical</a:t>
            </a:r>
          </a:p>
          <a:p>
            <a:r>
              <a:rPr kumimoji="1" lang="en-US" sz="1200" kern="1200" baseline="0" dirty="0">
                <a:solidFill>
                  <a:schemeClr val="tx1"/>
                </a:solidFill>
                <a:latin typeface="Times New Roman" pitchFamily="-110" charset="0"/>
                <a:ea typeface="+mn-ea"/>
                <a:cs typeface="+mn-cs"/>
              </a:rPr>
              <a:t>limits are being reached.</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Figure 2.2 illustrates the concepts we have been discussing. The top line</a:t>
            </a:r>
          </a:p>
          <a:p>
            <a:r>
              <a:rPr kumimoji="1" lang="en-US" sz="1200" kern="1200" baseline="0" dirty="0">
                <a:solidFill>
                  <a:schemeClr val="tx1"/>
                </a:solidFill>
                <a:latin typeface="Times New Roman" pitchFamily="-110" charset="0"/>
                <a:ea typeface="+mn-ea"/>
                <a:cs typeface="+mn-cs"/>
              </a:rPr>
              <a:t>shows that, as per Moore’s Law, the number of transistors on a single chip continues</a:t>
            </a:r>
          </a:p>
          <a:p>
            <a:r>
              <a:rPr kumimoji="1" lang="en-US" sz="1200" kern="1200" baseline="0" dirty="0">
                <a:solidFill>
                  <a:schemeClr val="tx1"/>
                </a:solidFill>
                <a:latin typeface="Times New Roman" pitchFamily="-110" charset="0"/>
                <a:ea typeface="+mn-ea"/>
                <a:cs typeface="+mn-cs"/>
              </a:rPr>
              <a:t>to grow exponentially. Meanwhile, the clock speed has leveled off, in order</a:t>
            </a:r>
          </a:p>
          <a:p>
            <a:r>
              <a:rPr kumimoji="1" lang="en-US" sz="1200" kern="1200" baseline="0" dirty="0">
                <a:solidFill>
                  <a:schemeClr val="tx1"/>
                </a:solidFill>
                <a:latin typeface="Times New Roman" pitchFamily="-110" charset="0"/>
                <a:ea typeface="+mn-ea"/>
                <a:cs typeface="+mn-cs"/>
              </a:rPr>
              <a:t>to prevent a further rise in power. To continue to increase performance, designers</a:t>
            </a:r>
          </a:p>
          <a:p>
            <a:r>
              <a:rPr kumimoji="1" lang="en-US" sz="1200" kern="1200" baseline="0" dirty="0">
                <a:solidFill>
                  <a:schemeClr val="tx1"/>
                </a:solidFill>
                <a:latin typeface="Times New Roman" pitchFamily="-110" charset="0"/>
                <a:ea typeface="+mn-ea"/>
                <a:cs typeface="+mn-cs"/>
              </a:rPr>
              <a:t>have had to find ways of exploiting the growing number of transistors other than</a:t>
            </a:r>
          </a:p>
          <a:p>
            <a:r>
              <a:rPr kumimoji="1" lang="en-US" sz="1200" kern="1200" baseline="0" dirty="0">
                <a:solidFill>
                  <a:schemeClr val="tx1"/>
                </a:solidFill>
                <a:latin typeface="Times New Roman" pitchFamily="-110" charset="0"/>
                <a:ea typeface="+mn-ea"/>
                <a:cs typeface="+mn-cs"/>
              </a:rPr>
              <a:t>simply building a more complex processor. The response in recent years has been</a:t>
            </a:r>
          </a:p>
          <a:p>
            <a:r>
              <a:rPr kumimoji="1" lang="en-US" sz="1200" kern="1200" baseline="0" dirty="0">
                <a:solidFill>
                  <a:schemeClr val="tx1"/>
                </a:solidFill>
                <a:latin typeface="Times New Roman" pitchFamily="-110" charset="0"/>
                <a:ea typeface="+mn-ea"/>
                <a:cs typeface="+mn-cs"/>
              </a:rPr>
              <a:t>the development of the multicore computer chip.</a:t>
            </a:r>
            <a:endParaRPr lang="en-US" dirty="0"/>
          </a:p>
        </p:txBody>
      </p:sp>
      <p:sp>
        <p:nvSpPr>
          <p:cNvPr id="4" name="Slide Number Placeholder 3"/>
          <p:cNvSpPr>
            <a:spLocks noGrp="1"/>
          </p:cNvSpPr>
          <p:nvPr>
            <p:ph type="sldNum" sz="quarter" idx="10"/>
          </p:nvPr>
        </p:nvSpPr>
        <p:spPr/>
        <p:txBody>
          <a:bodyPr/>
          <a:lstStyle/>
          <a:p>
            <a:fld id="{FDEEBCE0-4A34-3647-9307-E59F6D6CD745}" type="slidenum">
              <a:rPr lang="en-US" smtClean="0"/>
              <a:pPr/>
              <a:t>8</a:t>
            </a:fld>
            <a:endParaRPr lang="en-US" dirty="0"/>
          </a:p>
        </p:txBody>
      </p:sp>
      <p:sp>
        <p:nvSpPr>
          <p:cNvPr id="5" name="Footer Placeholder 4"/>
          <p:cNvSpPr>
            <a:spLocks noGrp="1"/>
          </p:cNvSpPr>
          <p:nvPr>
            <p:ph type="ftr" sz="quarter" idx="11"/>
          </p:nvPr>
        </p:nvSpPr>
        <p:spPr/>
        <p:txBody>
          <a:bodyPr/>
          <a:lstStyle/>
          <a:p>
            <a:r>
              <a:rPr lang="en-US"/>
              <a:t>© 2016 Pearson Education, Inc., Upper Saddle River, NJ. All rights reserved.</a:t>
            </a:r>
            <a:endParaRPr lang="en-US" dirty="0"/>
          </a:p>
        </p:txBody>
      </p:sp>
    </p:spTree>
    <p:extLst>
      <p:ext uri="{BB962C8B-B14F-4D97-AF65-F5344CB8AC3E}">
        <p14:creationId xmlns:p14="http://schemas.microsoft.com/office/powerpoint/2010/main" val="12629677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kumimoji="1" lang="en-US" sz="1200" kern="1200" baseline="0" dirty="0">
                <a:solidFill>
                  <a:schemeClr val="tx1"/>
                </a:solidFill>
                <a:latin typeface="Times New Roman" pitchFamily="-110" charset="0"/>
                <a:ea typeface="+mn-ea"/>
                <a:cs typeface="+mn-cs"/>
              </a:rPr>
              <a:t>With all of the difficulties cited in the preceding section in mind, designers</a:t>
            </a:r>
          </a:p>
          <a:p>
            <a:r>
              <a:rPr kumimoji="1" lang="en-US" sz="1200" kern="1200" baseline="0" dirty="0">
                <a:solidFill>
                  <a:schemeClr val="tx1"/>
                </a:solidFill>
                <a:latin typeface="Times New Roman" pitchFamily="-110" charset="0"/>
                <a:ea typeface="+mn-ea"/>
                <a:cs typeface="+mn-cs"/>
              </a:rPr>
              <a:t>have turned to a fundamentally new approach to improving performance: placing</a:t>
            </a:r>
          </a:p>
          <a:p>
            <a:r>
              <a:rPr kumimoji="1" lang="en-US" sz="1200" kern="1200" baseline="0" dirty="0">
                <a:solidFill>
                  <a:schemeClr val="tx1"/>
                </a:solidFill>
                <a:latin typeface="Times New Roman" pitchFamily="-110" charset="0"/>
                <a:ea typeface="+mn-ea"/>
                <a:cs typeface="+mn-cs"/>
              </a:rPr>
              <a:t>multiple processors on the same chip, with a large shared cache. The use of multiple</a:t>
            </a:r>
          </a:p>
          <a:p>
            <a:r>
              <a:rPr kumimoji="1" lang="en-US" sz="1200" kern="1200" baseline="0" dirty="0">
                <a:solidFill>
                  <a:schemeClr val="tx1"/>
                </a:solidFill>
                <a:latin typeface="Times New Roman" pitchFamily="-110" charset="0"/>
                <a:ea typeface="+mn-ea"/>
                <a:cs typeface="+mn-cs"/>
              </a:rPr>
              <a:t>processors on the same chip, also referred to as multiple cores, or </a:t>
            </a:r>
            <a:r>
              <a:rPr kumimoji="1" lang="en-US" sz="1200" b="1" kern="1200" baseline="0" dirty="0">
                <a:solidFill>
                  <a:schemeClr val="tx1"/>
                </a:solidFill>
                <a:latin typeface="Times New Roman" pitchFamily="-110" charset="0"/>
                <a:ea typeface="+mn-ea"/>
                <a:cs typeface="+mn-cs"/>
              </a:rPr>
              <a:t>multicore,</a:t>
            </a:r>
          </a:p>
          <a:p>
            <a:r>
              <a:rPr kumimoji="1" lang="en-US" sz="1200" kern="1200" baseline="0" dirty="0">
                <a:solidFill>
                  <a:schemeClr val="tx1"/>
                </a:solidFill>
                <a:latin typeface="Times New Roman" pitchFamily="-110" charset="0"/>
                <a:ea typeface="+mn-ea"/>
                <a:cs typeface="+mn-cs"/>
              </a:rPr>
              <a:t>provides the potential to increase performance without increasing the clock rate.</a:t>
            </a:r>
          </a:p>
          <a:p>
            <a:r>
              <a:rPr kumimoji="1" lang="en-US" sz="1200" kern="1200" baseline="0" dirty="0">
                <a:solidFill>
                  <a:schemeClr val="tx1"/>
                </a:solidFill>
                <a:latin typeface="Times New Roman" pitchFamily="-110" charset="0"/>
                <a:ea typeface="+mn-ea"/>
                <a:cs typeface="+mn-cs"/>
              </a:rPr>
              <a:t>Studies indicate that, within a processor, the increase in performance is roughly</a:t>
            </a:r>
          </a:p>
          <a:p>
            <a:r>
              <a:rPr kumimoji="1" lang="en-US" sz="1200" kern="1200" baseline="0" dirty="0">
                <a:solidFill>
                  <a:schemeClr val="tx1"/>
                </a:solidFill>
                <a:latin typeface="Times New Roman" pitchFamily="-110" charset="0"/>
                <a:ea typeface="+mn-ea"/>
                <a:cs typeface="+mn-cs"/>
              </a:rPr>
              <a:t>proportional to the square root of the increase in complexity [BORK03]. But if the</a:t>
            </a:r>
          </a:p>
          <a:p>
            <a:r>
              <a:rPr kumimoji="1" lang="en-US" sz="1200" kern="1200" baseline="0" dirty="0">
                <a:solidFill>
                  <a:schemeClr val="tx1"/>
                </a:solidFill>
                <a:latin typeface="Times New Roman" pitchFamily="-110" charset="0"/>
                <a:ea typeface="+mn-ea"/>
                <a:cs typeface="+mn-cs"/>
              </a:rPr>
              <a:t>software can support the effective use of multiple processors, then doubling the</a:t>
            </a:r>
          </a:p>
          <a:p>
            <a:r>
              <a:rPr kumimoji="1" lang="en-US" sz="1200" kern="1200" baseline="0" dirty="0">
                <a:solidFill>
                  <a:schemeClr val="tx1"/>
                </a:solidFill>
                <a:latin typeface="Times New Roman" pitchFamily="-110" charset="0"/>
                <a:ea typeface="+mn-ea"/>
                <a:cs typeface="+mn-cs"/>
              </a:rPr>
              <a:t>number of processors almost doubles performance. Thus, the strategy is to use two</a:t>
            </a:r>
          </a:p>
          <a:p>
            <a:r>
              <a:rPr kumimoji="1" lang="en-US" sz="1200" kern="1200" baseline="0" dirty="0">
                <a:solidFill>
                  <a:schemeClr val="tx1"/>
                </a:solidFill>
                <a:latin typeface="Times New Roman" pitchFamily="-110" charset="0"/>
                <a:ea typeface="+mn-ea"/>
                <a:cs typeface="+mn-cs"/>
              </a:rPr>
              <a:t>simpler processors on the chip rather than one more complex processor.</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In addition, with two processors, larger caches are justified. This is important</a:t>
            </a:r>
          </a:p>
          <a:p>
            <a:r>
              <a:rPr kumimoji="1" lang="en-US" sz="1200" kern="1200" baseline="0" dirty="0">
                <a:solidFill>
                  <a:schemeClr val="tx1"/>
                </a:solidFill>
                <a:latin typeface="Times New Roman" pitchFamily="-110" charset="0"/>
                <a:ea typeface="+mn-ea"/>
                <a:cs typeface="+mn-cs"/>
              </a:rPr>
              <a:t>because the power consumption of memory logic on a chip is much less than that of</a:t>
            </a:r>
          </a:p>
          <a:p>
            <a:r>
              <a:rPr kumimoji="1" lang="en-US" sz="1200" kern="1200" baseline="0" dirty="0">
                <a:solidFill>
                  <a:schemeClr val="tx1"/>
                </a:solidFill>
                <a:latin typeface="Times New Roman" pitchFamily="-110" charset="0"/>
                <a:ea typeface="+mn-ea"/>
                <a:cs typeface="+mn-cs"/>
              </a:rPr>
              <a:t>processing logic.</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As the logic density on chips continues to rise, the trend to both more cores</a:t>
            </a:r>
          </a:p>
          <a:p>
            <a:r>
              <a:rPr kumimoji="1" lang="en-US" sz="1200" kern="1200" baseline="0" dirty="0">
                <a:solidFill>
                  <a:schemeClr val="tx1"/>
                </a:solidFill>
                <a:latin typeface="Times New Roman" pitchFamily="-110" charset="0"/>
                <a:ea typeface="+mn-ea"/>
                <a:cs typeface="+mn-cs"/>
              </a:rPr>
              <a:t>and more cache on a single chip continues. Two-core chips were quickly followed</a:t>
            </a:r>
          </a:p>
          <a:p>
            <a:r>
              <a:rPr kumimoji="1" lang="en-US" sz="1200" kern="1200" baseline="0" dirty="0">
                <a:solidFill>
                  <a:schemeClr val="tx1"/>
                </a:solidFill>
                <a:latin typeface="Times New Roman" pitchFamily="-110" charset="0"/>
                <a:ea typeface="+mn-ea"/>
                <a:cs typeface="+mn-cs"/>
              </a:rPr>
              <a:t>by four-core chips, then 8, then 16, and so on. As the caches became larger, it made</a:t>
            </a:r>
          </a:p>
          <a:p>
            <a:r>
              <a:rPr kumimoji="1" lang="en-US" sz="1200" kern="1200" baseline="0" dirty="0">
                <a:solidFill>
                  <a:schemeClr val="tx1"/>
                </a:solidFill>
                <a:latin typeface="Times New Roman" pitchFamily="-110" charset="0"/>
                <a:ea typeface="+mn-ea"/>
                <a:cs typeface="+mn-cs"/>
              </a:rPr>
              <a:t>performance sense to create two and then three levels of cache on a chip, with the</a:t>
            </a:r>
          </a:p>
          <a:p>
            <a:r>
              <a:rPr kumimoji="1" lang="en-US" sz="1200" kern="1200" baseline="0" dirty="0">
                <a:solidFill>
                  <a:schemeClr val="tx1"/>
                </a:solidFill>
                <a:latin typeface="Times New Roman" pitchFamily="-110" charset="0"/>
                <a:ea typeface="+mn-ea"/>
                <a:cs typeface="+mn-cs"/>
              </a:rPr>
              <a:t>first-level cache dedicated to an individual processor and levels two and three being</a:t>
            </a:r>
          </a:p>
          <a:p>
            <a:r>
              <a:rPr kumimoji="1" lang="en-US" sz="1200" kern="1200" baseline="0" dirty="0">
                <a:solidFill>
                  <a:schemeClr val="tx1"/>
                </a:solidFill>
                <a:latin typeface="Times New Roman" pitchFamily="-110" charset="0"/>
                <a:ea typeface="+mn-ea"/>
                <a:cs typeface="+mn-cs"/>
              </a:rPr>
              <a:t>shared by all the processors. </a:t>
            </a:r>
            <a:r>
              <a:rPr kumimoji="1" lang="en-US" sz="1200" b="0" i="0" u="none" strike="noStrike" kern="1200" baseline="0" dirty="0">
                <a:solidFill>
                  <a:schemeClr val="tx1"/>
                </a:solidFill>
                <a:latin typeface="Times New Roman" pitchFamily="-110" charset="0"/>
                <a:ea typeface="+mn-ea"/>
                <a:cs typeface="+mn-cs"/>
              </a:rPr>
              <a:t>It is now common for the second-level</a:t>
            </a:r>
          </a:p>
          <a:p>
            <a:r>
              <a:rPr kumimoji="1" lang="en-US" sz="1200" b="0" i="0" u="none" strike="noStrike" kern="1200" baseline="0" dirty="0">
                <a:solidFill>
                  <a:schemeClr val="tx1"/>
                </a:solidFill>
                <a:latin typeface="Times New Roman" pitchFamily="-110" charset="0"/>
                <a:ea typeface="+mn-ea"/>
                <a:cs typeface="+mn-cs"/>
              </a:rPr>
              <a:t>cache to also be private to each core.</a:t>
            </a:r>
            <a:endParaRPr kumimoji="1" lang="en-US" sz="1200" kern="1200" baseline="0" dirty="0">
              <a:solidFill>
                <a:schemeClr val="tx1"/>
              </a:solidFill>
              <a:latin typeface="Times New Roman" pitchFamily="-110" charset="0"/>
              <a:ea typeface="+mn-ea"/>
              <a:cs typeface="+mn-cs"/>
            </a:endParaRPr>
          </a:p>
          <a:p>
            <a:endParaRPr kumimoji="1" lang="en-US" sz="1200" kern="1200" baseline="0" dirty="0">
              <a:solidFill>
                <a:schemeClr val="tx1"/>
              </a:solidFill>
              <a:latin typeface="Times New Roman" pitchFamily="-110" charset="0"/>
              <a:ea typeface="+mn-ea"/>
              <a:cs typeface="+mn-cs"/>
            </a:endParaRPr>
          </a:p>
          <a:p>
            <a:endParaRPr lang="en-US" dirty="0"/>
          </a:p>
        </p:txBody>
      </p:sp>
      <p:sp>
        <p:nvSpPr>
          <p:cNvPr id="4" name="Slide Number Placeholder 3"/>
          <p:cNvSpPr>
            <a:spLocks noGrp="1"/>
          </p:cNvSpPr>
          <p:nvPr>
            <p:ph type="sldNum" sz="quarter" idx="10"/>
          </p:nvPr>
        </p:nvSpPr>
        <p:spPr/>
        <p:txBody>
          <a:bodyPr/>
          <a:lstStyle/>
          <a:p>
            <a:fld id="{FDEEBCE0-4A34-3647-9307-E59F6D6CD745}" type="slidenum">
              <a:rPr lang="en-US" smtClean="0"/>
              <a:pPr/>
              <a:t>9</a:t>
            </a:fld>
            <a:endParaRPr lang="en-US" dirty="0"/>
          </a:p>
        </p:txBody>
      </p:sp>
      <p:sp>
        <p:nvSpPr>
          <p:cNvPr id="5" name="Footer Placeholder 4"/>
          <p:cNvSpPr>
            <a:spLocks noGrp="1"/>
          </p:cNvSpPr>
          <p:nvPr>
            <p:ph type="ftr" sz="quarter" idx="11"/>
          </p:nvPr>
        </p:nvSpPr>
        <p:spPr/>
        <p:txBody>
          <a:bodyPr/>
          <a:lstStyle/>
          <a:p>
            <a:r>
              <a:rPr lang="en-US"/>
              <a:t>© 2016 Pearson Education, Inc., Upper Saddle River, NJ. All rights reserved.</a:t>
            </a:r>
            <a:endParaRPr lang="en-US" dirty="0"/>
          </a:p>
        </p:txBody>
      </p:sp>
    </p:spTree>
    <p:extLst>
      <p:ext uri="{BB962C8B-B14F-4D97-AF65-F5344CB8AC3E}">
        <p14:creationId xmlns:p14="http://schemas.microsoft.com/office/powerpoint/2010/main" val="1515231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r>
              <a:rPr kumimoji="1" lang="en-US" sz="1200" kern="1200" baseline="0" dirty="0">
                <a:solidFill>
                  <a:schemeClr val="tx1"/>
                </a:solidFill>
                <a:latin typeface="Times New Roman" pitchFamily="-110" charset="0"/>
                <a:ea typeface="+mn-ea"/>
                <a:cs typeface="+mn-cs"/>
              </a:rPr>
              <a:t>Chip manufacturers are now in the process of making a huge leap forward</a:t>
            </a:r>
          </a:p>
          <a:p>
            <a:r>
              <a:rPr kumimoji="1" lang="en-US" sz="1200" kern="1200" baseline="0" dirty="0">
                <a:solidFill>
                  <a:schemeClr val="tx1"/>
                </a:solidFill>
                <a:latin typeface="Times New Roman" pitchFamily="-110" charset="0"/>
                <a:ea typeface="+mn-ea"/>
                <a:cs typeface="+mn-cs"/>
              </a:rPr>
              <a:t>in the number of cores per chip, with more than 50 cores per chip. The leap in</a:t>
            </a:r>
          </a:p>
          <a:p>
            <a:r>
              <a:rPr kumimoji="1" lang="en-US" sz="1200" kern="1200" baseline="0" dirty="0">
                <a:solidFill>
                  <a:schemeClr val="tx1"/>
                </a:solidFill>
                <a:latin typeface="Times New Roman" pitchFamily="-110" charset="0"/>
                <a:ea typeface="+mn-ea"/>
                <a:cs typeface="+mn-cs"/>
              </a:rPr>
              <a:t>performance as well as the challenges in developing software to exploit such a large</a:t>
            </a:r>
          </a:p>
          <a:p>
            <a:r>
              <a:rPr kumimoji="1" lang="en-US" sz="1200" kern="1200" baseline="0" dirty="0">
                <a:solidFill>
                  <a:schemeClr val="tx1"/>
                </a:solidFill>
                <a:latin typeface="Times New Roman" pitchFamily="-110" charset="0"/>
                <a:ea typeface="+mn-ea"/>
                <a:cs typeface="+mn-cs"/>
              </a:rPr>
              <a:t>number of cores have led to the introduction of a new term: </a:t>
            </a:r>
            <a:r>
              <a:rPr kumimoji="1" lang="en-US" sz="1200" b="1" kern="1200" baseline="0" dirty="0">
                <a:solidFill>
                  <a:schemeClr val="tx1"/>
                </a:solidFill>
                <a:latin typeface="Times New Roman" pitchFamily="-110" charset="0"/>
                <a:ea typeface="+mn-ea"/>
                <a:cs typeface="+mn-cs"/>
              </a:rPr>
              <a:t>many integrated core</a:t>
            </a:r>
          </a:p>
          <a:p>
            <a:r>
              <a:rPr kumimoji="1" lang="en-US" sz="1200" b="1" kern="1200" baseline="0" dirty="0">
                <a:solidFill>
                  <a:schemeClr val="tx1"/>
                </a:solidFill>
                <a:latin typeface="Times New Roman" pitchFamily="-110" charset="0"/>
                <a:ea typeface="+mn-ea"/>
                <a:cs typeface="+mn-cs"/>
              </a:rPr>
              <a:t>(MIC).</a:t>
            </a:r>
          </a:p>
          <a:p>
            <a:endParaRPr kumimoji="1" lang="en-US" sz="1200" b="1"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The multicore and MIC strategy involves a homogeneous collection of</a:t>
            </a:r>
          </a:p>
          <a:p>
            <a:r>
              <a:rPr kumimoji="1" lang="en-US" sz="1200" kern="1200" baseline="0" dirty="0">
                <a:solidFill>
                  <a:schemeClr val="tx1"/>
                </a:solidFill>
                <a:latin typeface="Times New Roman" pitchFamily="-110" charset="0"/>
                <a:ea typeface="+mn-ea"/>
                <a:cs typeface="+mn-cs"/>
              </a:rPr>
              <a:t>general-purpose processors on a single chip. At the same time, chip manufacturers</a:t>
            </a:r>
          </a:p>
          <a:p>
            <a:r>
              <a:rPr kumimoji="1" lang="en-US" sz="1200" kern="1200" baseline="0" dirty="0">
                <a:solidFill>
                  <a:schemeClr val="tx1"/>
                </a:solidFill>
                <a:latin typeface="Times New Roman" pitchFamily="-110" charset="0"/>
                <a:ea typeface="+mn-ea"/>
                <a:cs typeface="+mn-cs"/>
              </a:rPr>
              <a:t>are pursuing another design option: a chip with multiple general-purpose processors</a:t>
            </a:r>
          </a:p>
          <a:p>
            <a:r>
              <a:rPr kumimoji="1" lang="en-US" sz="1200" kern="1200" baseline="0" dirty="0">
                <a:solidFill>
                  <a:schemeClr val="tx1"/>
                </a:solidFill>
                <a:latin typeface="Times New Roman" pitchFamily="-110" charset="0"/>
                <a:ea typeface="+mn-ea"/>
                <a:cs typeface="+mn-cs"/>
              </a:rPr>
              <a:t>plus </a:t>
            </a:r>
            <a:r>
              <a:rPr kumimoji="1" lang="en-US" sz="1200" b="1" kern="1200" baseline="0" dirty="0">
                <a:solidFill>
                  <a:schemeClr val="tx1"/>
                </a:solidFill>
                <a:latin typeface="Times New Roman" pitchFamily="-110" charset="0"/>
                <a:ea typeface="+mn-ea"/>
                <a:cs typeface="+mn-cs"/>
              </a:rPr>
              <a:t>graphics processing units (GPUs) </a:t>
            </a:r>
            <a:r>
              <a:rPr kumimoji="1" lang="en-US" sz="1200" b="0" kern="1200" baseline="0" dirty="0">
                <a:solidFill>
                  <a:schemeClr val="tx1"/>
                </a:solidFill>
                <a:latin typeface="Times New Roman" pitchFamily="-110" charset="0"/>
                <a:ea typeface="+mn-ea"/>
                <a:cs typeface="+mn-cs"/>
              </a:rPr>
              <a:t>and specialized cores for video processing</a:t>
            </a:r>
          </a:p>
          <a:p>
            <a:r>
              <a:rPr kumimoji="1" lang="en-US" sz="1200" kern="1200" baseline="0" dirty="0">
                <a:solidFill>
                  <a:schemeClr val="tx1"/>
                </a:solidFill>
                <a:latin typeface="Times New Roman" pitchFamily="-110" charset="0"/>
                <a:ea typeface="+mn-ea"/>
                <a:cs typeface="+mn-cs"/>
              </a:rPr>
              <a:t>and other tasks. In broad terms, a GPU is a core designed to perform parallel</a:t>
            </a:r>
          </a:p>
          <a:p>
            <a:r>
              <a:rPr kumimoji="1" lang="en-US" sz="1200" kern="1200" baseline="0" dirty="0">
                <a:solidFill>
                  <a:schemeClr val="tx1"/>
                </a:solidFill>
                <a:latin typeface="Times New Roman" pitchFamily="-110" charset="0"/>
                <a:ea typeface="+mn-ea"/>
                <a:cs typeface="+mn-cs"/>
              </a:rPr>
              <a:t>operations on graphics data. Traditionally found on a plug-in graphics card (display</a:t>
            </a:r>
          </a:p>
          <a:p>
            <a:r>
              <a:rPr kumimoji="1" lang="en-US" sz="1200" kern="1200" baseline="0" dirty="0">
                <a:solidFill>
                  <a:schemeClr val="tx1"/>
                </a:solidFill>
                <a:latin typeface="Times New Roman" pitchFamily="-110" charset="0"/>
                <a:ea typeface="+mn-ea"/>
                <a:cs typeface="+mn-cs"/>
              </a:rPr>
              <a:t>adapter), it is used to encode and render 2D and 3D graphics as well as process</a:t>
            </a:r>
          </a:p>
          <a:p>
            <a:r>
              <a:rPr kumimoji="1" lang="en-US" sz="1200" kern="1200" baseline="0" dirty="0">
                <a:solidFill>
                  <a:schemeClr val="tx1"/>
                </a:solidFill>
                <a:latin typeface="Times New Roman" pitchFamily="-110" charset="0"/>
                <a:ea typeface="+mn-ea"/>
                <a:cs typeface="+mn-cs"/>
              </a:rPr>
              <a:t>video.</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Since GPUs perform parallel operations on multiple sets of data, they are</a:t>
            </a:r>
          </a:p>
          <a:p>
            <a:r>
              <a:rPr kumimoji="1" lang="en-US" sz="1200" kern="1200" baseline="0" dirty="0">
                <a:solidFill>
                  <a:schemeClr val="tx1"/>
                </a:solidFill>
                <a:latin typeface="Times New Roman" pitchFamily="-110" charset="0"/>
                <a:ea typeface="+mn-ea"/>
                <a:cs typeface="+mn-cs"/>
              </a:rPr>
              <a:t>increasingly being used as vector processors for a variety of applications that</a:t>
            </a:r>
          </a:p>
          <a:p>
            <a:r>
              <a:rPr kumimoji="1" lang="en-US" sz="1200" kern="1200" baseline="0" dirty="0">
                <a:solidFill>
                  <a:schemeClr val="tx1"/>
                </a:solidFill>
                <a:latin typeface="Times New Roman" pitchFamily="-110" charset="0"/>
                <a:ea typeface="+mn-ea"/>
                <a:cs typeface="+mn-cs"/>
              </a:rPr>
              <a:t>require repetitive computations. This blurs the line between the GPU and the</a:t>
            </a:r>
          </a:p>
          <a:p>
            <a:r>
              <a:rPr kumimoji="1" lang="en-US" sz="1200" kern="1200" baseline="0" dirty="0">
                <a:solidFill>
                  <a:schemeClr val="tx1"/>
                </a:solidFill>
                <a:latin typeface="Times New Roman" pitchFamily="-110" charset="0"/>
                <a:ea typeface="+mn-ea"/>
                <a:cs typeface="+mn-cs"/>
              </a:rPr>
              <a:t>CPU [AROR12, FATA08, PROP11]. When a broad range of applications are supported</a:t>
            </a:r>
          </a:p>
          <a:p>
            <a:r>
              <a:rPr kumimoji="1" lang="en-US" sz="1200" kern="1200" baseline="0" dirty="0">
                <a:solidFill>
                  <a:schemeClr val="tx1"/>
                </a:solidFill>
                <a:latin typeface="Times New Roman" pitchFamily="-110" charset="0"/>
                <a:ea typeface="+mn-ea"/>
                <a:cs typeface="+mn-cs"/>
              </a:rPr>
              <a:t>by such a processor, the term </a:t>
            </a:r>
            <a:r>
              <a:rPr kumimoji="1" lang="en-US" sz="1200" b="1" kern="1200" baseline="0" dirty="0">
                <a:solidFill>
                  <a:schemeClr val="tx1"/>
                </a:solidFill>
                <a:latin typeface="Times New Roman" pitchFamily="-110" charset="0"/>
                <a:ea typeface="+mn-ea"/>
                <a:cs typeface="+mn-cs"/>
              </a:rPr>
              <a:t>general-purpose computing on GPUs (GPGPU)</a:t>
            </a:r>
          </a:p>
          <a:p>
            <a:r>
              <a:rPr kumimoji="1" lang="en-US" sz="1200" kern="1200" baseline="0" dirty="0">
                <a:solidFill>
                  <a:schemeClr val="tx1"/>
                </a:solidFill>
                <a:latin typeface="Times New Roman" pitchFamily="-110" charset="0"/>
                <a:ea typeface="+mn-ea"/>
                <a:cs typeface="+mn-cs"/>
              </a:rPr>
              <a:t>is used.</a:t>
            </a:r>
          </a:p>
          <a:p>
            <a:r>
              <a:rPr kumimoji="1" lang="en-US" sz="1200" b="0" i="0" u="none" strike="noStrike" kern="1200" baseline="0" dirty="0">
                <a:solidFill>
                  <a:schemeClr val="tx1"/>
                </a:solidFill>
                <a:latin typeface="Times New Roman" pitchFamily="-110" charset="0"/>
                <a:ea typeface="+mn-ea"/>
                <a:cs typeface="+mn-cs"/>
              </a:rPr>
              <a:t> </a:t>
            </a:r>
          </a:p>
          <a:p>
            <a:r>
              <a:rPr kumimoji="1" lang="en-US" sz="1200" b="0" i="0" u="none" strike="noStrike" kern="1200" baseline="0" dirty="0">
                <a:solidFill>
                  <a:schemeClr val="tx1"/>
                </a:solidFill>
                <a:latin typeface="Times New Roman" pitchFamily="-110" charset="0"/>
                <a:ea typeface="+mn-ea"/>
                <a:cs typeface="+mn-cs"/>
              </a:rPr>
              <a:t>We explore design characteristics of multicore computers in Chapter 18 and</a:t>
            </a:r>
          </a:p>
          <a:p>
            <a:r>
              <a:rPr kumimoji="1" lang="en-US" sz="1200" b="0" i="0" u="none" strike="noStrike" kern="1200" baseline="0" dirty="0">
                <a:solidFill>
                  <a:schemeClr val="tx1"/>
                </a:solidFill>
                <a:latin typeface="Times New Roman" pitchFamily="-110" charset="0"/>
                <a:ea typeface="+mn-ea"/>
                <a:cs typeface="+mn-cs"/>
              </a:rPr>
              <a:t>GPGPUs in Chapter 19.</a:t>
            </a:r>
            <a:endParaRPr kumimoji="1" lang="en-US" sz="1200" kern="1200" baseline="0" dirty="0">
              <a:solidFill>
                <a:schemeClr val="tx1"/>
              </a:solidFill>
              <a:latin typeface="Times New Roman" pitchFamily="-110" charset="0"/>
              <a:ea typeface="+mn-ea"/>
              <a:cs typeface="+mn-cs"/>
            </a:endParaRPr>
          </a:p>
        </p:txBody>
      </p:sp>
      <p:sp>
        <p:nvSpPr>
          <p:cNvPr id="4" name="Slide Number Placeholder 3"/>
          <p:cNvSpPr>
            <a:spLocks noGrp="1"/>
          </p:cNvSpPr>
          <p:nvPr>
            <p:ph type="sldNum" sz="quarter" idx="10"/>
          </p:nvPr>
        </p:nvSpPr>
        <p:spPr/>
        <p:txBody>
          <a:bodyPr/>
          <a:lstStyle/>
          <a:p>
            <a:fld id="{FDEEBCE0-4A34-3647-9307-E59F6D6CD745}" type="slidenum">
              <a:rPr lang="en-US" smtClean="0"/>
              <a:pPr/>
              <a:t>10</a:t>
            </a:fld>
            <a:endParaRPr lang="en-US" dirty="0"/>
          </a:p>
        </p:txBody>
      </p:sp>
      <p:sp>
        <p:nvSpPr>
          <p:cNvPr id="5" name="Footer Placeholder 4"/>
          <p:cNvSpPr>
            <a:spLocks noGrp="1"/>
          </p:cNvSpPr>
          <p:nvPr>
            <p:ph type="ftr" sz="quarter" idx="11"/>
          </p:nvPr>
        </p:nvSpPr>
        <p:spPr/>
        <p:txBody>
          <a:bodyPr/>
          <a:lstStyle/>
          <a:p>
            <a:r>
              <a:rPr lang="en-US"/>
              <a:t>© 2016 Pearson Education, Inc., Upper Saddle River, NJ. All rights reserved.</a:t>
            </a:r>
            <a:endParaRPr lang="en-US" dirty="0"/>
          </a:p>
        </p:txBody>
      </p:sp>
    </p:spTree>
    <p:extLst>
      <p:ext uri="{BB962C8B-B14F-4D97-AF65-F5344CB8AC3E}">
        <p14:creationId xmlns:p14="http://schemas.microsoft.com/office/powerpoint/2010/main" val="30735829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55000" lnSpcReduction="20000"/>
          </a:bodyPr>
          <a:lstStyle/>
          <a:p>
            <a:r>
              <a:rPr kumimoji="1" lang="en-US" sz="1200" kern="1200" baseline="0" dirty="0">
                <a:solidFill>
                  <a:schemeClr val="tx1"/>
                </a:solidFill>
                <a:latin typeface="Times New Roman" pitchFamily="-110" charset="0"/>
                <a:ea typeface="+mn-ea"/>
                <a:cs typeface="+mn-cs"/>
              </a:rPr>
              <a:t>Operations performed by a processor, such as fetching an</a:t>
            </a:r>
          </a:p>
          <a:p>
            <a:r>
              <a:rPr kumimoji="1" lang="en-US" sz="1200" kern="1200" baseline="0" dirty="0">
                <a:solidFill>
                  <a:schemeClr val="tx1"/>
                </a:solidFill>
                <a:latin typeface="Times New Roman" pitchFamily="-110" charset="0"/>
                <a:ea typeface="+mn-ea"/>
                <a:cs typeface="+mn-cs"/>
              </a:rPr>
              <a:t>instruction, decoding the instruction, performing an arithmetic operation, and so</a:t>
            </a:r>
          </a:p>
          <a:p>
            <a:r>
              <a:rPr kumimoji="1" lang="en-US" sz="1200" kern="1200" baseline="0" dirty="0">
                <a:solidFill>
                  <a:schemeClr val="tx1"/>
                </a:solidFill>
                <a:latin typeface="Times New Roman" pitchFamily="-110" charset="0"/>
                <a:ea typeface="+mn-ea"/>
                <a:cs typeface="+mn-cs"/>
              </a:rPr>
              <a:t>on, are governed by a system clock. Typically, all operations begin with the pulse of</a:t>
            </a:r>
          </a:p>
          <a:p>
            <a:r>
              <a:rPr kumimoji="1" lang="en-US" sz="1200" kern="1200" baseline="0" dirty="0">
                <a:solidFill>
                  <a:schemeClr val="tx1"/>
                </a:solidFill>
                <a:latin typeface="Times New Roman" pitchFamily="-110" charset="0"/>
                <a:ea typeface="+mn-ea"/>
                <a:cs typeface="+mn-cs"/>
              </a:rPr>
              <a:t>the clock. Thus, at the most fundamental level, the speed of a processor is dictated</a:t>
            </a:r>
          </a:p>
          <a:p>
            <a:r>
              <a:rPr kumimoji="1" lang="en-US" sz="1200" kern="1200" baseline="0" dirty="0">
                <a:solidFill>
                  <a:schemeClr val="tx1"/>
                </a:solidFill>
                <a:latin typeface="Times New Roman" pitchFamily="-110" charset="0"/>
                <a:ea typeface="+mn-ea"/>
                <a:cs typeface="+mn-cs"/>
              </a:rPr>
              <a:t>by the pulse frequency produced by the clock, measured in cycles per second, or</a:t>
            </a:r>
          </a:p>
          <a:p>
            <a:r>
              <a:rPr kumimoji="1" lang="en-US" sz="1200" kern="1200" baseline="0" dirty="0">
                <a:solidFill>
                  <a:schemeClr val="tx1"/>
                </a:solidFill>
                <a:latin typeface="Times New Roman" pitchFamily="-110" charset="0"/>
                <a:ea typeface="+mn-ea"/>
                <a:cs typeface="+mn-cs"/>
              </a:rPr>
              <a:t>Hertz (Hz).</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Typically, clock signals are generated by a quartz crystal, which generates a</a:t>
            </a:r>
          </a:p>
          <a:p>
            <a:r>
              <a:rPr kumimoji="1" lang="en-US" sz="1200" kern="1200" baseline="0" dirty="0">
                <a:solidFill>
                  <a:schemeClr val="tx1"/>
                </a:solidFill>
                <a:latin typeface="Times New Roman" pitchFamily="-110" charset="0"/>
                <a:ea typeface="+mn-ea"/>
                <a:cs typeface="+mn-cs"/>
              </a:rPr>
              <a:t>constant sine wave while power is applied. This wave is converted into a digital</a:t>
            </a:r>
          </a:p>
          <a:p>
            <a:r>
              <a:rPr kumimoji="1" lang="en-US" sz="1200" kern="1200" baseline="0" dirty="0">
                <a:solidFill>
                  <a:schemeClr val="tx1"/>
                </a:solidFill>
                <a:latin typeface="Times New Roman" pitchFamily="-110" charset="0"/>
                <a:ea typeface="+mn-ea"/>
                <a:cs typeface="+mn-cs"/>
              </a:rPr>
              <a:t>voltage pulse stream that is provided in a constant flow to the processor circuitry</a:t>
            </a:r>
          </a:p>
          <a:p>
            <a:r>
              <a:rPr kumimoji="1" lang="en-US" sz="1200" kern="1200" baseline="0" dirty="0">
                <a:solidFill>
                  <a:schemeClr val="tx1"/>
                </a:solidFill>
                <a:latin typeface="Times New Roman" pitchFamily="-110" charset="0"/>
                <a:ea typeface="+mn-ea"/>
                <a:cs typeface="+mn-cs"/>
              </a:rPr>
              <a:t>(Figure 2.5). For example, a 1-GHz processor receives 1 billion pulses per second.</a:t>
            </a:r>
          </a:p>
          <a:p>
            <a:r>
              <a:rPr kumimoji="1" lang="en-US" sz="1200" kern="1200" baseline="0" dirty="0">
                <a:solidFill>
                  <a:schemeClr val="tx1"/>
                </a:solidFill>
                <a:latin typeface="Times New Roman" pitchFamily="-110" charset="0"/>
                <a:ea typeface="+mn-ea"/>
                <a:cs typeface="+mn-cs"/>
              </a:rPr>
              <a:t>The rate of pulses is known as the </a:t>
            </a:r>
            <a:r>
              <a:rPr kumimoji="1" lang="en-US" sz="1200" b="1" kern="1200" baseline="0" dirty="0">
                <a:solidFill>
                  <a:schemeClr val="tx1"/>
                </a:solidFill>
                <a:latin typeface="Times New Roman" pitchFamily="-110" charset="0"/>
                <a:ea typeface="+mn-ea"/>
                <a:cs typeface="+mn-cs"/>
              </a:rPr>
              <a:t>clock rate, or clock speed. </a:t>
            </a:r>
            <a:r>
              <a:rPr kumimoji="1" lang="en-US" sz="1200" b="0" kern="1200" baseline="0" dirty="0">
                <a:solidFill>
                  <a:schemeClr val="tx1"/>
                </a:solidFill>
                <a:latin typeface="Times New Roman" pitchFamily="-110" charset="0"/>
                <a:ea typeface="+mn-ea"/>
                <a:cs typeface="+mn-cs"/>
              </a:rPr>
              <a:t>One increment, or</a:t>
            </a:r>
          </a:p>
          <a:p>
            <a:r>
              <a:rPr kumimoji="1" lang="en-US" sz="1200" b="0" kern="1200" baseline="0" dirty="0">
                <a:solidFill>
                  <a:schemeClr val="tx1"/>
                </a:solidFill>
                <a:latin typeface="Times New Roman" pitchFamily="-110" charset="0"/>
                <a:ea typeface="+mn-ea"/>
                <a:cs typeface="+mn-cs"/>
              </a:rPr>
              <a:t>pulse, of the clock is referred to as a </a:t>
            </a:r>
            <a:r>
              <a:rPr kumimoji="1" lang="en-US" sz="1200" b="1" kern="1200" baseline="0" dirty="0">
                <a:solidFill>
                  <a:schemeClr val="tx1"/>
                </a:solidFill>
                <a:latin typeface="Times New Roman" pitchFamily="-110" charset="0"/>
                <a:ea typeface="+mn-ea"/>
                <a:cs typeface="+mn-cs"/>
              </a:rPr>
              <a:t>clock cycle</a:t>
            </a:r>
            <a:r>
              <a:rPr kumimoji="1" lang="en-US" sz="1200" b="0" kern="1200" baseline="0" dirty="0">
                <a:solidFill>
                  <a:schemeClr val="tx1"/>
                </a:solidFill>
                <a:latin typeface="Times New Roman" pitchFamily="-110" charset="0"/>
                <a:ea typeface="+mn-ea"/>
                <a:cs typeface="+mn-cs"/>
              </a:rPr>
              <a:t>, or a </a:t>
            </a:r>
            <a:r>
              <a:rPr kumimoji="1" lang="en-US" sz="1200" b="1" kern="1200" baseline="0" dirty="0">
                <a:solidFill>
                  <a:schemeClr val="tx1"/>
                </a:solidFill>
                <a:latin typeface="Times New Roman" pitchFamily="-110" charset="0"/>
                <a:ea typeface="+mn-ea"/>
                <a:cs typeface="+mn-cs"/>
              </a:rPr>
              <a:t>clock tick</a:t>
            </a:r>
            <a:r>
              <a:rPr kumimoji="1" lang="en-US" sz="1200" b="0" kern="1200" baseline="0" dirty="0">
                <a:solidFill>
                  <a:schemeClr val="tx1"/>
                </a:solidFill>
                <a:latin typeface="Times New Roman" pitchFamily="-110" charset="0"/>
                <a:ea typeface="+mn-ea"/>
                <a:cs typeface="+mn-cs"/>
              </a:rPr>
              <a:t>. The time between</a:t>
            </a:r>
          </a:p>
          <a:p>
            <a:r>
              <a:rPr kumimoji="1" lang="en-US" sz="1200" kern="1200" baseline="0" dirty="0">
                <a:solidFill>
                  <a:schemeClr val="tx1"/>
                </a:solidFill>
                <a:latin typeface="Times New Roman" pitchFamily="-110" charset="0"/>
                <a:ea typeface="+mn-ea"/>
                <a:cs typeface="+mn-cs"/>
              </a:rPr>
              <a:t>pulses is the </a:t>
            </a:r>
            <a:r>
              <a:rPr kumimoji="1" lang="en-US" sz="1200" b="1" kern="1200" baseline="0" dirty="0">
                <a:solidFill>
                  <a:schemeClr val="tx1"/>
                </a:solidFill>
                <a:latin typeface="Times New Roman" pitchFamily="-110" charset="0"/>
                <a:ea typeface="+mn-ea"/>
                <a:cs typeface="+mn-cs"/>
              </a:rPr>
              <a:t>cycle time.</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The clock rate is not arbitrary, but must be appropriate for the physical layout</a:t>
            </a:r>
          </a:p>
          <a:p>
            <a:r>
              <a:rPr kumimoji="1" lang="en-US" sz="1200" kern="1200" baseline="0" dirty="0">
                <a:solidFill>
                  <a:schemeClr val="tx1"/>
                </a:solidFill>
                <a:latin typeface="Times New Roman" pitchFamily="-110" charset="0"/>
                <a:ea typeface="+mn-ea"/>
                <a:cs typeface="+mn-cs"/>
              </a:rPr>
              <a:t>of the processor. Actions in the processor require signals to be sent from one processor</a:t>
            </a:r>
          </a:p>
          <a:p>
            <a:r>
              <a:rPr kumimoji="1" lang="en-US" sz="1200" kern="1200" baseline="0" dirty="0">
                <a:solidFill>
                  <a:schemeClr val="tx1"/>
                </a:solidFill>
                <a:latin typeface="Times New Roman" pitchFamily="-110" charset="0"/>
                <a:ea typeface="+mn-ea"/>
                <a:cs typeface="+mn-cs"/>
              </a:rPr>
              <a:t>element to another. When a signal is placed on a line inside the processor, it</a:t>
            </a:r>
          </a:p>
          <a:p>
            <a:r>
              <a:rPr kumimoji="1" lang="en-US" sz="1200" kern="1200" baseline="0" dirty="0">
                <a:solidFill>
                  <a:schemeClr val="tx1"/>
                </a:solidFill>
                <a:latin typeface="Times New Roman" pitchFamily="-110" charset="0"/>
                <a:ea typeface="+mn-ea"/>
                <a:cs typeface="+mn-cs"/>
              </a:rPr>
              <a:t>takes some finite amount of time for the voltage levels to settle down so that an</a:t>
            </a:r>
          </a:p>
          <a:p>
            <a:r>
              <a:rPr kumimoji="1" lang="en-US" sz="1200" kern="1200" baseline="0" dirty="0">
                <a:solidFill>
                  <a:schemeClr val="tx1"/>
                </a:solidFill>
                <a:latin typeface="Times New Roman" pitchFamily="-110" charset="0"/>
                <a:ea typeface="+mn-ea"/>
                <a:cs typeface="+mn-cs"/>
              </a:rPr>
              <a:t>accurate value (1 or 0) is available. Furthermore, depending on the physical layout</a:t>
            </a:r>
          </a:p>
          <a:p>
            <a:r>
              <a:rPr kumimoji="1" lang="en-US" sz="1200" kern="1200" baseline="0" dirty="0">
                <a:solidFill>
                  <a:schemeClr val="tx1"/>
                </a:solidFill>
                <a:latin typeface="Times New Roman" pitchFamily="-110" charset="0"/>
                <a:ea typeface="+mn-ea"/>
                <a:cs typeface="+mn-cs"/>
              </a:rPr>
              <a:t>of the processor circuits, some signals may change more rapidly than others. Thus,</a:t>
            </a:r>
          </a:p>
          <a:p>
            <a:r>
              <a:rPr kumimoji="1" lang="en-US" sz="1200" kern="1200" baseline="0" dirty="0">
                <a:solidFill>
                  <a:schemeClr val="tx1"/>
                </a:solidFill>
                <a:latin typeface="Times New Roman" pitchFamily="-110" charset="0"/>
                <a:ea typeface="+mn-ea"/>
                <a:cs typeface="+mn-cs"/>
              </a:rPr>
              <a:t>operations must be synchronized and paced so that the proper electrical signal</a:t>
            </a:r>
          </a:p>
          <a:p>
            <a:r>
              <a:rPr kumimoji="1" lang="en-US" sz="1200" kern="1200" baseline="0" dirty="0">
                <a:solidFill>
                  <a:schemeClr val="tx1"/>
                </a:solidFill>
                <a:latin typeface="Times New Roman" pitchFamily="-110" charset="0"/>
                <a:ea typeface="+mn-ea"/>
                <a:cs typeface="+mn-cs"/>
              </a:rPr>
              <a:t>(voltage) values are available for each operation.</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The execution of an instruction involves a number of discrete steps, such</a:t>
            </a:r>
          </a:p>
          <a:p>
            <a:r>
              <a:rPr kumimoji="1" lang="en-US" sz="1200" kern="1200" baseline="0" dirty="0">
                <a:solidFill>
                  <a:schemeClr val="tx1"/>
                </a:solidFill>
                <a:latin typeface="Times New Roman" pitchFamily="-110" charset="0"/>
                <a:ea typeface="+mn-ea"/>
                <a:cs typeface="+mn-cs"/>
              </a:rPr>
              <a:t>as fetching the instruction from memory, decoding the various portions of the</a:t>
            </a:r>
          </a:p>
          <a:p>
            <a:r>
              <a:rPr kumimoji="1" lang="en-US" sz="1200" kern="1200" baseline="0" dirty="0">
                <a:solidFill>
                  <a:schemeClr val="tx1"/>
                </a:solidFill>
                <a:latin typeface="Times New Roman" pitchFamily="-110" charset="0"/>
                <a:ea typeface="+mn-ea"/>
                <a:cs typeface="+mn-cs"/>
              </a:rPr>
              <a:t>instruction, loading and storing data, and performing arithmetic and logical operations.</a:t>
            </a:r>
          </a:p>
          <a:p>
            <a:r>
              <a:rPr kumimoji="1" lang="en-US" sz="1200" kern="1200" baseline="0" dirty="0">
                <a:solidFill>
                  <a:schemeClr val="tx1"/>
                </a:solidFill>
                <a:latin typeface="Times New Roman" pitchFamily="-110" charset="0"/>
                <a:ea typeface="+mn-ea"/>
                <a:cs typeface="+mn-cs"/>
              </a:rPr>
              <a:t>Thus, most instructions on most processors require multiple clock cycles to</a:t>
            </a:r>
          </a:p>
          <a:p>
            <a:r>
              <a:rPr kumimoji="1" lang="en-US" sz="1200" kern="1200" baseline="0" dirty="0">
                <a:solidFill>
                  <a:schemeClr val="tx1"/>
                </a:solidFill>
                <a:latin typeface="Times New Roman" pitchFamily="-110" charset="0"/>
                <a:ea typeface="+mn-ea"/>
                <a:cs typeface="+mn-cs"/>
              </a:rPr>
              <a:t>complete. Some instructions may take only a few cycles, while others require dozens.</a:t>
            </a:r>
          </a:p>
          <a:p>
            <a:r>
              <a:rPr kumimoji="1" lang="en-US" sz="1200" kern="1200" baseline="0" dirty="0">
                <a:solidFill>
                  <a:schemeClr val="tx1"/>
                </a:solidFill>
                <a:latin typeface="Times New Roman" pitchFamily="-110" charset="0"/>
                <a:ea typeface="+mn-ea"/>
                <a:cs typeface="+mn-cs"/>
              </a:rPr>
              <a:t>In addition, when pipelining is used, multiple instructions are being executed simultaneously.</a:t>
            </a:r>
          </a:p>
          <a:p>
            <a:r>
              <a:rPr kumimoji="1" lang="en-US" sz="1200" kern="1200" baseline="0" dirty="0">
                <a:solidFill>
                  <a:schemeClr val="tx1"/>
                </a:solidFill>
                <a:latin typeface="Times New Roman" pitchFamily="-110" charset="0"/>
                <a:ea typeface="+mn-ea"/>
                <a:cs typeface="+mn-cs"/>
              </a:rPr>
              <a:t>Thus, a straight comparison of clock speeds on different processors does</a:t>
            </a:r>
          </a:p>
          <a:p>
            <a:r>
              <a:rPr kumimoji="1" lang="en-US" sz="1200" kern="1200" baseline="0" dirty="0">
                <a:solidFill>
                  <a:schemeClr val="tx1"/>
                </a:solidFill>
                <a:latin typeface="Times New Roman" pitchFamily="-110" charset="0"/>
                <a:ea typeface="+mn-ea"/>
                <a:cs typeface="+mn-cs"/>
              </a:rPr>
              <a:t>not tell the whole story about performance.</a:t>
            </a:r>
            <a:endParaRPr lang="en-US" dirty="0"/>
          </a:p>
        </p:txBody>
      </p:sp>
      <p:sp>
        <p:nvSpPr>
          <p:cNvPr id="4" name="Slide Number Placeholder 3"/>
          <p:cNvSpPr>
            <a:spLocks noGrp="1"/>
          </p:cNvSpPr>
          <p:nvPr>
            <p:ph type="sldNum" sz="quarter" idx="10"/>
          </p:nvPr>
        </p:nvSpPr>
        <p:spPr/>
        <p:txBody>
          <a:bodyPr/>
          <a:lstStyle/>
          <a:p>
            <a:fld id="{FDEEBCE0-4A34-3647-9307-E59F6D6CD745}" type="slidenum">
              <a:rPr lang="en-US" smtClean="0"/>
              <a:pPr/>
              <a:t>11</a:t>
            </a:fld>
            <a:endParaRPr lang="en-US" dirty="0"/>
          </a:p>
        </p:txBody>
      </p:sp>
      <p:sp>
        <p:nvSpPr>
          <p:cNvPr id="5" name="Footer Placeholder 4"/>
          <p:cNvSpPr>
            <a:spLocks noGrp="1"/>
          </p:cNvSpPr>
          <p:nvPr>
            <p:ph type="ftr" sz="quarter" idx="11"/>
          </p:nvPr>
        </p:nvSpPr>
        <p:spPr/>
        <p:txBody>
          <a:bodyPr/>
          <a:lstStyle/>
          <a:p>
            <a:r>
              <a:rPr lang="en-US"/>
              <a:t>© 2016 Pearson Education, Inc., Upper Saddle River, NJ. All rights reserved.</a:t>
            </a:r>
            <a:endParaRPr lang="en-US" dirty="0"/>
          </a:p>
        </p:txBody>
      </p:sp>
    </p:spTree>
    <p:extLst>
      <p:ext uri="{BB962C8B-B14F-4D97-AF65-F5344CB8AC3E}">
        <p14:creationId xmlns:p14="http://schemas.microsoft.com/office/powerpoint/2010/main" val="5632263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kumimoji="1" lang="en-US" sz="1200" kern="1200" baseline="0" dirty="0">
                <a:solidFill>
                  <a:schemeClr val="tx1"/>
                </a:solidFill>
                <a:latin typeface="Times New Roman" pitchFamily="-110" charset="0"/>
                <a:ea typeface="+mn-ea"/>
                <a:cs typeface="+mn-cs"/>
              </a:rPr>
              <a:t>Table 2.1 is a matrix in which one dimension shows the five</a:t>
            </a:r>
          </a:p>
          <a:p>
            <a:r>
              <a:rPr kumimoji="1" lang="en-US" sz="1200" kern="1200" baseline="0" dirty="0">
                <a:solidFill>
                  <a:schemeClr val="tx1"/>
                </a:solidFill>
                <a:latin typeface="Times New Roman" pitchFamily="-110" charset="0"/>
                <a:ea typeface="+mn-ea"/>
                <a:cs typeface="+mn-cs"/>
              </a:rPr>
              <a:t>performance factors and the other dimension shows the four system attributes. An</a:t>
            </a:r>
          </a:p>
          <a:p>
            <a:r>
              <a:rPr kumimoji="1" lang="en-US" sz="1200" kern="1200" baseline="0" dirty="0">
                <a:solidFill>
                  <a:schemeClr val="tx1"/>
                </a:solidFill>
                <a:latin typeface="Times New Roman" pitchFamily="-110" charset="0"/>
                <a:ea typeface="+mn-ea"/>
                <a:cs typeface="+mn-cs"/>
              </a:rPr>
              <a:t>X in a cell indicates a system attribute that affects a performance factor.</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A common measure of performance for a processor is the rate at which</a:t>
            </a:r>
          </a:p>
          <a:p>
            <a:r>
              <a:rPr kumimoji="1" lang="en-US" sz="1200" kern="1200" baseline="0" dirty="0">
                <a:solidFill>
                  <a:schemeClr val="tx1"/>
                </a:solidFill>
                <a:latin typeface="Times New Roman" pitchFamily="-110" charset="0"/>
                <a:ea typeface="+mn-ea"/>
                <a:cs typeface="+mn-cs"/>
              </a:rPr>
              <a:t>instructions are executed, expressed as millions of instructions per second (MIPS),</a:t>
            </a:r>
          </a:p>
          <a:p>
            <a:r>
              <a:rPr kumimoji="1" lang="en-US" sz="1200" kern="1200" baseline="0" dirty="0">
                <a:solidFill>
                  <a:schemeClr val="tx1"/>
                </a:solidFill>
                <a:latin typeface="Times New Roman" pitchFamily="-110" charset="0"/>
                <a:ea typeface="+mn-ea"/>
                <a:cs typeface="+mn-cs"/>
              </a:rPr>
              <a:t>referred to as the </a:t>
            </a:r>
            <a:r>
              <a:rPr kumimoji="1" lang="en-US" sz="1200" b="1" kern="1200" baseline="0" dirty="0">
                <a:solidFill>
                  <a:schemeClr val="tx1"/>
                </a:solidFill>
                <a:latin typeface="Times New Roman" pitchFamily="-110" charset="0"/>
                <a:ea typeface="+mn-ea"/>
                <a:cs typeface="+mn-cs"/>
              </a:rPr>
              <a:t>MIPS rate.</a:t>
            </a:r>
          </a:p>
          <a:p>
            <a:endParaRPr kumimoji="1" lang="en-US" sz="1200" b="1" kern="1200" baseline="0" dirty="0">
              <a:solidFill>
                <a:schemeClr val="tx1"/>
              </a:solidFill>
              <a:latin typeface="Times New Roman" pitchFamily="-110" charset="0"/>
              <a:ea typeface="+mn-ea"/>
              <a:cs typeface="+mn-cs"/>
            </a:endParaRPr>
          </a:p>
          <a:p>
            <a:r>
              <a:rPr kumimoji="1" lang="en-US" sz="1200" b="0" i="0" u="none" strike="noStrike" kern="1200" baseline="0" dirty="0">
                <a:solidFill>
                  <a:schemeClr val="tx1"/>
                </a:solidFill>
                <a:latin typeface="Times New Roman" pitchFamily="-110" charset="0"/>
                <a:ea typeface="+mn-ea"/>
                <a:cs typeface="+mn-cs"/>
              </a:rPr>
              <a:t> Another common performance measure deals only with floating-point instructions.</a:t>
            </a:r>
          </a:p>
          <a:p>
            <a:r>
              <a:rPr kumimoji="1" lang="en-US" sz="1200" b="0" i="0" u="none" strike="noStrike" kern="1200" baseline="0" dirty="0">
                <a:solidFill>
                  <a:schemeClr val="tx1"/>
                </a:solidFill>
                <a:latin typeface="Times New Roman" pitchFamily="-110" charset="0"/>
                <a:ea typeface="+mn-ea"/>
                <a:cs typeface="+mn-cs"/>
              </a:rPr>
              <a:t>These are common in many scientific and game applications. Floating-point</a:t>
            </a:r>
          </a:p>
          <a:p>
            <a:r>
              <a:rPr kumimoji="1" lang="en-US" sz="1200" b="0" i="0" u="none" strike="noStrike" kern="1200" baseline="0" dirty="0">
                <a:solidFill>
                  <a:schemeClr val="tx1"/>
                </a:solidFill>
                <a:latin typeface="Times New Roman" pitchFamily="-110" charset="0"/>
                <a:ea typeface="+mn-ea"/>
                <a:cs typeface="+mn-cs"/>
              </a:rPr>
              <a:t>performance is expressed as millions of floating-point operations per second</a:t>
            </a:r>
          </a:p>
          <a:p>
            <a:r>
              <a:rPr kumimoji="1" lang="en-US" sz="1200" b="0" i="0" u="none" strike="noStrike" kern="1200" baseline="0" dirty="0">
                <a:solidFill>
                  <a:schemeClr val="tx1"/>
                </a:solidFill>
                <a:latin typeface="Times New Roman" pitchFamily="-110" charset="0"/>
                <a:ea typeface="+mn-ea"/>
                <a:cs typeface="+mn-cs"/>
              </a:rPr>
              <a:t>(MFLOPS).</a:t>
            </a:r>
            <a:endParaRPr lang="en-US" b="0" dirty="0"/>
          </a:p>
        </p:txBody>
      </p:sp>
      <p:sp>
        <p:nvSpPr>
          <p:cNvPr id="4" name="Slide Number Placeholder 3"/>
          <p:cNvSpPr>
            <a:spLocks noGrp="1"/>
          </p:cNvSpPr>
          <p:nvPr>
            <p:ph type="sldNum" sz="quarter" idx="10"/>
          </p:nvPr>
        </p:nvSpPr>
        <p:spPr/>
        <p:txBody>
          <a:bodyPr/>
          <a:lstStyle/>
          <a:p>
            <a:fld id="{FDEEBCE0-4A34-3647-9307-E59F6D6CD745}" type="slidenum">
              <a:rPr lang="en-US" smtClean="0"/>
              <a:pPr/>
              <a:t>13</a:t>
            </a:fld>
            <a:endParaRPr lang="en-US" dirty="0"/>
          </a:p>
        </p:txBody>
      </p:sp>
      <p:sp>
        <p:nvSpPr>
          <p:cNvPr id="5" name="Footer Placeholder 4"/>
          <p:cNvSpPr>
            <a:spLocks noGrp="1"/>
          </p:cNvSpPr>
          <p:nvPr>
            <p:ph type="ftr" sz="quarter" idx="11"/>
          </p:nvPr>
        </p:nvSpPr>
        <p:spPr/>
        <p:txBody>
          <a:bodyPr/>
          <a:lstStyle/>
          <a:p>
            <a:r>
              <a:rPr lang="en-US"/>
              <a:t>© 2016 Pearson Education, Inc., Upper Saddle River, NJ. All rights reserved.</a:t>
            </a:r>
            <a:endParaRPr lang="en-US" dirty="0"/>
          </a:p>
        </p:txBody>
      </p:sp>
    </p:spTree>
    <p:extLst>
      <p:ext uri="{BB962C8B-B14F-4D97-AF65-F5344CB8AC3E}">
        <p14:creationId xmlns:p14="http://schemas.microsoft.com/office/powerpoint/2010/main" val="32960401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en-US" sz="1200" b="0" i="0" u="none" strike="noStrike" kern="1200" baseline="0" dirty="0">
                <a:solidFill>
                  <a:schemeClr val="tx1"/>
                </a:solidFill>
                <a:latin typeface="Times New Roman" pitchFamily="-110" charset="0"/>
                <a:ea typeface="+mn-ea"/>
                <a:cs typeface="+mn-cs"/>
              </a:rPr>
              <a:t>Measures such as MIPS and MFLOPS have proven inadequate to evaluating the performance</a:t>
            </a:r>
          </a:p>
          <a:p>
            <a:r>
              <a:rPr kumimoji="1" lang="en-US" sz="1200" b="0" i="0" u="none" strike="noStrike" kern="1200" baseline="0" dirty="0">
                <a:solidFill>
                  <a:schemeClr val="tx1"/>
                </a:solidFill>
                <a:latin typeface="Times New Roman" pitchFamily="-110" charset="0"/>
                <a:ea typeface="+mn-ea"/>
                <a:cs typeface="+mn-cs"/>
              </a:rPr>
              <a:t>of processors. Because of differences in instruction sets, the instruction execution</a:t>
            </a:r>
          </a:p>
          <a:p>
            <a:r>
              <a:rPr kumimoji="1" lang="en-US" sz="1200" b="0" i="0" u="none" strike="noStrike" kern="1200" baseline="0" dirty="0">
                <a:solidFill>
                  <a:schemeClr val="tx1"/>
                </a:solidFill>
                <a:latin typeface="Times New Roman" pitchFamily="-110" charset="0"/>
                <a:ea typeface="+mn-ea"/>
                <a:cs typeface="+mn-cs"/>
              </a:rPr>
              <a:t>rate is not a valid means of comparing the performance of different architectures.</a:t>
            </a:r>
          </a:p>
          <a:p>
            <a:endParaRPr kumimoji="1" lang="en-US" sz="1200" b="0" i="0" u="none" strike="noStrike" kern="1200" baseline="0" dirty="0">
              <a:solidFill>
                <a:schemeClr val="tx1"/>
              </a:solidFill>
              <a:latin typeface="Times New Roman" pitchFamily="-110" charset="0"/>
              <a:ea typeface="+mn-ea"/>
              <a:cs typeface="+mn-cs"/>
            </a:endParaRPr>
          </a:p>
          <a:p>
            <a:r>
              <a:rPr kumimoji="1" lang="en-US" sz="1200" b="0" i="0" u="none" strike="noStrike" kern="1200" baseline="0" dirty="0">
                <a:solidFill>
                  <a:schemeClr val="tx1"/>
                </a:solidFill>
                <a:latin typeface="Times New Roman" pitchFamily="-110" charset="0"/>
                <a:ea typeface="+mn-ea"/>
                <a:cs typeface="+mn-cs"/>
              </a:rPr>
              <a:t>Another consideration is that the performance of a given processor on a given</a:t>
            </a:r>
          </a:p>
          <a:p>
            <a:r>
              <a:rPr kumimoji="1" lang="en-US" sz="1200" b="0" i="0" u="none" strike="noStrike" kern="1200" baseline="0" dirty="0">
                <a:solidFill>
                  <a:schemeClr val="tx1"/>
                </a:solidFill>
                <a:latin typeface="Times New Roman" pitchFamily="-110" charset="0"/>
                <a:ea typeface="+mn-ea"/>
                <a:cs typeface="+mn-cs"/>
              </a:rPr>
              <a:t>program may not be useful in determining how that processor will perform on a</a:t>
            </a:r>
          </a:p>
          <a:p>
            <a:r>
              <a:rPr kumimoji="1" lang="en-US" sz="1200" b="0" i="0" u="none" strike="noStrike" kern="1200" baseline="0" dirty="0">
                <a:solidFill>
                  <a:schemeClr val="tx1"/>
                </a:solidFill>
                <a:latin typeface="Times New Roman" pitchFamily="-110" charset="0"/>
                <a:ea typeface="+mn-ea"/>
                <a:cs typeface="+mn-cs"/>
              </a:rPr>
              <a:t>very different type of application. Accordingly, beginning in the late 1980s and</a:t>
            </a:r>
          </a:p>
          <a:p>
            <a:r>
              <a:rPr kumimoji="1" lang="en-US" sz="1200" b="0" i="0" u="none" strike="noStrike" kern="1200" baseline="0" dirty="0">
                <a:solidFill>
                  <a:schemeClr val="tx1"/>
                </a:solidFill>
                <a:latin typeface="Times New Roman" pitchFamily="-110" charset="0"/>
                <a:ea typeface="+mn-ea"/>
                <a:cs typeface="+mn-cs"/>
              </a:rPr>
              <a:t>early 1990s, industry and academic interest shifted to measuring the performance of</a:t>
            </a:r>
          </a:p>
          <a:p>
            <a:r>
              <a:rPr kumimoji="1" lang="en-US" sz="1200" b="0" i="0" u="none" strike="noStrike" kern="1200" baseline="0" dirty="0">
                <a:solidFill>
                  <a:schemeClr val="tx1"/>
                </a:solidFill>
                <a:latin typeface="Times New Roman" pitchFamily="-110" charset="0"/>
                <a:ea typeface="+mn-ea"/>
                <a:cs typeface="+mn-cs"/>
              </a:rPr>
              <a:t> systems using a set of benchmark programs. The same set of programs can be run on</a:t>
            </a:r>
          </a:p>
          <a:p>
            <a:r>
              <a:rPr kumimoji="1" lang="en-US" sz="1200" b="0" i="0" u="none" strike="noStrike" kern="1200" baseline="0" dirty="0">
                <a:solidFill>
                  <a:schemeClr val="tx1"/>
                </a:solidFill>
                <a:latin typeface="Times New Roman" pitchFamily="-110" charset="0"/>
                <a:ea typeface="+mn-ea"/>
                <a:cs typeface="+mn-cs"/>
              </a:rPr>
              <a:t>different machines and the execution times compared. Benchmarks provide guidance</a:t>
            </a:r>
          </a:p>
          <a:p>
            <a:r>
              <a:rPr kumimoji="1" lang="en-US" sz="1200" b="0" i="0" u="none" strike="noStrike" kern="1200" baseline="0" dirty="0">
                <a:solidFill>
                  <a:schemeClr val="tx1"/>
                </a:solidFill>
                <a:latin typeface="Times New Roman" pitchFamily="-110" charset="0"/>
                <a:ea typeface="+mn-ea"/>
                <a:cs typeface="+mn-cs"/>
              </a:rPr>
              <a:t>to customers trying to decide which system to buy and can be useful to vendors</a:t>
            </a:r>
          </a:p>
          <a:p>
            <a:r>
              <a:rPr kumimoji="1" lang="en-US" sz="1200" b="0" i="0" u="none" strike="noStrike" kern="1200" baseline="0" dirty="0">
                <a:solidFill>
                  <a:schemeClr val="tx1"/>
                </a:solidFill>
                <a:latin typeface="Times New Roman" pitchFamily="-110" charset="0"/>
                <a:ea typeface="+mn-ea"/>
                <a:cs typeface="+mn-cs"/>
              </a:rPr>
              <a:t>and designers in determining how to design systems to meet benchmark goals.</a:t>
            </a:r>
          </a:p>
          <a:p>
            <a:endParaRPr kumimoji="1" lang="en-US" sz="1200" b="0" i="0" u="none" strike="noStrike" kern="1200" baseline="0" dirty="0">
              <a:solidFill>
                <a:schemeClr val="tx1"/>
              </a:solidFill>
              <a:latin typeface="Times New Roman" pitchFamily="-110" charset="0"/>
              <a:ea typeface="+mn-ea"/>
              <a:cs typeface="+mn-cs"/>
            </a:endParaRPr>
          </a:p>
          <a:p>
            <a:r>
              <a:rPr kumimoji="1" lang="en-US" sz="1200" b="0" i="0" u="none" strike="noStrike" kern="1200" baseline="0" dirty="0">
                <a:solidFill>
                  <a:schemeClr val="tx1"/>
                </a:solidFill>
                <a:latin typeface="Times New Roman" pitchFamily="-110" charset="0"/>
                <a:ea typeface="+mn-ea"/>
                <a:cs typeface="+mn-cs"/>
              </a:rPr>
              <a:t>[WEIC90] lists the following as desirable characteristics of a benchmark program:</a:t>
            </a:r>
          </a:p>
          <a:p>
            <a:endParaRPr kumimoji="1" lang="en-US" sz="1200" b="0" i="0" u="none" strike="noStrike" kern="1200" baseline="0" dirty="0">
              <a:solidFill>
                <a:schemeClr val="tx1"/>
              </a:solidFill>
              <a:latin typeface="Times New Roman" pitchFamily="-110" charset="0"/>
              <a:ea typeface="+mn-ea"/>
              <a:cs typeface="+mn-cs"/>
            </a:endParaRPr>
          </a:p>
          <a:p>
            <a:r>
              <a:rPr kumimoji="1" lang="en-US" sz="1200" b="0" i="0" u="none" strike="noStrike" kern="1200" baseline="0" dirty="0">
                <a:solidFill>
                  <a:schemeClr val="tx1"/>
                </a:solidFill>
                <a:latin typeface="Times New Roman" pitchFamily="-110" charset="0"/>
                <a:ea typeface="+mn-ea"/>
                <a:cs typeface="+mn-cs"/>
              </a:rPr>
              <a:t>1.  It is written in a high-level language, making it portable across different machines.</a:t>
            </a:r>
          </a:p>
          <a:p>
            <a:endParaRPr kumimoji="1" lang="en-US" sz="1200" b="0" i="0" u="none" strike="noStrike" kern="1200" baseline="0" dirty="0">
              <a:solidFill>
                <a:schemeClr val="tx1"/>
              </a:solidFill>
              <a:latin typeface="Times New Roman" pitchFamily="-110" charset="0"/>
              <a:ea typeface="+mn-ea"/>
              <a:cs typeface="+mn-cs"/>
            </a:endParaRPr>
          </a:p>
          <a:p>
            <a:r>
              <a:rPr kumimoji="1" lang="en-US" sz="1200" b="0" i="0" u="none" strike="noStrike" kern="1200" baseline="0" dirty="0">
                <a:solidFill>
                  <a:schemeClr val="tx1"/>
                </a:solidFill>
                <a:latin typeface="Times New Roman" pitchFamily="-110" charset="0"/>
                <a:ea typeface="+mn-ea"/>
                <a:cs typeface="+mn-cs"/>
              </a:rPr>
              <a:t>2.  It is representative of a particular kind of programming domain or paradigm, such</a:t>
            </a:r>
          </a:p>
          <a:p>
            <a:r>
              <a:rPr kumimoji="1" lang="en-US" sz="1200" b="0" i="0" u="none" strike="noStrike" kern="1200" baseline="0" dirty="0">
                <a:solidFill>
                  <a:schemeClr val="tx1"/>
                </a:solidFill>
                <a:latin typeface="Times New Roman" pitchFamily="-110" charset="0"/>
                <a:ea typeface="+mn-ea"/>
                <a:cs typeface="+mn-cs"/>
              </a:rPr>
              <a:t>as systems programming, numerical programming, or commercial programming.</a:t>
            </a:r>
          </a:p>
          <a:p>
            <a:endParaRPr kumimoji="1" lang="en-US" sz="1200" b="0" i="0" u="none" strike="noStrike" kern="1200" baseline="0" dirty="0">
              <a:solidFill>
                <a:schemeClr val="tx1"/>
              </a:solidFill>
              <a:latin typeface="Times New Roman" pitchFamily="-110" charset="0"/>
              <a:ea typeface="+mn-ea"/>
              <a:cs typeface="+mn-cs"/>
            </a:endParaRPr>
          </a:p>
          <a:p>
            <a:r>
              <a:rPr kumimoji="1" lang="en-US" sz="1200" b="0" i="0" u="none" strike="noStrike" kern="1200" baseline="0" dirty="0">
                <a:solidFill>
                  <a:schemeClr val="tx1"/>
                </a:solidFill>
                <a:latin typeface="Times New Roman" pitchFamily="-110" charset="0"/>
                <a:ea typeface="+mn-ea"/>
                <a:cs typeface="+mn-cs"/>
              </a:rPr>
              <a:t>3.  It can be measured easily.</a:t>
            </a:r>
          </a:p>
          <a:p>
            <a:endParaRPr kumimoji="1" lang="en-US" sz="1200" b="0" i="0" u="none" strike="noStrike" kern="1200" baseline="0" dirty="0">
              <a:solidFill>
                <a:schemeClr val="tx1"/>
              </a:solidFill>
              <a:latin typeface="Times New Roman" pitchFamily="-110" charset="0"/>
              <a:ea typeface="+mn-ea"/>
              <a:cs typeface="+mn-cs"/>
            </a:endParaRPr>
          </a:p>
          <a:p>
            <a:r>
              <a:rPr kumimoji="1" lang="en-US" sz="1200" b="0" i="0" u="none" strike="noStrike" kern="1200" baseline="0" dirty="0">
                <a:solidFill>
                  <a:schemeClr val="tx1"/>
                </a:solidFill>
                <a:latin typeface="Times New Roman" pitchFamily="-110" charset="0"/>
                <a:ea typeface="+mn-ea"/>
                <a:cs typeface="+mn-cs"/>
              </a:rPr>
              <a:t>4.  It has wide distribution.</a:t>
            </a:r>
            <a:endParaRPr lang="en-US" dirty="0"/>
          </a:p>
        </p:txBody>
      </p:sp>
      <p:sp>
        <p:nvSpPr>
          <p:cNvPr id="4" name="Slide Number Placeholder 3"/>
          <p:cNvSpPr>
            <a:spLocks noGrp="1"/>
          </p:cNvSpPr>
          <p:nvPr>
            <p:ph type="sldNum" sz="quarter" idx="10"/>
          </p:nvPr>
        </p:nvSpPr>
        <p:spPr/>
        <p:txBody>
          <a:bodyPr/>
          <a:lstStyle/>
          <a:p>
            <a:fld id="{FDEEBCE0-4A34-3647-9307-E59F6D6CD745}" type="slidenum">
              <a:rPr lang="en-US" smtClean="0"/>
              <a:pPr/>
              <a:t>19</a:t>
            </a:fld>
            <a:endParaRPr lang="en-US" dirty="0"/>
          </a:p>
        </p:txBody>
      </p:sp>
      <p:sp>
        <p:nvSpPr>
          <p:cNvPr id="5" name="Footer Placeholder 4"/>
          <p:cNvSpPr>
            <a:spLocks noGrp="1"/>
          </p:cNvSpPr>
          <p:nvPr>
            <p:ph type="ftr" sz="quarter" idx="11"/>
          </p:nvPr>
        </p:nvSpPr>
        <p:spPr/>
        <p:txBody>
          <a:bodyPr/>
          <a:lstStyle/>
          <a:p>
            <a:r>
              <a:rPr lang="en-US"/>
              <a:t>© 2016 Pearson Education, Inc., Upper Saddle River, NJ. All rights reserved.</a:t>
            </a:r>
            <a:endParaRPr lang="en-US" dirty="0"/>
          </a:p>
        </p:txBody>
      </p:sp>
    </p:spTree>
    <p:extLst>
      <p:ext uri="{BB962C8B-B14F-4D97-AF65-F5344CB8AC3E}">
        <p14:creationId xmlns:p14="http://schemas.microsoft.com/office/powerpoint/2010/main" val="20452588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kumimoji="1" lang="en-US" sz="1200" kern="1200" baseline="0" dirty="0">
                <a:solidFill>
                  <a:schemeClr val="tx1"/>
                </a:solidFill>
                <a:latin typeface="Times New Roman" pitchFamily="-110" charset="0"/>
                <a:ea typeface="+mn-ea"/>
                <a:cs typeface="+mn-cs"/>
              </a:rPr>
              <a:t>The common need in industry and academic and research</a:t>
            </a:r>
          </a:p>
          <a:p>
            <a:r>
              <a:rPr kumimoji="1" lang="en-US" sz="1200" kern="1200" baseline="0" dirty="0">
                <a:solidFill>
                  <a:schemeClr val="tx1"/>
                </a:solidFill>
                <a:latin typeface="Times New Roman" pitchFamily="-110" charset="0"/>
                <a:ea typeface="+mn-ea"/>
                <a:cs typeface="+mn-cs"/>
              </a:rPr>
              <a:t>communities for generally accepted computer performance measurements has</a:t>
            </a:r>
          </a:p>
          <a:p>
            <a:r>
              <a:rPr kumimoji="1" lang="en-US" sz="1200" kern="1200" baseline="0" dirty="0">
                <a:solidFill>
                  <a:schemeClr val="tx1"/>
                </a:solidFill>
                <a:latin typeface="Times New Roman" pitchFamily="-110" charset="0"/>
                <a:ea typeface="+mn-ea"/>
                <a:cs typeface="+mn-cs"/>
              </a:rPr>
              <a:t>led to the development of standardized benchmark suites. A benchmark suite is a</a:t>
            </a:r>
          </a:p>
          <a:p>
            <a:r>
              <a:rPr kumimoji="1" lang="en-US" sz="1200" kern="1200" baseline="0" dirty="0">
                <a:solidFill>
                  <a:schemeClr val="tx1"/>
                </a:solidFill>
                <a:latin typeface="Times New Roman" pitchFamily="-110" charset="0"/>
                <a:ea typeface="+mn-ea"/>
                <a:cs typeface="+mn-cs"/>
              </a:rPr>
              <a:t>collection of programs, defined in a high-level language, that together attempt to</a:t>
            </a:r>
          </a:p>
          <a:p>
            <a:r>
              <a:rPr kumimoji="1" lang="en-US" sz="1200" kern="1200" baseline="0" dirty="0">
                <a:solidFill>
                  <a:schemeClr val="tx1"/>
                </a:solidFill>
                <a:latin typeface="Times New Roman" pitchFamily="-110" charset="0"/>
                <a:ea typeface="+mn-ea"/>
                <a:cs typeface="+mn-cs"/>
              </a:rPr>
              <a:t>provide a representative test of a computer in a particular application or system</a:t>
            </a:r>
          </a:p>
          <a:p>
            <a:r>
              <a:rPr kumimoji="1" lang="en-US" sz="1200" kern="1200" baseline="0" dirty="0">
                <a:solidFill>
                  <a:schemeClr val="tx1"/>
                </a:solidFill>
                <a:latin typeface="Times New Roman" pitchFamily="-110" charset="0"/>
                <a:ea typeface="+mn-ea"/>
                <a:cs typeface="+mn-cs"/>
              </a:rPr>
              <a:t>programming area. The best known such collection of benchmark suites is defined</a:t>
            </a:r>
          </a:p>
          <a:p>
            <a:r>
              <a:rPr kumimoji="1" lang="en-US" sz="1200" kern="1200" baseline="0" dirty="0">
                <a:solidFill>
                  <a:schemeClr val="tx1"/>
                </a:solidFill>
                <a:latin typeface="Times New Roman" pitchFamily="-110" charset="0"/>
                <a:ea typeface="+mn-ea"/>
                <a:cs typeface="+mn-cs"/>
              </a:rPr>
              <a:t>and maintained by the System Performance Evaluation Corporation (SPEC),</a:t>
            </a:r>
          </a:p>
          <a:p>
            <a:r>
              <a:rPr kumimoji="1" lang="en-US" sz="1200" kern="1200" baseline="0" dirty="0">
                <a:solidFill>
                  <a:schemeClr val="tx1"/>
                </a:solidFill>
                <a:latin typeface="Times New Roman" pitchFamily="-110" charset="0"/>
                <a:ea typeface="+mn-ea"/>
                <a:cs typeface="+mn-cs"/>
              </a:rPr>
              <a:t>an industry consortium. SPEC performance measurements are widely used for</a:t>
            </a:r>
          </a:p>
          <a:p>
            <a:r>
              <a:rPr kumimoji="1" lang="en-US" sz="1200" kern="1200" baseline="0" dirty="0">
                <a:solidFill>
                  <a:schemeClr val="tx1"/>
                </a:solidFill>
                <a:latin typeface="Times New Roman" pitchFamily="-110" charset="0"/>
                <a:ea typeface="+mn-ea"/>
                <a:cs typeface="+mn-cs"/>
              </a:rPr>
              <a:t>comparison and research purposes.</a:t>
            </a:r>
          </a:p>
          <a:p>
            <a:endParaRPr kumimoji="1" lang="en-US" sz="1200" kern="1200" baseline="0" dirty="0">
              <a:solidFill>
                <a:schemeClr val="tx1"/>
              </a:solidFill>
              <a:latin typeface="Times New Roman" pitchFamily="-110" charset="0"/>
              <a:ea typeface="+mn-ea"/>
              <a:cs typeface="+mn-cs"/>
            </a:endParaRPr>
          </a:p>
        </p:txBody>
      </p:sp>
      <p:sp>
        <p:nvSpPr>
          <p:cNvPr id="4" name="Slide Number Placeholder 3"/>
          <p:cNvSpPr>
            <a:spLocks noGrp="1"/>
          </p:cNvSpPr>
          <p:nvPr>
            <p:ph type="sldNum" sz="quarter" idx="10"/>
          </p:nvPr>
        </p:nvSpPr>
        <p:spPr/>
        <p:txBody>
          <a:bodyPr/>
          <a:lstStyle/>
          <a:p>
            <a:fld id="{FDEEBCE0-4A34-3647-9307-E59F6D6CD745}" type="slidenum">
              <a:rPr lang="en-US" smtClean="0"/>
              <a:pPr/>
              <a:t>20</a:t>
            </a:fld>
            <a:endParaRPr lang="en-US" dirty="0"/>
          </a:p>
        </p:txBody>
      </p:sp>
      <p:sp>
        <p:nvSpPr>
          <p:cNvPr id="5" name="Footer Placeholder 4"/>
          <p:cNvSpPr>
            <a:spLocks noGrp="1"/>
          </p:cNvSpPr>
          <p:nvPr>
            <p:ph type="ftr" sz="quarter" idx="11"/>
          </p:nvPr>
        </p:nvSpPr>
        <p:spPr/>
        <p:txBody>
          <a:bodyPr/>
          <a:lstStyle/>
          <a:p>
            <a:r>
              <a:rPr lang="en-US"/>
              <a:t>© 2016 Pearson Education, Inc., Upper Saddle River, NJ. All rights reserved.</a:t>
            </a:r>
            <a:endParaRPr lang="en-US" dirty="0"/>
          </a:p>
        </p:txBody>
      </p:sp>
    </p:spTree>
    <p:extLst>
      <p:ext uri="{BB962C8B-B14F-4D97-AF65-F5344CB8AC3E}">
        <p14:creationId xmlns:p14="http://schemas.microsoft.com/office/powerpoint/2010/main" val="14797669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55000" lnSpcReduction="20000"/>
          </a:bodyPr>
          <a:lstStyle/>
          <a:p>
            <a:r>
              <a:rPr kumimoji="1" lang="en-US" sz="1200" kern="1200" baseline="0" dirty="0">
                <a:solidFill>
                  <a:schemeClr val="tx1"/>
                </a:solidFill>
                <a:latin typeface="Times New Roman" pitchFamily="-110" charset="0"/>
                <a:ea typeface="+mn-ea"/>
                <a:cs typeface="+mn-cs"/>
              </a:rPr>
              <a:t>The best known of the SPEC benchmark suites is SPEC CPU2017. This is the</a:t>
            </a:r>
          </a:p>
          <a:p>
            <a:r>
              <a:rPr kumimoji="1" lang="en-US" sz="1200" kern="1200" baseline="0" dirty="0">
                <a:solidFill>
                  <a:schemeClr val="tx1"/>
                </a:solidFill>
                <a:latin typeface="Times New Roman" pitchFamily="-110" charset="0"/>
                <a:ea typeface="+mn-ea"/>
                <a:cs typeface="+mn-cs"/>
              </a:rPr>
              <a:t>industry standard suite for processor-intensive applications. That is, SPEC CPU2017 is</a:t>
            </a:r>
          </a:p>
          <a:p>
            <a:r>
              <a:rPr kumimoji="1" lang="en-US" sz="1200" kern="1200" baseline="0" dirty="0">
                <a:solidFill>
                  <a:schemeClr val="tx1"/>
                </a:solidFill>
                <a:latin typeface="Times New Roman" pitchFamily="-110" charset="0"/>
                <a:ea typeface="+mn-ea"/>
                <a:cs typeface="+mn-cs"/>
              </a:rPr>
              <a:t>appropriate for measuring performance for applications that spend most of their time</a:t>
            </a:r>
          </a:p>
          <a:p>
            <a:r>
              <a:rPr kumimoji="1" lang="en-US" sz="1200" kern="1200" baseline="0" dirty="0">
                <a:solidFill>
                  <a:schemeClr val="tx1"/>
                </a:solidFill>
                <a:latin typeface="Times New Roman" pitchFamily="-110" charset="0"/>
                <a:ea typeface="+mn-ea"/>
                <a:cs typeface="+mn-cs"/>
              </a:rPr>
              <a:t>doing computation rather than I/O. </a:t>
            </a:r>
          </a:p>
          <a:p>
            <a:endParaRPr kumimoji="1" lang="en-US" sz="1200" kern="1200" baseline="0" dirty="0">
              <a:solidFill>
                <a:schemeClr val="tx1"/>
              </a:solidFill>
              <a:latin typeface="Times New Roman" pitchFamily="-110" charset="0"/>
              <a:ea typeface="+mn-ea"/>
              <a:cs typeface="+mn-cs"/>
            </a:endParaRPr>
          </a:p>
          <a:p>
            <a:r>
              <a:rPr kumimoji="1" lang="en-US" sz="1200" kern="1200" baseline="0" dirty="0">
                <a:solidFill>
                  <a:schemeClr val="tx1"/>
                </a:solidFill>
                <a:latin typeface="Times New Roman" pitchFamily="-110" charset="0"/>
                <a:ea typeface="+mn-ea"/>
                <a:cs typeface="+mn-cs"/>
              </a:rPr>
              <a:t>Other SPEC suites include the following:</a:t>
            </a:r>
          </a:p>
          <a:p>
            <a:endParaRPr kumimoji="1" lang="en-US" sz="1200" kern="1200" baseline="0" dirty="0">
              <a:solidFill>
                <a:schemeClr val="tx1"/>
              </a:solidFill>
              <a:latin typeface="Times New Roman" pitchFamily="-110" charset="0"/>
              <a:ea typeface="+mn-ea"/>
              <a:cs typeface="+mn-cs"/>
            </a:endParaRPr>
          </a:p>
          <a:p>
            <a:r>
              <a:rPr kumimoji="1" lang="en-US" sz="1200" b="1" kern="1200" dirty="0">
                <a:solidFill>
                  <a:schemeClr val="tx1"/>
                </a:solidFill>
                <a:effectLst/>
                <a:latin typeface="Times New Roman" pitchFamily="-110" charset="0"/>
                <a:ea typeface="+mn-ea"/>
                <a:cs typeface="+mn-cs"/>
              </a:rPr>
              <a:t>■ SPEC </a:t>
            </a:r>
            <a:r>
              <a:rPr kumimoji="1" lang="en-US" sz="1200" b="1" kern="1200" dirty="0" err="1">
                <a:solidFill>
                  <a:schemeClr val="tx1"/>
                </a:solidFill>
                <a:effectLst/>
                <a:latin typeface="Times New Roman" pitchFamily="-110" charset="0"/>
                <a:ea typeface="+mn-ea"/>
                <a:cs typeface="+mn-cs"/>
              </a:rPr>
              <a:t>Cloud_IaaS</a:t>
            </a:r>
            <a:r>
              <a:rPr kumimoji="1" lang="en-US" sz="1200" kern="1200" dirty="0">
                <a:solidFill>
                  <a:schemeClr val="tx1"/>
                </a:solidFill>
                <a:effectLst/>
                <a:latin typeface="Times New Roman" pitchFamily="-110" charset="0"/>
                <a:ea typeface="+mn-ea"/>
                <a:cs typeface="+mn-cs"/>
              </a:rPr>
              <a:t>: Benchmark addresses the performance of infrastructure-</a:t>
            </a:r>
          </a:p>
          <a:p>
            <a:r>
              <a:rPr kumimoji="1" lang="en-US" sz="1200" kern="1200" dirty="0">
                <a:solidFill>
                  <a:schemeClr val="tx1"/>
                </a:solidFill>
                <a:effectLst/>
                <a:latin typeface="Times New Roman" pitchFamily="-110" charset="0"/>
                <a:ea typeface="+mn-ea"/>
                <a:cs typeface="+mn-cs"/>
              </a:rPr>
              <a:t>as-a-service (IaaS) public or private cloud platforms.</a:t>
            </a:r>
          </a:p>
          <a:p>
            <a:endParaRPr kumimoji="1" lang="en-US" sz="1200" b="1" kern="1200" dirty="0">
              <a:solidFill>
                <a:schemeClr val="tx1"/>
              </a:solidFill>
              <a:effectLst/>
              <a:latin typeface="Times New Roman" pitchFamily="-110" charset="0"/>
              <a:ea typeface="+mn-ea"/>
              <a:cs typeface="+mn-cs"/>
            </a:endParaRPr>
          </a:p>
          <a:p>
            <a:r>
              <a:rPr kumimoji="1" lang="en-US" sz="1200" b="1" kern="1200" dirty="0">
                <a:solidFill>
                  <a:schemeClr val="tx1"/>
                </a:solidFill>
                <a:effectLst/>
                <a:latin typeface="Times New Roman" pitchFamily="-110" charset="0"/>
                <a:ea typeface="+mn-ea"/>
                <a:cs typeface="+mn-cs"/>
              </a:rPr>
              <a:t>■ </a:t>
            </a:r>
            <a:r>
              <a:rPr kumimoji="1" lang="en-US" sz="1200" b="1" kern="1200" dirty="0" err="1">
                <a:solidFill>
                  <a:schemeClr val="tx1"/>
                </a:solidFill>
                <a:effectLst/>
                <a:latin typeface="Times New Roman" pitchFamily="-110" charset="0"/>
                <a:ea typeface="+mn-ea"/>
                <a:cs typeface="+mn-cs"/>
              </a:rPr>
              <a:t>SPECviewperf</a:t>
            </a:r>
            <a:r>
              <a:rPr kumimoji="1" lang="en-US" sz="1200" b="1" kern="1200" dirty="0">
                <a:solidFill>
                  <a:schemeClr val="tx1"/>
                </a:solidFill>
                <a:effectLst/>
                <a:latin typeface="Times New Roman" pitchFamily="-110" charset="0"/>
                <a:ea typeface="+mn-ea"/>
                <a:cs typeface="+mn-cs"/>
              </a:rPr>
              <a:t>: </a:t>
            </a:r>
            <a:r>
              <a:rPr kumimoji="1" lang="en-US" sz="1200" kern="1200" dirty="0">
                <a:solidFill>
                  <a:schemeClr val="tx1"/>
                </a:solidFill>
                <a:effectLst/>
                <a:latin typeface="Times New Roman" pitchFamily="-110" charset="0"/>
                <a:ea typeface="+mn-ea"/>
                <a:cs typeface="+mn-cs"/>
              </a:rPr>
              <a:t>Standard for measuring 3D graphics performance based on</a:t>
            </a:r>
          </a:p>
          <a:p>
            <a:r>
              <a:rPr kumimoji="1" lang="en-US" sz="1200" kern="1200" dirty="0">
                <a:solidFill>
                  <a:schemeClr val="tx1"/>
                </a:solidFill>
                <a:effectLst/>
                <a:latin typeface="Times New Roman" pitchFamily="-110" charset="0"/>
                <a:ea typeface="+mn-ea"/>
                <a:cs typeface="+mn-cs"/>
              </a:rPr>
              <a:t>professional applications.</a:t>
            </a:r>
          </a:p>
          <a:p>
            <a:endParaRPr kumimoji="1" lang="en-US" sz="1200" b="1" kern="1200" dirty="0">
              <a:solidFill>
                <a:schemeClr val="tx1"/>
              </a:solidFill>
              <a:effectLst/>
              <a:latin typeface="Times New Roman" pitchFamily="-110" charset="0"/>
              <a:ea typeface="+mn-ea"/>
              <a:cs typeface="+mn-cs"/>
            </a:endParaRPr>
          </a:p>
          <a:p>
            <a:r>
              <a:rPr kumimoji="1" lang="en-US" sz="1200" b="1" kern="1200" dirty="0">
                <a:solidFill>
                  <a:schemeClr val="tx1"/>
                </a:solidFill>
                <a:effectLst/>
                <a:latin typeface="Times New Roman" pitchFamily="-110" charset="0"/>
                <a:ea typeface="+mn-ea"/>
                <a:cs typeface="+mn-cs"/>
              </a:rPr>
              <a:t>■ </a:t>
            </a:r>
            <a:r>
              <a:rPr kumimoji="1" lang="en-US" sz="1200" kern="1200" dirty="0" err="1">
                <a:solidFill>
                  <a:schemeClr val="tx1"/>
                </a:solidFill>
                <a:effectLst/>
                <a:latin typeface="Times New Roman" pitchFamily="-110" charset="0"/>
                <a:ea typeface="+mn-ea"/>
                <a:cs typeface="+mn-cs"/>
              </a:rPr>
              <a:t>SP</a:t>
            </a:r>
            <a:r>
              <a:rPr kumimoji="1" lang="en-US" sz="1200" b="1" kern="1200" dirty="0" err="1">
                <a:solidFill>
                  <a:schemeClr val="tx1"/>
                </a:solidFill>
                <a:effectLst/>
                <a:latin typeface="Times New Roman" pitchFamily="-110" charset="0"/>
                <a:ea typeface="+mn-ea"/>
                <a:cs typeface="+mn-cs"/>
              </a:rPr>
              <a:t>ECwpc</a:t>
            </a:r>
            <a:r>
              <a:rPr kumimoji="1" lang="en-US" sz="1200" b="1" kern="1200" dirty="0">
                <a:solidFill>
                  <a:schemeClr val="tx1"/>
                </a:solidFill>
                <a:effectLst/>
                <a:latin typeface="Times New Roman" pitchFamily="-110" charset="0"/>
                <a:ea typeface="+mn-ea"/>
                <a:cs typeface="+mn-cs"/>
              </a:rPr>
              <a:t>: </a:t>
            </a:r>
            <a:r>
              <a:rPr kumimoji="1" lang="en-US" sz="1200" kern="1200" dirty="0">
                <a:solidFill>
                  <a:schemeClr val="tx1"/>
                </a:solidFill>
                <a:effectLst/>
                <a:latin typeface="Times New Roman" pitchFamily="-110" charset="0"/>
                <a:ea typeface="+mn-ea"/>
                <a:cs typeface="+mn-cs"/>
              </a:rPr>
              <a:t>benchmark to measure all key aspects of workstation performance</a:t>
            </a:r>
          </a:p>
          <a:p>
            <a:r>
              <a:rPr kumimoji="1" lang="en-US" sz="1200" kern="1200" dirty="0">
                <a:solidFill>
                  <a:schemeClr val="tx1"/>
                </a:solidFill>
                <a:effectLst/>
                <a:latin typeface="Times New Roman" pitchFamily="-110" charset="0"/>
                <a:ea typeface="+mn-ea"/>
                <a:cs typeface="+mn-cs"/>
              </a:rPr>
              <a:t>based on diverse professional applications, including media and entertainment,</a:t>
            </a:r>
          </a:p>
          <a:p>
            <a:r>
              <a:rPr kumimoji="1" lang="en-US" sz="1200" kern="1200" dirty="0">
                <a:solidFill>
                  <a:schemeClr val="tx1"/>
                </a:solidFill>
                <a:effectLst/>
                <a:latin typeface="Times New Roman" pitchFamily="-110" charset="0"/>
                <a:ea typeface="+mn-ea"/>
                <a:cs typeface="+mn-cs"/>
              </a:rPr>
              <a:t>product development, life sciences, financial services, and energy.</a:t>
            </a:r>
          </a:p>
          <a:p>
            <a:endParaRPr kumimoji="1" lang="en-US" sz="1200" b="1" kern="1200" dirty="0">
              <a:solidFill>
                <a:schemeClr val="tx1"/>
              </a:solidFill>
              <a:effectLst/>
              <a:latin typeface="Times New Roman" pitchFamily="-110" charset="0"/>
              <a:ea typeface="+mn-ea"/>
              <a:cs typeface="+mn-cs"/>
            </a:endParaRPr>
          </a:p>
          <a:p>
            <a:r>
              <a:rPr kumimoji="1" lang="en-US" sz="1200" b="1" kern="1200" dirty="0">
                <a:solidFill>
                  <a:schemeClr val="tx1"/>
                </a:solidFill>
                <a:effectLst/>
                <a:latin typeface="Times New Roman" pitchFamily="-110" charset="0"/>
                <a:ea typeface="+mn-ea"/>
                <a:cs typeface="+mn-cs"/>
              </a:rPr>
              <a:t>■ SPECjvm2008: </a:t>
            </a:r>
            <a:r>
              <a:rPr kumimoji="1" lang="en-US" sz="1200" kern="1200" dirty="0">
                <a:solidFill>
                  <a:schemeClr val="tx1"/>
                </a:solidFill>
                <a:effectLst/>
                <a:latin typeface="Times New Roman" pitchFamily="-110" charset="0"/>
                <a:ea typeface="+mn-ea"/>
                <a:cs typeface="+mn-cs"/>
              </a:rPr>
              <a:t>Intended to evaluate performance of the combined hardware</a:t>
            </a:r>
          </a:p>
          <a:p>
            <a:r>
              <a:rPr kumimoji="1" lang="en-US" sz="1200" kern="1200" dirty="0">
                <a:solidFill>
                  <a:schemeClr val="tx1"/>
                </a:solidFill>
                <a:effectLst/>
                <a:latin typeface="Times New Roman" pitchFamily="-110" charset="0"/>
                <a:ea typeface="+mn-ea"/>
                <a:cs typeface="+mn-cs"/>
              </a:rPr>
              <a:t>and software aspects of the Java Virtual Machine (JVM) client platform.</a:t>
            </a:r>
          </a:p>
          <a:p>
            <a:endParaRPr kumimoji="1" lang="en-US" sz="1200" b="1" kern="1200" dirty="0">
              <a:solidFill>
                <a:schemeClr val="tx1"/>
              </a:solidFill>
              <a:effectLst/>
              <a:latin typeface="Times New Roman" pitchFamily="-110" charset="0"/>
              <a:ea typeface="+mn-ea"/>
              <a:cs typeface="+mn-cs"/>
            </a:endParaRPr>
          </a:p>
          <a:p>
            <a:r>
              <a:rPr kumimoji="1" lang="en-US" sz="1200" b="1" kern="1200" dirty="0">
                <a:solidFill>
                  <a:schemeClr val="tx1"/>
                </a:solidFill>
                <a:effectLst/>
                <a:latin typeface="Times New Roman" pitchFamily="-110" charset="0"/>
                <a:ea typeface="+mn-ea"/>
                <a:cs typeface="+mn-cs"/>
              </a:rPr>
              <a:t>■ SPECjbb2015 (Java Business Benchmark</a:t>
            </a:r>
            <a:r>
              <a:rPr kumimoji="1" lang="en-US" sz="1200" kern="1200" dirty="0">
                <a:solidFill>
                  <a:schemeClr val="tx1"/>
                </a:solidFill>
                <a:effectLst/>
                <a:latin typeface="Times New Roman" pitchFamily="-110" charset="0"/>
                <a:ea typeface="+mn-ea"/>
                <a:cs typeface="+mn-cs"/>
              </a:rPr>
              <a:t>): A benchmark for evaluating server-</a:t>
            </a:r>
          </a:p>
          <a:p>
            <a:r>
              <a:rPr kumimoji="1" lang="en-US" sz="1200" kern="1200" dirty="0">
                <a:solidFill>
                  <a:schemeClr val="tx1"/>
                </a:solidFill>
                <a:effectLst/>
                <a:latin typeface="Times New Roman" pitchFamily="-110" charset="0"/>
                <a:ea typeface="+mn-ea"/>
                <a:cs typeface="+mn-cs"/>
              </a:rPr>
              <a:t>side Java-based electronic commerce applications.</a:t>
            </a:r>
          </a:p>
          <a:p>
            <a:endParaRPr kumimoji="1" lang="en-US" sz="1200" b="1" kern="1200" dirty="0">
              <a:solidFill>
                <a:schemeClr val="tx1"/>
              </a:solidFill>
              <a:effectLst/>
              <a:latin typeface="Times New Roman" pitchFamily="-110" charset="0"/>
              <a:ea typeface="+mn-ea"/>
              <a:cs typeface="+mn-cs"/>
            </a:endParaRPr>
          </a:p>
          <a:p>
            <a:r>
              <a:rPr kumimoji="1" lang="en-US" sz="1200" b="1" kern="1200" dirty="0">
                <a:solidFill>
                  <a:schemeClr val="tx1"/>
                </a:solidFill>
                <a:effectLst/>
                <a:latin typeface="Times New Roman" pitchFamily="-110" charset="0"/>
                <a:ea typeface="+mn-ea"/>
                <a:cs typeface="+mn-cs"/>
              </a:rPr>
              <a:t>■ SPECsfs2014</a:t>
            </a:r>
            <a:r>
              <a:rPr kumimoji="1" lang="en-US" sz="1200" kern="1200" dirty="0">
                <a:solidFill>
                  <a:schemeClr val="tx1"/>
                </a:solidFill>
                <a:effectLst/>
                <a:latin typeface="Times New Roman" pitchFamily="-110" charset="0"/>
                <a:ea typeface="+mn-ea"/>
                <a:cs typeface="+mn-cs"/>
              </a:rPr>
              <a:t>: Designed to evaluate the speed and request-handling capabilities</a:t>
            </a:r>
          </a:p>
          <a:p>
            <a:r>
              <a:rPr kumimoji="1" lang="en-US" sz="1200" kern="1200" dirty="0">
                <a:solidFill>
                  <a:schemeClr val="tx1"/>
                </a:solidFill>
                <a:effectLst/>
                <a:latin typeface="Times New Roman" pitchFamily="-110" charset="0"/>
                <a:ea typeface="+mn-ea"/>
                <a:cs typeface="+mn-cs"/>
              </a:rPr>
              <a:t>of file servers.</a:t>
            </a:r>
          </a:p>
          <a:p>
            <a:endParaRPr kumimoji="1" lang="en-US" sz="1200" b="1" kern="1200" dirty="0">
              <a:solidFill>
                <a:schemeClr val="tx1"/>
              </a:solidFill>
              <a:effectLst/>
              <a:latin typeface="Times New Roman" pitchFamily="-110" charset="0"/>
              <a:ea typeface="+mn-ea"/>
              <a:cs typeface="+mn-cs"/>
            </a:endParaRPr>
          </a:p>
          <a:p>
            <a:r>
              <a:rPr kumimoji="1" lang="en-US" sz="1200" b="1" kern="1200" dirty="0">
                <a:solidFill>
                  <a:schemeClr val="tx1"/>
                </a:solidFill>
                <a:effectLst/>
                <a:latin typeface="Times New Roman" pitchFamily="-110" charset="0"/>
                <a:ea typeface="+mn-ea"/>
                <a:cs typeface="+mn-cs"/>
              </a:rPr>
              <a:t>■ SPECvirt_sc2013</a:t>
            </a:r>
            <a:r>
              <a:rPr kumimoji="1" lang="en-US" sz="1200" kern="1200" dirty="0">
                <a:solidFill>
                  <a:schemeClr val="tx1"/>
                </a:solidFill>
                <a:effectLst/>
                <a:latin typeface="Times New Roman" pitchFamily="-110" charset="0"/>
                <a:ea typeface="+mn-ea"/>
                <a:cs typeface="+mn-cs"/>
              </a:rPr>
              <a:t>: Performance evaluation of datacenter servers used in virtualized</a:t>
            </a:r>
          </a:p>
          <a:p>
            <a:r>
              <a:rPr kumimoji="1" lang="en-US" sz="1200" kern="1200" dirty="0">
                <a:solidFill>
                  <a:schemeClr val="tx1"/>
                </a:solidFill>
                <a:effectLst/>
                <a:latin typeface="Times New Roman" pitchFamily="-110" charset="0"/>
                <a:ea typeface="+mn-ea"/>
                <a:cs typeface="+mn-cs"/>
              </a:rPr>
              <a:t>server consolidation. Measures the end-to-end performance of all</a:t>
            </a:r>
          </a:p>
          <a:p>
            <a:r>
              <a:rPr kumimoji="1" lang="en-US" sz="1200" kern="1200" dirty="0">
                <a:solidFill>
                  <a:schemeClr val="tx1"/>
                </a:solidFill>
                <a:effectLst/>
                <a:latin typeface="Times New Roman" pitchFamily="-110" charset="0"/>
                <a:ea typeface="+mn-ea"/>
                <a:cs typeface="+mn-cs"/>
              </a:rPr>
              <a:t>system components including the hardware, virtualization platform, and the</a:t>
            </a:r>
          </a:p>
          <a:p>
            <a:r>
              <a:rPr kumimoji="1" lang="en-US" sz="1200" kern="1200" dirty="0">
                <a:solidFill>
                  <a:schemeClr val="tx1"/>
                </a:solidFill>
                <a:effectLst/>
                <a:latin typeface="Times New Roman" pitchFamily="-110" charset="0"/>
                <a:ea typeface="+mn-ea"/>
                <a:cs typeface="+mn-cs"/>
              </a:rPr>
              <a:t>virtualized guest operating system and application software. The benchmark</a:t>
            </a:r>
          </a:p>
          <a:p>
            <a:r>
              <a:rPr kumimoji="1" lang="en-US" sz="1200" kern="1200" dirty="0">
                <a:solidFill>
                  <a:schemeClr val="tx1"/>
                </a:solidFill>
                <a:effectLst/>
                <a:latin typeface="Times New Roman" pitchFamily="-110" charset="0"/>
                <a:ea typeface="+mn-ea"/>
                <a:cs typeface="+mn-cs"/>
              </a:rPr>
              <a:t>supports hardware virtualization, operating system virtualization, and hardware</a:t>
            </a:r>
          </a:p>
          <a:p>
            <a:r>
              <a:rPr kumimoji="1" lang="en-US" sz="1200" kern="1200" dirty="0">
                <a:solidFill>
                  <a:schemeClr val="tx1"/>
                </a:solidFill>
                <a:effectLst/>
                <a:latin typeface="Times New Roman" pitchFamily="-110" charset="0"/>
                <a:ea typeface="+mn-ea"/>
                <a:cs typeface="+mn-cs"/>
              </a:rPr>
              <a:t>partitioning schemes.</a:t>
            </a:r>
          </a:p>
          <a:p>
            <a:endParaRPr kumimoji="1" lang="en-US" sz="1200" kern="1200" baseline="0" dirty="0">
              <a:solidFill>
                <a:schemeClr val="tx1"/>
              </a:solidFill>
              <a:latin typeface="Times New Roman" pitchFamily="-110" charset="0"/>
              <a:ea typeface="+mn-ea"/>
              <a:cs typeface="+mn-cs"/>
            </a:endParaRPr>
          </a:p>
        </p:txBody>
      </p:sp>
      <p:sp>
        <p:nvSpPr>
          <p:cNvPr id="4" name="Slide Number Placeholder 3"/>
          <p:cNvSpPr>
            <a:spLocks noGrp="1"/>
          </p:cNvSpPr>
          <p:nvPr>
            <p:ph type="sldNum" sz="quarter" idx="10"/>
          </p:nvPr>
        </p:nvSpPr>
        <p:spPr/>
        <p:txBody>
          <a:bodyPr/>
          <a:lstStyle/>
          <a:p>
            <a:fld id="{FDEEBCE0-4A34-3647-9307-E59F6D6CD745}" type="slidenum">
              <a:rPr lang="en-US" smtClean="0"/>
              <a:pPr/>
              <a:t>21</a:t>
            </a:fld>
            <a:endParaRPr lang="en-US" dirty="0"/>
          </a:p>
        </p:txBody>
      </p:sp>
      <p:sp>
        <p:nvSpPr>
          <p:cNvPr id="5" name="Footer Placeholder 4"/>
          <p:cNvSpPr>
            <a:spLocks noGrp="1"/>
          </p:cNvSpPr>
          <p:nvPr>
            <p:ph type="ftr" sz="quarter" idx="11"/>
          </p:nvPr>
        </p:nvSpPr>
        <p:spPr/>
        <p:txBody>
          <a:bodyPr/>
          <a:lstStyle/>
          <a:p>
            <a:r>
              <a:rPr lang="en-US"/>
              <a:t>© 2016 Pearson Education, Inc., Upper Saddle River, NJ. All rights reserved.</a:t>
            </a:r>
            <a:endParaRPr lang="en-US" dirty="0"/>
          </a:p>
        </p:txBody>
      </p:sp>
    </p:spTree>
    <p:extLst>
      <p:ext uri="{BB962C8B-B14F-4D97-AF65-F5344CB8AC3E}">
        <p14:creationId xmlns:p14="http://schemas.microsoft.com/office/powerpoint/2010/main" val="387333062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2.5</a:t>
            </a:r>
          </a:p>
          <a:p>
            <a:r>
              <a:rPr lang="en-US" dirty="0"/>
              <a:t>SPEC CPU2017 Integer</a:t>
            </a:r>
            <a:r>
              <a:rPr lang="en-US" baseline="0" dirty="0"/>
              <a:t> Benchmarks</a:t>
            </a:r>
          </a:p>
          <a:p>
            <a:endParaRPr lang="en-US" baseline="0" dirty="0"/>
          </a:p>
          <a:p>
            <a:r>
              <a:rPr kumimoji="1" lang="en-US" sz="1200" kern="1200" baseline="0" dirty="0">
                <a:solidFill>
                  <a:schemeClr val="tx1"/>
                </a:solidFill>
                <a:latin typeface="Times New Roman" pitchFamily="-110" charset="0"/>
                <a:ea typeface="+mn-ea"/>
                <a:cs typeface="+mn-cs"/>
              </a:rPr>
              <a:t>The </a:t>
            </a:r>
            <a:r>
              <a:rPr kumimoji="1" lang="en-US" sz="1200" kern="1200" dirty="0">
                <a:solidFill>
                  <a:schemeClr val="tx1"/>
                </a:solidFill>
                <a:effectLst/>
                <a:latin typeface="Times New Roman" pitchFamily="-110" charset="0"/>
                <a:ea typeface="+mn-ea"/>
                <a:cs typeface="+mn-cs"/>
              </a:rPr>
              <a:t> CPU2017 suite is based on existing applications that have already been</a:t>
            </a:r>
          </a:p>
          <a:p>
            <a:r>
              <a:rPr kumimoji="1" lang="en-US" sz="1200" kern="1200" dirty="0">
                <a:solidFill>
                  <a:schemeClr val="tx1"/>
                </a:solidFill>
                <a:effectLst/>
                <a:latin typeface="Times New Roman" pitchFamily="-110" charset="0"/>
                <a:ea typeface="+mn-ea"/>
                <a:cs typeface="+mn-cs"/>
              </a:rPr>
              <a:t>ported to a wide variety of platforms by SPEC industry members. In order to make</a:t>
            </a:r>
          </a:p>
          <a:p>
            <a:r>
              <a:rPr kumimoji="1" lang="en-US" sz="1200" kern="1200" dirty="0">
                <a:solidFill>
                  <a:schemeClr val="tx1"/>
                </a:solidFill>
                <a:effectLst/>
                <a:latin typeface="Times New Roman" pitchFamily="-110" charset="0"/>
                <a:ea typeface="+mn-ea"/>
                <a:cs typeface="+mn-cs"/>
              </a:rPr>
              <a:t>the benchmark results reliable and realistic, the CPU2017 benchmarks are drawn</a:t>
            </a:r>
          </a:p>
          <a:p>
            <a:r>
              <a:rPr kumimoji="1" lang="en-US" sz="1200" kern="1200" dirty="0">
                <a:solidFill>
                  <a:schemeClr val="tx1"/>
                </a:solidFill>
                <a:effectLst/>
                <a:latin typeface="Times New Roman" pitchFamily="-110" charset="0"/>
                <a:ea typeface="+mn-ea"/>
                <a:cs typeface="+mn-cs"/>
              </a:rPr>
              <a:t>from real-life applications, rather than using artificial loop programs or synthetic</a:t>
            </a:r>
          </a:p>
          <a:p>
            <a:r>
              <a:rPr kumimoji="1" lang="en-US" sz="1200" kern="1200" dirty="0">
                <a:solidFill>
                  <a:schemeClr val="tx1"/>
                </a:solidFill>
                <a:effectLst/>
                <a:latin typeface="Times New Roman" pitchFamily="-110" charset="0"/>
                <a:ea typeface="+mn-ea"/>
                <a:cs typeface="+mn-cs"/>
              </a:rPr>
              <a:t>benchmarks. The suite consists of 20 integer benchmarks and 23 floating-point benchmarks</a:t>
            </a:r>
          </a:p>
          <a:p>
            <a:r>
              <a:rPr kumimoji="1" lang="en-US" sz="1200" kern="1200" dirty="0">
                <a:solidFill>
                  <a:schemeClr val="tx1"/>
                </a:solidFill>
                <a:effectLst/>
                <a:latin typeface="Times New Roman" pitchFamily="-110" charset="0"/>
                <a:ea typeface="+mn-ea"/>
                <a:cs typeface="+mn-cs"/>
              </a:rPr>
              <a:t>written in C, C++, and Fortran (Table 2.5). For all of the integer benchmarks</a:t>
            </a:r>
          </a:p>
          <a:p>
            <a:r>
              <a:rPr kumimoji="1" lang="en-US" sz="1200" kern="1200" dirty="0">
                <a:solidFill>
                  <a:schemeClr val="tx1"/>
                </a:solidFill>
                <a:effectLst/>
                <a:latin typeface="Times New Roman" pitchFamily="-110" charset="0"/>
                <a:ea typeface="+mn-ea"/>
                <a:cs typeface="+mn-cs"/>
              </a:rPr>
              <a:t> and most of the floating-point benchmarks, there are both rate and speed benchmark</a:t>
            </a:r>
          </a:p>
          <a:p>
            <a:r>
              <a:rPr kumimoji="1" lang="en-US" sz="1200" kern="1200" dirty="0">
                <a:solidFill>
                  <a:schemeClr val="tx1"/>
                </a:solidFill>
                <a:effectLst/>
                <a:latin typeface="Times New Roman" pitchFamily="-110" charset="0"/>
                <a:ea typeface="+mn-ea"/>
                <a:cs typeface="+mn-cs"/>
              </a:rPr>
              <a:t>programs.</a:t>
            </a:r>
            <a:r>
              <a:rPr kumimoji="1" lang="en-US" sz="1200" kern="1200" baseline="0" dirty="0">
                <a:solidFill>
                  <a:schemeClr val="tx1"/>
                </a:solidFill>
                <a:effectLst/>
                <a:latin typeface="Times New Roman" pitchFamily="-110" charset="0"/>
                <a:ea typeface="+mn-ea"/>
                <a:cs typeface="+mn-cs"/>
              </a:rPr>
              <a:t> </a:t>
            </a:r>
            <a:r>
              <a:rPr kumimoji="1" lang="en-US" sz="1200" kern="1200" dirty="0">
                <a:solidFill>
                  <a:schemeClr val="tx1"/>
                </a:solidFill>
                <a:effectLst/>
                <a:latin typeface="Times New Roman" pitchFamily="-110" charset="0"/>
                <a:ea typeface="+mn-ea"/>
                <a:cs typeface="+mn-cs"/>
              </a:rPr>
              <a:t>The differences between corresponding rate and speed benchmarks</a:t>
            </a:r>
          </a:p>
          <a:p>
            <a:r>
              <a:rPr kumimoji="1" lang="en-US" sz="1200" kern="1200" dirty="0">
                <a:solidFill>
                  <a:schemeClr val="tx1"/>
                </a:solidFill>
                <a:effectLst/>
                <a:latin typeface="Times New Roman" pitchFamily="-110" charset="0"/>
                <a:ea typeface="+mn-ea"/>
                <a:cs typeface="+mn-cs"/>
              </a:rPr>
              <a:t>include workload sizes, compile flags, and run rules. The suite contains over 11 million</a:t>
            </a:r>
          </a:p>
          <a:p>
            <a:r>
              <a:rPr kumimoji="1" lang="en-US" sz="1200" kern="1200" dirty="0">
                <a:solidFill>
                  <a:schemeClr val="tx1"/>
                </a:solidFill>
                <a:effectLst/>
                <a:latin typeface="Times New Roman" pitchFamily="-110" charset="0"/>
                <a:ea typeface="+mn-ea"/>
                <a:cs typeface="+mn-cs"/>
              </a:rPr>
              <a:t>lines of code. This is the sixth generation of processor-intensive suites from SPEC; the</a:t>
            </a:r>
          </a:p>
          <a:p>
            <a:r>
              <a:rPr kumimoji="1" lang="en-US" sz="1200" kern="1200" dirty="0">
                <a:solidFill>
                  <a:schemeClr val="tx1"/>
                </a:solidFill>
                <a:effectLst/>
                <a:latin typeface="Times New Roman" pitchFamily="-110" charset="0"/>
                <a:ea typeface="+mn-ea"/>
                <a:cs typeface="+mn-cs"/>
              </a:rPr>
              <a:t>fifth generation was CPU2006. CPU2017 is designed to provide a contemporary set of</a:t>
            </a:r>
          </a:p>
          <a:p>
            <a:r>
              <a:rPr kumimoji="1" lang="en-US" sz="1200" kern="1200" dirty="0">
                <a:solidFill>
                  <a:schemeClr val="tx1"/>
                </a:solidFill>
                <a:effectLst/>
                <a:latin typeface="Times New Roman" pitchFamily="-110" charset="0"/>
                <a:ea typeface="+mn-ea"/>
                <a:cs typeface="+mn-cs"/>
              </a:rPr>
              <a:t>benchmarks that reflect the dramatic changes in workload and performance requirements</a:t>
            </a:r>
          </a:p>
          <a:p>
            <a:r>
              <a:rPr kumimoji="1" lang="en-US" sz="1200" kern="1200" dirty="0">
                <a:solidFill>
                  <a:schemeClr val="tx1"/>
                </a:solidFill>
                <a:effectLst/>
                <a:latin typeface="Times New Roman" pitchFamily="-110" charset="0"/>
                <a:ea typeface="+mn-ea"/>
                <a:cs typeface="+mn-cs"/>
              </a:rPr>
              <a:t>in the 11 years since CPU2006 [MOOR17].</a:t>
            </a:r>
          </a:p>
          <a:p>
            <a:endParaRPr kumimoji="1" lang="en-US" sz="1200" kern="1200" baseline="0" dirty="0">
              <a:solidFill>
                <a:schemeClr val="tx1"/>
              </a:solidFill>
              <a:latin typeface="Times New Roman" pitchFamily="-110" charset="0"/>
              <a:ea typeface="+mn-ea"/>
              <a:cs typeface="+mn-cs"/>
            </a:endParaRPr>
          </a:p>
          <a:p>
            <a:endParaRPr lang="en-US" dirty="0"/>
          </a:p>
        </p:txBody>
      </p:sp>
      <p:sp>
        <p:nvSpPr>
          <p:cNvPr id="4" name="Slide Number Placeholder 3"/>
          <p:cNvSpPr>
            <a:spLocks noGrp="1"/>
          </p:cNvSpPr>
          <p:nvPr>
            <p:ph type="sldNum" sz="quarter" idx="10"/>
          </p:nvPr>
        </p:nvSpPr>
        <p:spPr/>
        <p:txBody>
          <a:bodyPr/>
          <a:lstStyle/>
          <a:p>
            <a:fld id="{FDEEBCE0-4A34-3647-9307-E59F6D6CD745}" type="slidenum">
              <a:rPr lang="en-US" smtClean="0"/>
              <a:pPr/>
              <a:t>22</a:t>
            </a:fld>
            <a:endParaRPr lang="en-US" dirty="0"/>
          </a:p>
        </p:txBody>
      </p:sp>
      <p:sp>
        <p:nvSpPr>
          <p:cNvPr id="5" name="Footer Placeholder 4"/>
          <p:cNvSpPr>
            <a:spLocks noGrp="1"/>
          </p:cNvSpPr>
          <p:nvPr>
            <p:ph type="ftr" sz="quarter" idx="11"/>
          </p:nvPr>
        </p:nvSpPr>
        <p:spPr/>
        <p:txBody>
          <a:bodyPr/>
          <a:lstStyle/>
          <a:p>
            <a:r>
              <a:rPr lang="en-US"/>
              <a:t>© 2016 Pearson Education, Inc., Upper Saddle River, NJ. All rights reserved.</a:t>
            </a:r>
            <a:endParaRPr lang="en-US" dirty="0"/>
          </a:p>
        </p:txBody>
      </p:sp>
    </p:spTree>
    <p:extLst>
      <p:ext uri="{BB962C8B-B14F-4D97-AF65-F5344CB8AC3E}">
        <p14:creationId xmlns:p14="http://schemas.microsoft.com/office/powerpoint/2010/main" val="38137609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2.5</a:t>
            </a:r>
          </a:p>
          <a:p>
            <a:r>
              <a:rPr lang="en-US"/>
              <a:t>SPEC CPU2017 </a:t>
            </a:r>
            <a:r>
              <a:rPr lang="en-US" dirty="0"/>
              <a:t>Integer</a:t>
            </a:r>
            <a:r>
              <a:rPr lang="en-US" baseline="0" dirty="0"/>
              <a:t> Benchmarks</a:t>
            </a:r>
            <a:endParaRPr lang="en-US" dirty="0"/>
          </a:p>
        </p:txBody>
      </p:sp>
      <p:sp>
        <p:nvSpPr>
          <p:cNvPr id="4" name="Slide Number Placeholder 3"/>
          <p:cNvSpPr>
            <a:spLocks noGrp="1"/>
          </p:cNvSpPr>
          <p:nvPr>
            <p:ph type="sldNum" sz="quarter" idx="10"/>
          </p:nvPr>
        </p:nvSpPr>
        <p:spPr/>
        <p:txBody>
          <a:bodyPr/>
          <a:lstStyle/>
          <a:p>
            <a:fld id="{FDEEBCE0-4A34-3647-9307-E59F6D6CD745}" type="slidenum">
              <a:rPr lang="en-US" smtClean="0"/>
              <a:pPr/>
              <a:t>23</a:t>
            </a:fld>
            <a:endParaRPr lang="en-US" dirty="0"/>
          </a:p>
        </p:txBody>
      </p:sp>
      <p:sp>
        <p:nvSpPr>
          <p:cNvPr id="5" name="Footer Placeholder 4"/>
          <p:cNvSpPr>
            <a:spLocks noGrp="1"/>
          </p:cNvSpPr>
          <p:nvPr>
            <p:ph type="ftr" sz="quarter" idx="11"/>
          </p:nvPr>
        </p:nvSpPr>
        <p:spPr/>
        <p:txBody>
          <a:bodyPr/>
          <a:lstStyle/>
          <a:p>
            <a:r>
              <a:rPr lang="en-US"/>
              <a:t>© 2016 Pearson Education, Inc., Upper Saddle River, NJ. All rights reserved.</a:t>
            </a:r>
            <a:endParaRPr lang="en-US" dirty="0"/>
          </a:p>
        </p:txBody>
      </p:sp>
    </p:spTree>
    <p:extLst>
      <p:ext uri="{BB962C8B-B14F-4D97-AF65-F5344CB8AC3E}">
        <p14:creationId xmlns:p14="http://schemas.microsoft.com/office/powerpoint/2010/main" val="2687598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kumimoji="1" lang="en-US" sz="1200" b="1" kern="1200" dirty="0">
                <a:solidFill>
                  <a:schemeClr val="tx1"/>
                </a:solidFill>
                <a:effectLst/>
                <a:latin typeface="Times New Roman" pitchFamily="-110" charset="0"/>
                <a:ea typeface="+mn-ea"/>
                <a:cs typeface="+mn-cs"/>
              </a:rPr>
              <a:t>Table 2.6  SPEC CPU2017 Integer Benchmarks for HP Integrity Superdome X</a:t>
            </a:r>
            <a:endParaRPr kumimoji="1" lang="en-US" sz="1200" kern="1200" dirty="0">
              <a:solidFill>
                <a:schemeClr val="tx1"/>
              </a:solidFill>
              <a:effectLst/>
              <a:latin typeface="Times New Roman" pitchFamily="-110" charset="0"/>
              <a:ea typeface="+mn-ea"/>
              <a:cs typeface="+mn-cs"/>
            </a:endParaRPr>
          </a:p>
          <a:p>
            <a:endParaRPr lang="en-US" baseline="0" dirty="0"/>
          </a:p>
          <a:p>
            <a:r>
              <a:rPr kumimoji="1" lang="en-US" sz="1200" b="0" i="0" u="none" strike="noStrike" kern="1200" baseline="0" dirty="0">
                <a:solidFill>
                  <a:schemeClr val="tx1"/>
                </a:solidFill>
                <a:latin typeface="Times New Roman" pitchFamily="-110" charset="0"/>
                <a:ea typeface="+mn-ea"/>
                <a:cs typeface="+mn-cs"/>
              </a:rPr>
              <a:t> SPEC uses a historical Sun system, the “Ultra Enterprise 2,” which was introduced</a:t>
            </a:r>
          </a:p>
          <a:p>
            <a:r>
              <a:rPr kumimoji="1" lang="en-US" sz="1200" b="0" i="0" u="none" strike="noStrike" kern="1200" baseline="0" dirty="0">
                <a:solidFill>
                  <a:schemeClr val="tx1"/>
                </a:solidFill>
                <a:latin typeface="Times New Roman" pitchFamily="-110" charset="0"/>
                <a:ea typeface="+mn-ea"/>
                <a:cs typeface="+mn-cs"/>
              </a:rPr>
              <a:t>in 1997, as the reference machine. The reference machine uses a 296-MHz</a:t>
            </a:r>
          </a:p>
          <a:p>
            <a:r>
              <a:rPr kumimoji="1" lang="en-US" sz="1200" b="0" i="0" u="none" strike="noStrike" kern="1200" baseline="0" dirty="0" err="1">
                <a:solidFill>
                  <a:schemeClr val="tx1"/>
                </a:solidFill>
                <a:latin typeface="Times New Roman" pitchFamily="-110" charset="0"/>
                <a:ea typeface="+mn-ea"/>
                <a:cs typeface="+mn-cs"/>
              </a:rPr>
              <a:t>UltraSPARC</a:t>
            </a:r>
            <a:r>
              <a:rPr kumimoji="1" lang="en-US" sz="1200" b="0" i="0" u="none" strike="noStrike" kern="1200" baseline="0" dirty="0">
                <a:solidFill>
                  <a:schemeClr val="tx1"/>
                </a:solidFill>
                <a:latin typeface="Times New Roman" pitchFamily="-110" charset="0"/>
                <a:ea typeface="+mn-ea"/>
                <a:cs typeface="+mn-cs"/>
              </a:rPr>
              <a:t> II processor. It takes about 12 days to do a rule-conforming run of</a:t>
            </a:r>
          </a:p>
          <a:p>
            <a:r>
              <a:rPr kumimoji="1" lang="en-US" sz="1200" b="0" i="0" u="none" strike="noStrike" kern="1200" baseline="0" dirty="0">
                <a:solidFill>
                  <a:schemeClr val="tx1"/>
                </a:solidFill>
                <a:latin typeface="Times New Roman" pitchFamily="-110" charset="0"/>
                <a:ea typeface="+mn-ea"/>
                <a:cs typeface="+mn-cs"/>
              </a:rPr>
              <a:t>the base metrics for CINT2017 and CFP2017 on the CPU2017 reference machine.</a:t>
            </a:r>
          </a:p>
          <a:p>
            <a:r>
              <a:rPr kumimoji="1" lang="en-US" sz="1200" b="0" i="0" u="none" strike="noStrike" kern="1200" baseline="0" dirty="0">
                <a:solidFill>
                  <a:schemeClr val="tx1"/>
                </a:solidFill>
                <a:latin typeface="Times New Roman" pitchFamily="-110" charset="0"/>
                <a:ea typeface="+mn-ea"/>
                <a:cs typeface="+mn-cs"/>
              </a:rPr>
              <a:t>Tables 2.5 and 2.6 show the amount of time to run each benchmark using the reference</a:t>
            </a:r>
          </a:p>
          <a:p>
            <a:r>
              <a:rPr kumimoji="1" lang="en-US" sz="1200" b="0" i="0" u="none" strike="noStrike" kern="1200" baseline="0" dirty="0">
                <a:solidFill>
                  <a:schemeClr val="tx1"/>
                </a:solidFill>
                <a:latin typeface="Times New Roman" pitchFamily="-110" charset="0"/>
                <a:ea typeface="+mn-ea"/>
                <a:cs typeface="+mn-cs"/>
              </a:rPr>
              <a:t>machine. The tables also show the dynamic instruction counts on the reference</a:t>
            </a:r>
          </a:p>
          <a:p>
            <a:r>
              <a:rPr kumimoji="1" lang="en-US" sz="1200" b="0" i="0" u="none" strike="noStrike" kern="1200" baseline="0" dirty="0">
                <a:solidFill>
                  <a:schemeClr val="tx1"/>
                </a:solidFill>
                <a:latin typeface="Times New Roman" pitchFamily="-110" charset="0"/>
                <a:ea typeface="+mn-ea"/>
                <a:cs typeface="+mn-cs"/>
              </a:rPr>
              <a:t>machine, as reported in [PHAN07]. These value are the actual number of instructions</a:t>
            </a:r>
          </a:p>
          <a:p>
            <a:r>
              <a:rPr kumimoji="1" lang="en-US" sz="1200" b="0" i="0" u="none" strike="noStrike" kern="1200" baseline="0" dirty="0">
                <a:solidFill>
                  <a:schemeClr val="tx1"/>
                </a:solidFill>
                <a:latin typeface="Times New Roman" pitchFamily="-110" charset="0"/>
                <a:ea typeface="+mn-ea"/>
                <a:cs typeface="+mn-cs"/>
              </a:rPr>
              <a:t>executed during the run of each program.</a:t>
            </a:r>
            <a:endParaRPr lang="en-US" dirty="0"/>
          </a:p>
        </p:txBody>
      </p:sp>
      <p:sp>
        <p:nvSpPr>
          <p:cNvPr id="4" name="Slide Number Placeholder 3"/>
          <p:cNvSpPr>
            <a:spLocks noGrp="1"/>
          </p:cNvSpPr>
          <p:nvPr>
            <p:ph type="sldNum" sz="quarter" idx="10"/>
          </p:nvPr>
        </p:nvSpPr>
        <p:spPr/>
        <p:txBody>
          <a:bodyPr/>
          <a:lstStyle/>
          <a:p>
            <a:fld id="{FDEEBCE0-4A34-3647-9307-E59F6D6CD745}" type="slidenum">
              <a:rPr lang="en-US" smtClean="0"/>
              <a:pPr/>
              <a:t>24</a:t>
            </a:fld>
            <a:endParaRPr lang="en-US" dirty="0"/>
          </a:p>
        </p:txBody>
      </p:sp>
      <p:sp>
        <p:nvSpPr>
          <p:cNvPr id="5" name="Footer Placeholder 4"/>
          <p:cNvSpPr>
            <a:spLocks noGrp="1"/>
          </p:cNvSpPr>
          <p:nvPr>
            <p:ph type="ftr" sz="quarter" idx="11"/>
          </p:nvPr>
        </p:nvSpPr>
        <p:spPr/>
        <p:txBody>
          <a:bodyPr/>
          <a:lstStyle/>
          <a:p>
            <a:r>
              <a:rPr lang="en-US"/>
              <a:t>© 2016 Pearson Education, Inc., Upper Saddle River, NJ. All rights reserved.</a:t>
            </a:r>
            <a:endParaRPr lang="en-US" dirty="0"/>
          </a:p>
        </p:txBody>
      </p:sp>
    </p:spTree>
    <p:extLst>
      <p:ext uri="{BB962C8B-B14F-4D97-AF65-F5344CB8AC3E}">
        <p14:creationId xmlns:p14="http://schemas.microsoft.com/office/powerpoint/2010/main" val="381376093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kumimoji="1" lang="en-US" sz="1200" b="1" kern="1200" dirty="0">
                <a:solidFill>
                  <a:schemeClr val="tx1"/>
                </a:solidFill>
                <a:effectLst/>
                <a:latin typeface="Times New Roman" pitchFamily="-110" charset="0"/>
                <a:ea typeface="+mn-ea"/>
                <a:cs typeface="+mn-cs"/>
              </a:rPr>
              <a:t>Table 2.6  SPEC CPU2017 Integer Benchmarks for HP Integrity Superdome X</a:t>
            </a:r>
            <a:endParaRPr kumimoji="1" lang="en-US" sz="1200" kern="1200" dirty="0">
              <a:solidFill>
                <a:schemeClr val="tx1"/>
              </a:solidFill>
              <a:effectLst/>
              <a:latin typeface="Times New Roman" pitchFamily="-110" charset="0"/>
              <a:ea typeface="+mn-ea"/>
              <a:cs typeface="+mn-cs"/>
            </a:endParaRPr>
          </a:p>
          <a:p>
            <a:endParaRPr lang="en-US" baseline="0" dirty="0"/>
          </a:p>
        </p:txBody>
      </p:sp>
      <p:sp>
        <p:nvSpPr>
          <p:cNvPr id="4" name="Slide Number Placeholder 3"/>
          <p:cNvSpPr>
            <a:spLocks noGrp="1"/>
          </p:cNvSpPr>
          <p:nvPr>
            <p:ph type="sldNum" sz="quarter" idx="10"/>
          </p:nvPr>
        </p:nvSpPr>
        <p:spPr/>
        <p:txBody>
          <a:bodyPr/>
          <a:lstStyle/>
          <a:p>
            <a:fld id="{FDEEBCE0-4A34-3647-9307-E59F6D6CD745}" type="slidenum">
              <a:rPr lang="en-US" smtClean="0"/>
              <a:pPr/>
              <a:t>25</a:t>
            </a:fld>
            <a:endParaRPr lang="en-US" dirty="0"/>
          </a:p>
        </p:txBody>
      </p:sp>
      <p:sp>
        <p:nvSpPr>
          <p:cNvPr id="5" name="Footer Placeholder 4"/>
          <p:cNvSpPr>
            <a:spLocks noGrp="1"/>
          </p:cNvSpPr>
          <p:nvPr>
            <p:ph type="ftr" sz="quarter" idx="11"/>
          </p:nvPr>
        </p:nvSpPr>
        <p:spPr/>
        <p:txBody>
          <a:bodyPr/>
          <a:lstStyle/>
          <a:p>
            <a:r>
              <a:rPr lang="en-US"/>
              <a:t>© 2016 Pearson Education, Inc., Upper Saddle River, NJ. All rights reserved.</a:t>
            </a:r>
            <a:endParaRPr lang="en-US" dirty="0"/>
          </a:p>
        </p:txBody>
      </p:sp>
    </p:spTree>
    <p:extLst>
      <p:ext uri="{BB962C8B-B14F-4D97-AF65-F5344CB8AC3E}">
        <p14:creationId xmlns:p14="http://schemas.microsoft.com/office/powerpoint/2010/main" val="121911629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en-US" sz="1200" b="0" i="0" u="none" strike="noStrike" kern="1200" baseline="0" dirty="0">
                <a:solidFill>
                  <a:schemeClr val="tx1"/>
                </a:solidFill>
                <a:latin typeface="Times New Roman" pitchFamily="-110" charset="0"/>
                <a:ea typeface="+mn-ea"/>
                <a:cs typeface="+mn-cs"/>
              </a:rPr>
              <a:t>To better understand results published of a system using CPU2017, we define</a:t>
            </a:r>
          </a:p>
          <a:p>
            <a:r>
              <a:rPr kumimoji="1" lang="en-US" sz="1200" b="0" i="0" u="none" strike="noStrike" kern="1200" baseline="0" dirty="0">
                <a:solidFill>
                  <a:schemeClr val="tx1"/>
                </a:solidFill>
                <a:latin typeface="Times New Roman" pitchFamily="-110" charset="0"/>
                <a:ea typeface="+mn-ea"/>
                <a:cs typeface="+mn-cs"/>
              </a:rPr>
              <a:t>the following terms used in the SPEC documentation:</a:t>
            </a:r>
          </a:p>
          <a:p>
            <a:endParaRPr kumimoji="1" lang="en-US" sz="1200" b="1" i="0" u="none" strike="noStrike" kern="1200" baseline="0" dirty="0">
              <a:solidFill>
                <a:schemeClr val="tx1"/>
              </a:solidFill>
              <a:latin typeface="Times New Roman" pitchFamily="-110" charset="0"/>
              <a:ea typeface="+mn-ea"/>
              <a:cs typeface="+mn-cs"/>
            </a:endParaRPr>
          </a:p>
          <a:p>
            <a:r>
              <a:rPr kumimoji="1" lang="en-US" sz="1200" b="1" i="0" u="none" strike="noStrike" kern="1200" baseline="0" dirty="0">
                <a:solidFill>
                  <a:schemeClr val="tx1"/>
                </a:solidFill>
                <a:latin typeface="Times New Roman" pitchFamily="-110" charset="0"/>
                <a:ea typeface="+mn-ea"/>
                <a:cs typeface="+mn-cs"/>
              </a:rPr>
              <a:t>■ Benchmark:  </a:t>
            </a:r>
            <a:r>
              <a:rPr kumimoji="1" lang="en-US" sz="1200" b="0" i="0" u="none" strike="noStrike" kern="1200" baseline="0" dirty="0">
                <a:solidFill>
                  <a:schemeClr val="tx1"/>
                </a:solidFill>
                <a:latin typeface="Times New Roman" pitchFamily="-110" charset="0"/>
                <a:ea typeface="+mn-ea"/>
                <a:cs typeface="+mn-cs"/>
              </a:rPr>
              <a:t>A program written in a high-level language that can be compiled</a:t>
            </a:r>
          </a:p>
          <a:p>
            <a:r>
              <a:rPr kumimoji="1" lang="en-US" sz="1200" b="0" i="0" u="none" strike="noStrike" kern="1200" baseline="0" dirty="0">
                <a:solidFill>
                  <a:schemeClr val="tx1"/>
                </a:solidFill>
                <a:latin typeface="Times New Roman" pitchFamily="-110" charset="0"/>
                <a:ea typeface="+mn-ea"/>
                <a:cs typeface="+mn-cs"/>
              </a:rPr>
              <a:t>and executed on any computer that implements the compiler.</a:t>
            </a:r>
          </a:p>
          <a:p>
            <a:endParaRPr kumimoji="1" lang="en-US" sz="1200" b="1" i="0" u="none" strike="noStrike" kern="1200" baseline="0" dirty="0">
              <a:solidFill>
                <a:schemeClr val="tx1"/>
              </a:solidFill>
              <a:latin typeface="Times New Roman" pitchFamily="-110" charset="0"/>
              <a:ea typeface="+mn-ea"/>
              <a:cs typeface="+mn-cs"/>
            </a:endParaRPr>
          </a:p>
          <a:p>
            <a:r>
              <a:rPr kumimoji="1" lang="en-US" sz="1200" b="1" i="0" u="none" strike="noStrike" kern="1200" baseline="0" dirty="0">
                <a:solidFill>
                  <a:schemeClr val="tx1"/>
                </a:solidFill>
                <a:latin typeface="Times New Roman" pitchFamily="-110" charset="0"/>
                <a:ea typeface="+mn-ea"/>
                <a:cs typeface="+mn-cs"/>
              </a:rPr>
              <a:t>■ System under test:  </a:t>
            </a:r>
            <a:r>
              <a:rPr kumimoji="1" lang="en-US" sz="1200" b="0" i="0" u="none" strike="noStrike" kern="1200" baseline="0" dirty="0">
                <a:solidFill>
                  <a:schemeClr val="tx1"/>
                </a:solidFill>
                <a:latin typeface="Times New Roman" pitchFamily="-110" charset="0"/>
                <a:ea typeface="+mn-ea"/>
                <a:cs typeface="+mn-cs"/>
              </a:rPr>
              <a:t>This is the system to be evaluated.</a:t>
            </a:r>
          </a:p>
          <a:p>
            <a:endParaRPr kumimoji="1" lang="en-US" sz="1200" b="1" i="0" u="none" strike="noStrike" kern="1200" baseline="0" dirty="0">
              <a:solidFill>
                <a:schemeClr val="tx1"/>
              </a:solidFill>
              <a:latin typeface="Times New Roman" pitchFamily="-110" charset="0"/>
              <a:ea typeface="+mn-ea"/>
              <a:cs typeface="+mn-cs"/>
            </a:endParaRPr>
          </a:p>
          <a:p>
            <a:r>
              <a:rPr kumimoji="1" lang="en-US" sz="1200" b="1" i="0" u="none" strike="noStrike" kern="1200" baseline="0" dirty="0">
                <a:solidFill>
                  <a:schemeClr val="tx1"/>
                </a:solidFill>
                <a:latin typeface="Times New Roman" pitchFamily="-110" charset="0"/>
                <a:ea typeface="+mn-ea"/>
                <a:cs typeface="+mn-cs"/>
              </a:rPr>
              <a:t>■ Reference machine</a:t>
            </a:r>
            <a:r>
              <a:rPr kumimoji="1" lang="en-US" sz="1200" b="0" i="0" u="none" strike="noStrike" kern="1200" baseline="0" dirty="0">
                <a:solidFill>
                  <a:schemeClr val="tx1"/>
                </a:solidFill>
                <a:latin typeface="Times New Roman" pitchFamily="-110" charset="0"/>
                <a:ea typeface="+mn-ea"/>
                <a:cs typeface="+mn-cs"/>
              </a:rPr>
              <a:t>:  This is a system used by SPEC to establish a baseline performance</a:t>
            </a:r>
          </a:p>
          <a:p>
            <a:r>
              <a:rPr kumimoji="1" lang="en-US" sz="1200" b="0" i="0" u="none" strike="noStrike" kern="1200" baseline="0" dirty="0">
                <a:solidFill>
                  <a:schemeClr val="tx1"/>
                </a:solidFill>
                <a:latin typeface="Times New Roman" pitchFamily="-110" charset="0"/>
                <a:ea typeface="+mn-ea"/>
                <a:cs typeface="+mn-cs"/>
              </a:rPr>
              <a:t>for all benchmarks. Each benchmark is run and measured on this</a:t>
            </a:r>
          </a:p>
          <a:p>
            <a:r>
              <a:rPr kumimoji="1" lang="en-US" sz="1200" b="0" i="0" u="none" strike="noStrike" kern="1200" baseline="0" dirty="0">
                <a:solidFill>
                  <a:schemeClr val="tx1"/>
                </a:solidFill>
                <a:latin typeface="Times New Roman" pitchFamily="-110" charset="0"/>
                <a:ea typeface="+mn-ea"/>
                <a:cs typeface="+mn-cs"/>
              </a:rPr>
              <a:t>machine to establish a reference time for that benchmark. A system under test</a:t>
            </a:r>
          </a:p>
          <a:p>
            <a:r>
              <a:rPr kumimoji="1" lang="en-US" sz="1200" b="0" i="0" u="none" strike="noStrike" kern="1200" baseline="0" dirty="0">
                <a:solidFill>
                  <a:schemeClr val="tx1"/>
                </a:solidFill>
                <a:latin typeface="Times New Roman" pitchFamily="-110" charset="0"/>
                <a:ea typeface="+mn-ea"/>
                <a:cs typeface="+mn-cs"/>
              </a:rPr>
              <a:t>is evaluated by running the CPU2017 benchmarks and comparing the results</a:t>
            </a:r>
          </a:p>
          <a:p>
            <a:r>
              <a:rPr kumimoji="1" lang="en-US" sz="1200" b="0" i="0" u="none" strike="noStrike" kern="1200" baseline="0" dirty="0">
                <a:solidFill>
                  <a:schemeClr val="tx1"/>
                </a:solidFill>
                <a:latin typeface="Times New Roman" pitchFamily="-110" charset="0"/>
                <a:ea typeface="+mn-ea"/>
                <a:cs typeface="+mn-cs"/>
              </a:rPr>
              <a:t>for running the same programs on the reference machine.</a:t>
            </a:r>
          </a:p>
          <a:p>
            <a:endParaRPr kumimoji="1" lang="en-US" sz="1200" b="1" i="0" u="none" strike="noStrike" kern="1200" baseline="0" dirty="0">
              <a:solidFill>
                <a:schemeClr val="tx1"/>
              </a:solidFill>
              <a:latin typeface="Times New Roman" pitchFamily="-110" charset="0"/>
              <a:ea typeface="+mn-ea"/>
              <a:cs typeface="+mn-cs"/>
            </a:endParaRPr>
          </a:p>
          <a:p>
            <a:r>
              <a:rPr kumimoji="1" lang="en-US" sz="1200" b="1" i="0" u="none" strike="noStrike" kern="1200" baseline="0" dirty="0">
                <a:solidFill>
                  <a:schemeClr val="tx1"/>
                </a:solidFill>
                <a:latin typeface="Times New Roman" pitchFamily="-110" charset="0"/>
                <a:ea typeface="+mn-ea"/>
                <a:cs typeface="+mn-cs"/>
              </a:rPr>
              <a:t>■</a:t>
            </a:r>
            <a:r>
              <a:rPr kumimoji="1" lang="en-US" sz="1200" b="0" i="0" u="none" strike="noStrike" kern="1200" baseline="0" dirty="0">
                <a:solidFill>
                  <a:schemeClr val="tx1"/>
                </a:solidFill>
                <a:latin typeface="Times New Roman" pitchFamily="-110" charset="0"/>
                <a:ea typeface="+mn-ea"/>
                <a:cs typeface="+mn-cs"/>
              </a:rPr>
              <a:t> Base metric:  These are required for all reported results and have strict guidelines</a:t>
            </a:r>
          </a:p>
          <a:p>
            <a:r>
              <a:rPr kumimoji="1" lang="en-US" sz="1200" b="0" i="0" u="none" strike="noStrike" kern="1200" baseline="0" dirty="0">
                <a:solidFill>
                  <a:schemeClr val="tx1"/>
                </a:solidFill>
                <a:latin typeface="Times New Roman" pitchFamily="-110" charset="0"/>
                <a:ea typeface="+mn-ea"/>
                <a:cs typeface="+mn-cs"/>
              </a:rPr>
              <a:t>for compilation. In essence, the standard compiler with more or less</a:t>
            </a:r>
          </a:p>
          <a:p>
            <a:r>
              <a:rPr kumimoji="1" lang="en-US" sz="1200" b="0" i="0" u="none" strike="noStrike" kern="1200" baseline="0" dirty="0">
                <a:solidFill>
                  <a:schemeClr val="tx1"/>
                </a:solidFill>
                <a:latin typeface="Times New Roman" pitchFamily="-110" charset="0"/>
                <a:ea typeface="+mn-ea"/>
                <a:cs typeface="+mn-cs"/>
              </a:rPr>
              <a:t>default settings should be used on each system under test to achieve comparable</a:t>
            </a:r>
          </a:p>
          <a:p>
            <a:r>
              <a:rPr kumimoji="1" lang="en-US" sz="1200" b="0" i="0" u="none" strike="noStrike" kern="1200" baseline="0" dirty="0">
                <a:solidFill>
                  <a:schemeClr val="tx1"/>
                </a:solidFill>
                <a:latin typeface="Times New Roman" pitchFamily="-110" charset="0"/>
                <a:ea typeface="+mn-ea"/>
                <a:cs typeface="+mn-cs"/>
              </a:rPr>
              <a:t>results.</a:t>
            </a:r>
          </a:p>
          <a:p>
            <a:endParaRPr kumimoji="1" lang="en-US" sz="1200" b="1" i="0" u="none" strike="noStrike" kern="1200" baseline="0" dirty="0">
              <a:solidFill>
                <a:schemeClr val="tx1"/>
              </a:solidFill>
              <a:latin typeface="Times New Roman" pitchFamily="-110" charset="0"/>
              <a:ea typeface="+mn-ea"/>
              <a:cs typeface="+mn-cs"/>
            </a:endParaRPr>
          </a:p>
          <a:p>
            <a:r>
              <a:rPr kumimoji="1" lang="en-US" sz="1200" b="1" i="0" u="none" strike="noStrike" kern="1200" baseline="0" dirty="0">
                <a:solidFill>
                  <a:schemeClr val="tx1"/>
                </a:solidFill>
                <a:latin typeface="Times New Roman" pitchFamily="-110" charset="0"/>
                <a:ea typeface="+mn-ea"/>
                <a:cs typeface="+mn-cs"/>
              </a:rPr>
              <a:t>■ Peak metric:  </a:t>
            </a:r>
            <a:r>
              <a:rPr kumimoji="1" lang="en-US" sz="1200" b="0" i="0" u="none" strike="noStrike" kern="1200" baseline="0" dirty="0">
                <a:solidFill>
                  <a:schemeClr val="tx1"/>
                </a:solidFill>
                <a:latin typeface="Times New Roman" pitchFamily="-110" charset="0"/>
                <a:ea typeface="+mn-ea"/>
                <a:cs typeface="+mn-cs"/>
              </a:rPr>
              <a:t>This enables users to attempt to optimize system performance by</a:t>
            </a:r>
          </a:p>
          <a:p>
            <a:r>
              <a:rPr kumimoji="1" lang="en-US" sz="1200" b="0" i="0" u="none" strike="noStrike" kern="1200" baseline="0" dirty="0">
                <a:solidFill>
                  <a:schemeClr val="tx1"/>
                </a:solidFill>
                <a:latin typeface="Times New Roman" pitchFamily="-110" charset="0"/>
                <a:ea typeface="+mn-ea"/>
                <a:cs typeface="+mn-cs"/>
              </a:rPr>
              <a:t>optimizing the compiler output. For example, different compiler options may</a:t>
            </a:r>
          </a:p>
          <a:p>
            <a:r>
              <a:rPr kumimoji="1" lang="en-US" sz="1200" b="0" i="0" u="none" strike="noStrike" kern="1200" baseline="0" dirty="0">
                <a:solidFill>
                  <a:schemeClr val="tx1"/>
                </a:solidFill>
                <a:latin typeface="Times New Roman" pitchFamily="-110" charset="0"/>
                <a:ea typeface="+mn-ea"/>
                <a:cs typeface="+mn-cs"/>
              </a:rPr>
              <a:t>be used on each benchmark, and feedback-directed optimization is allowed.</a:t>
            </a:r>
          </a:p>
          <a:p>
            <a:endParaRPr kumimoji="1" lang="en-US" sz="1200" b="1" i="0" u="none" strike="noStrike" kern="1200" baseline="0" dirty="0">
              <a:solidFill>
                <a:schemeClr val="tx1"/>
              </a:solidFill>
              <a:latin typeface="Times New Roman" pitchFamily="-110" charset="0"/>
              <a:ea typeface="+mn-ea"/>
              <a:cs typeface="+mn-cs"/>
            </a:endParaRPr>
          </a:p>
          <a:p>
            <a:r>
              <a:rPr kumimoji="1" lang="en-US" sz="1200" b="1" i="0" u="none" strike="noStrike" kern="1200" baseline="0" dirty="0">
                <a:solidFill>
                  <a:schemeClr val="tx1"/>
                </a:solidFill>
                <a:latin typeface="Times New Roman" pitchFamily="-110" charset="0"/>
                <a:ea typeface="+mn-ea"/>
                <a:cs typeface="+mn-cs"/>
              </a:rPr>
              <a:t>■ Speed metric</a:t>
            </a:r>
            <a:r>
              <a:rPr kumimoji="1" lang="en-US" sz="1200" b="0" i="0" u="none" strike="noStrike" kern="1200" baseline="0" dirty="0">
                <a:solidFill>
                  <a:schemeClr val="tx1"/>
                </a:solidFill>
                <a:latin typeface="Times New Roman" pitchFamily="-110" charset="0"/>
                <a:ea typeface="+mn-ea"/>
                <a:cs typeface="+mn-cs"/>
              </a:rPr>
              <a:t>:  This is simply a measurement of the time it takes to execute a</a:t>
            </a:r>
          </a:p>
          <a:p>
            <a:r>
              <a:rPr kumimoji="1" lang="en-US" sz="1200" b="0" i="0" u="none" strike="noStrike" kern="1200" baseline="0" dirty="0">
                <a:solidFill>
                  <a:schemeClr val="tx1"/>
                </a:solidFill>
                <a:latin typeface="Times New Roman" pitchFamily="-110" charset="0"/>
                <a:ea typeface="+mn-ea"/>
                <a:cs typeface="+mn-cs"/>
              </a:rPr>
              <a:t>compiled benchmark. The speed metric is used for comparing the ability of a</a:t>
            </a:r>
          </a:p>
          <a:p>
            <a:r>
              <a:rPr kumimoji="1" lang="en-US" sz="1200" b="0" i="0" u="none" strike="noStrike" kern="1200" baseline="0" dirty="0">
                <a:solidFill>
                  <a:schemeClr val="tx1"/>
                </a:solidFill>
                <a:latin typeface="Times New Roman" pitchFamily="-110" charset="0"/>
                <a:ea typeface="+mn-ea"/>
                <a:cs typeface="+mn-cs"/>
              </a:rPr>
              <a:t>computer to complete single tasks.</a:t>
            </a:r>
          </a:p>
          <a:p>
            <a:endParaRPr kumimoji="1" lang="en-US" sz="1200" b="1" i="0" u="none" strike="noStrike" kern="1200" baseline="0" dirty="0">
              <a:solidFill>
                <a:schemeClr val="tx1"/>
              </a:solidFill>
              <a:latin typeface="Times New Roman" pitchFamily="-110" charset="0"/>
              <a:ea typeface="+mn-ea"/>
              <a:cs typeface="+mn-cs"/>
            </a:endParaRPr>
          </a:p>
          <a:p>
            <a:r>
              <a:rPr kumimoji="1" lang="en-US" sz="1200" b="1" i="0" u="none" strike="noStrike" kern="1200" baseline="0" dirty="0">
                <a:solidFill>
                  <a:schemeClr val="tx1"/>
                </a:solidFill>
                <a:latin typeface="Times New Roman" pitchFamily="-110" charset="0"/>
                <a:ea typeface="+mn-ea"/>
                <a:cs typeface="+mn-cs"/>
              </a:rPr>
              <a:t>■ Rate metric:  </a:t>
            </a:r>
            <a:r>
              <a:rPr kumimoji="1" lang="en-US" sz="1200" b="0" i="0" u="none" strike="noStrike" kern="1200" baseline="0" dirty="0">
                <a:solidFill>
                  <a:schemeClr val="tx1"/>
                </a:solidFill>
                <a:latin typeface="Times New Roman" pitchFamily="-110" charset="0"/>
                <a:ea typeface="+mn-ea"/>
                <a:cs typeface="+mn-cs"/>
              </a:rPr>
              <a:t>This is a measurement of how many tasks a computer can accomplish</a:t>
            </a:r>
          </a:p>
          <a:p>
            <a:r>
              <a:rPr kumimoji="1" lang="en-US" sz="1200" b="0" i="0" u="none" strike="noStrike" kern="1200" baseline="0" dirty="0">
                <a:solidFill>
                  <a:schemeClr val="tx1"/>
                </a:solidFill>
                <a:latin typeface="Times New Roman" pitchFamily="-110" charset="0"/>
                <a:ea typeface="+mn-ea"/>
                <a:cs typeface="+mn-cs"/>
              </a:rPr>
              <a:t>in a certain amount of time; this is called a </a:t>
            </a:r>
            <a:r>
              <a:rPr kumimoji="1" lang="en-US" sz="1200" b="1" i="0" u="none" strike="noStrike" kern="1200" baseline="0" dirty="0">
                <a:solidFill>
                  <a:schemeClr val="tx1"/>
                </a:solidFill>
                <a:latin typeface="Times New Roman" pitchFamily="-110" charset="0"/>
                <a:ea typeface="+mn-ea"/>
                <a:cs typeface="+mn-cs"/>
              </a:rPr>
              <a:t>throughput</a:t>
            </a:r>
            <a:r>
              <a:rPr kumimoji="1" lang="en-US" sz="1200" b="0" i="0" u="none" strike="noStrike" kern="1200" baseline="0" dirty="0">
                <a:solidFill>
                  <a:schemeClr val="tx1"/>
                </a:solidFill>
                <a:latin typeface="Times New Roman" pitchFamily="-110" charset="0"/>
                <a:ea typeface="+mn-ea"/>
                <a:cs typeface="+mn-cs"/>
              </a:rPr>
              <a:t> , capacity, or rate</a:t>
            </a:r>
          </a:p>
          <a:p>
            <a:r>
              <a:rPr kumimoji="1" lang="en-US" sz="1200" b="0" i="0" u="none" strike="noStrike" kern="1200" baseline="0" dirty="0">
                <a:solidFill>
                  <a:schemeClr val="tx1"/>
                </a:solidFill>
                <a:latin typeface="Times New Roman" pitchFamily="-110" charset="0"/>
                <a:ea typeface="+mn-ea"/>
                <a:cs typeface="+mn-cs"/>
              </a:rPr>
              <a:t>measure. The rate metric allows the system under test to execute simultaneous</a:t>
            </a:r>
          </a:p>
          <a:p>
            <a:r>
              <a:rPr kumimoji="1" lang="en-US" sz="1200" b="0" i="0" u="none" strike="noStrike" kern="1200" baseline="0" dirty="0">
                <a:solidFill>
                  <a:schemeClr val="tx1"/>
                </a:solidFill>
                <a:latin typeface="Times New Roman" pitchFamily="-110" charset="0"/>
                <a:ea typeface="+mn-ea"/>
                <a:cs typeface="+mn-cs"/>
              </a:rPr>
              <a:t>tasks to take advantage of multiple processors.</a:t>
            </a:r>
            <a:endParaRPr lang="en-US" dirty="0"/>
          </a:p>
        </p:txBody>
      </p:sp>
      <p:sp>
        <p:nvSpPr>
          <p:cNvPr id="4" name="Slide Number Placeholder 3"/>
          <p:cNvSpPr>
            <a:spLocks noGrp="1"/>
          </p:cNvSpPr>
          <p:nvPr>
            <p:ph type="sldNum" sz="quarter" idx="10"/>
          </p:nvPr>
        </p:nvSpPr>
        <p:spPr/>
        <p:txBody>
          <a:bodyPr/>
          <a:lstStyle/>
          <a:p>
            <a:fld id="{FDEEBCE0-4A34-3647-9307-E59F6D6CD745}" type="slidenum">
              <a:rPr lang="en-US" smtClean="0"/>
              <a:pPr/>
              <a:t>26</a:t>
            </a:fld>
            <a:endParaRPr lang="en-US" dirty="0"/>
          </a:p>
        </p:txBody>
      </p:sp>
      <p:sp>
        <p:nvSpPr>
          <p:cNvPr id="5" name="Footer Placeholder 4"/>
          <p:cNvSpPr>
            <a:spLocks noGrp="1"/>
          </p:cNvSpPr>
          <p:nvPr>
            <p:ph type="ftr" sz="quarter" idx="11"/>
          </p:nvPr>
        </p:nvSpPr>
        <p:spPr/>
        <p:txBody>
          <a:bodyPr/>
          <a:lstStyle/>
          <a:p>
            <a:r>
              <a:rPr lang="en-US"/>
              <a:t>© 2016 Pearson Education, Inc., Upper Saddle River, NJ. All rights reserved.</a:t>
            </a:r>
            <a:endParaRPr lang="en-US" dirty="0"/>
          </a:p>
        </p:txBody>
      </p:sp>
    </p:spTree>
    <p:extLst>
      <p:ext uri="{BB962C8B-B14F-4D97-AF65-F5344CB8AC3E}">
        <p14:creationId xmlns:p14="http://schemas.microsoft.com/office/powerpoint/2010/main" val="25617426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en-US" sz="1200" b="0" i="0" u="none" strike="noStrike" kern="1200" baseline="0" dirty="0">
                <a:solidFill>
                  <a:schemeClr val="tx1"/>
                </a:solidFill>
                <a:latin typeface="Times New Roman" pitchFamily="-110" charset="0"/>
                <a:ea typeface="+mn-ea"/>
                <a:cs typeface="+mn-cs"/>
              </a:rPr>
              <a:t> We now consider the specific calculations that are done to assess a system. We</a:t>
            </a:r>
          </a:p>
          <a:p>
            <a:r>
              <a:rPr kumimoji="1" lang="en-US" sz="1200" b="0" i="0" u="none" strike="noStrike" kern="1200" baseline="0" dirty="0">
                <a:solidFill>
                  <a:schemeClr val="tx1"/>
                </a:solidFill>
                <a:latin typeface="Times New Roman" pitchFamily="-110" charset="0"/>
                <a:ea typeface="+mn-ea"/>
                <a:cs typeface="+mn-cs"/>
              </a:rPr>
              <a:t>consider the integer benchmarks; the same procedures are used to create a floating-point</a:t>
            </a:r>
          </a:p>
          <a:p>
            <a:r>
              <a:rPr kumimoji="1" lang="en-US" sz="1200" b="0" i="0" u="none" strike="noStrike" kern="1200" baseline="0" dirty="0">
                <a:solidFill>
                  <a:schemeClr val="tx1"/>
                </a:solidFill>
                <a:latin typeface="Times New Roman" pitchFamily="-110" charset="0"/>
                <a:ea typeface="+mn-ea"/>
                <a:cs typeface="+mn-cs"/>
              </a:rPr>
              <a:t>benchmark value. For the integer benchmarks, there are 12 programs in the</a:t>
            </a:r>
          </a:p>
          <a:p>
            <a:r>
              <a:rPr kumimoji="1" lang="en-US" sz="1200" b="0" i="0" u="none" strike="noStrike" kern="1200" baseline="0" dirty="0">
                <a:solidFill>
                  <a:schemeClr val="tx1"/>
                </a:solidFill>
                <a:latin typeface="Times New Roman" pitchFamily="-110" charset="0"/>
                <a:ea typeface="+mn-ea"/>
                <a:cs typeface="+mn-cs"/>
              </a:rPr>
              <a:t>test suite. Calculation is a three-step process (Figure 2.7):</a:t>
            </a:r>
          </a:p>
          <a:p>
            <a:endParaRPr kumimoji="1" lang="en-US" sz="1200" b="0" i="0" u="none" strike="noStrike" kern="1200" baseline="0" dirty="0">
              <a:solidFill>
                <a:schemeClr val="tx1"/>
              </a:solidFill>
              <a:latin typeface="Times New Roman" pitchFamily="-110" charset="0"/>
              <a:ea typeface="+mn-ea"/>
              <a:cs typeface="+mn-cs"/>
            </a:endParaRPr>
          </a:p>
          <a:p>
            <a:r>
              <a:rPr kumimoji="1" lang="en-US" sz="1200" kern="1200" dirty="0">
                <a:solidFill>
                  <a:schemeClr val="tx1"/>
                </a:solidFill>
                <a:effectLst/>
                <a:latin typeface="Times New Roman" pitchFamily="-110" charset="0"/>
                <a:ea typeface="+mn-ea"/>
                <a:cs typeface="+mn-cs"/>
              </a:rPr>
              <a:t> For the integer benchmarks, four separate metrics can be calculated:</a:t>
            </a:r>
          </a:p>
          <a:p>
            <a:endParaRPr kumimoji="1" lang="en-US" sz="1200" b="1" kern="1200" dirty="0">
              <a:solidFill>
                <a:schemeClr val="tx1"/>
              </a:solidFill>
              <a:effectLst/>
              <a:latin typeface="Times New Roman" pitchFamily="-110" charset="0"/>
              <a:ea typeface="+mn-ea"/>
              <a:cs typeface="+mn-cs"/>
            </a:endParaRPr>
          </a:p>
          <a:p>
            <a:r>
              <a:rPr kumimoji="1" lang="en-US" sz="1200" b="1" kern="1200" dirty="0">
                <a:solidFill>
                  <a:schemeClr val="tx1"/>
                </a:solidFill>
                <a:effectLst/>
                <a:latin typeface="Times New Roman" pitchFamily="-110" charset="0"/>
                <a:ea typeface="+mn-ea"/>
                <a:cs typeface="+mn-cs"/>
              </a:rPr>
              <a:t>■ </a:t>
            </a:r>
            <a:r>
              <a:rPr kumimoji="1" lang="en-US" sz="1200" kern="1200" dirty="0">
                <a:solidFill>
                  <a:schemeClr val="tx1"/>
                </a:solidFill>
                <a:effectLst/>
                <a:latin typeface="Times New Roman" pitchFamily="-110" charset="0"/>
                <a:ea typeface="+mn-ea"/>
                <a:cs typeface="+mn-cs"/>
              </a:rPr>
              <a:t>SPECspeed2017_int_base:  The geometric mean of 12 normalized ratios when</a:t>
            </a:r>
          </a:p>
          <a:p>
            <a:r>
              <a:rPr kumimoji="1" lang="en-US" sz="1200" kern="1200" dirty="0">
                <a:solidFill>
                  <a:schemeClr val="tx1"/>
                </a:solidFill>
                <a:effectLst/>
                <a:latin typeface="Times New Roman" pitchFamily="-110" charset="0"/>
                <a:ea typeface="+mn-ea"/>
                <a:cs typeface="+mn-cs"/>
              </a:rPr>
              <a:t>the benchmarks are compiled with base tuning.</a:t>
            </a:r>
          </a:p>
          <a:p>
            <a:endParaRPr kumimoji="1" lang="en-US" sz="1200" b="1" kern="1200" dirty="0">
              <a:solidFill>
                <a:schemeClr val="tx1"/>
              </a:solidFill>
              <a:effectLst/>
              <a:latin typeface="Times New Roman" pitchFamily="-110" charset="0"/>
              <a:ea typeface="+mn-ea"/>
              <a:cs typeface="+mn-cs"/>
            </a:endParaRPr>
          </a:p>
          <a:p>
            <a:r>
              <a:rPr kumimoji="1" lang="en-US" sz="1200" b="1" kern="1200" dirty="0">
                <a:solidFill>
                  <a:schemeClr val="tx1"/>
                </a:solidFill>
                <a:effectLst/>
                <a:latin typeface="Times New Roman" pitchFamily="-110" charset="0"/>
                <a:ea typeface="+mn-ea"/>
                <a:cs typeface="+mn-cs"/>
              </a:rPr>
              <a:t>■ </a:t>
            </a:r>
            <a:r>
              <a:rPr kumimoji="1" lang="en-US" sz="1200" kern="1200" dirty="0">
                <a:solidFill>
                  <a:schemeClr val="tx1"/>
                </a:solidFill>
                <a:effectLst/>
                <a:latin typeface="Times New Roman" pitchFamily="-110" charset="0"/>
                <a:ea typeface="+mn-ea"/>
                <a:cs typeface="+mn-cs"/>
              </a:rPr>
              <a:t>SPECspeed2017_int_peak:  The geometric mean of 12 normalized ratios when</a:t>
            </a:r>
          </a:p>
          <a:p>
            <a:r>
              <a:rPr kumimoji="1" lang="en-US" sz="1200" kern="1200" dirty="0">
                <a:solidFill>
                  <a:schemeClr val="tx1"/>
                </a:solidFill>
                <a:effectLst/>
                <a:latin typeface="Times New Roman" pitchFamily="-110" charset="0"/>
                <a:ea typeface="+mn-ea"/>
                <a:cs typeface="+mn-cs"/>
              </a:rPr>
              <a:t>the benchmarks are compiled with peak tuning.</a:t>
            </a:r>
          </a:p>
          <a:p>
            <a:endParaRPr kumimoji="1" lang="en-US" sz="1200" b="1" kern="1200" dirty="0">
              <a:solidFill>
                <a:schemeClr val="tx1"/>
              </a:solidFill>
              <a:effectLst/>
              <a:latin typeface="Times New Roman" pitchFamily="-110" charset="0"/>
              <a:ea typeface="+mn-ea"/>
              <a:cs typeface="+mn-cs"/>
            </a:endParaRPr>
          </a:p>
          <a:p>
            <a:r>
              <a:rPr kumimoji="1" lang="en-US" sz="1200" b="1" kern="1200" dirty="0">
                <a:solidFill>
                  <a:schemeClr val="tx1"/>
                </a:solidFill>
                <a:effectLst/>
                <a:latin typeface="Times New Roman" pitchFamily="-110" charset="0"/>
                <a:ea typeface="+mn-ea"/>
                <a:cs typeface="+mn-cs"/>
              </a:rPr>
              <a:t>■ </a:t>
            </a:r>
            <a:r>
              <a:rPr kumimoji="1" lang="en-US" sz="1200" kern="1200" dirty="0">
                <a:solidFill>
                  <a:schemeClr val="tx1"/>
                </a:solidFill>
                <a:effectLst/>
                <a:latin typeface="Times New Roman" pitchFamily="-110" charset="0"/>
                <a:ea typeface="+mn-ea"/>
                <a:cs typeface="+mn-cs"/>
              </a:rPr>
              <a:t>SPECrate2017_int_base:  The geometric mean of 12 normalized throughput</a:t>
            </a:r>
          </a:p>
          <a:p>
            <a:r>
              <a:rPr kumimoji="1" lang="en-US" sz="1200" kern="1200" dirty="0">
                <a:solidFill>
                  <a:schemeClr val="tx1"/>
                </a:solidFill>
                <a:effectLst/>
                <a:latin typeface="Times New Roman" pitchFamily="-110" charset="0"/>
                <a:ea typeface="+mn-ea"/>
                <a:cs typeface="+mn-cs"/>
              </a:rPr>
              <a:t>ratios when the benchmarks are compiled with base tuning.</a:t>
            </a:r>
          </a:p>
          <a:p>
            <a:endParaRPr kumimoji="1" lang="en-US" sz="1200" b="1" kern="1200" dirty="0">
              <a:solidFill>
                <a:schemeClr val="tx1"/>
              </a:solidFill>
              <a:effectLst/>
              <a:latin typeface="Times New Roman" pitchFamily="-110" charset="0"/>
              <a:ea typeface="+mn-ea"/>
              <a:cs typeface="+mn-cs"/>
            </a:endParaRPr>
          </a:p>
          <a:p>
            <a:r>
              <a:rPr kumimoji="1" lang="en-US" sz="1200" b="1" kern="1200" dirty="0">
                <a:solidFill>
                  <a:schemeClr val="tx1"/>
                </a:solidFill>
                <a:effectLst/>
                <a:latin typeface="Times New Roman" pitchFamily="-110" charset="0"/>
                <a:ea typeface="+mn-ea"/>
                <a:cs typeface="+mn-cs"/>
              </a:rPr>
              <a:t>■ </a:t>
            </a:r>
            <a:r>
              <a:rPr kumimoji="1" lang="en-US" sz="1200" kern="1200" dirty="0">
                <a:solidFill>
                  <a:schemeClr val="tx1"/>
                </a:solidFill>
                <a:effectLst/>
                <a:latin typeface="Times New Roman" pitchFamily="-110" charset="0"/>
                <a:ea typeface="+mn-ea"/>
                <a:cs typeface="+mn-cs"/>
              </a:rPr>
              <a:t>SPECrate2017_int_peak:  The geometric mean of 12 normalized throughput</a:t>
            </a:r>
          </a:p>
          <a:p>
            <a:r>
              <a:rPr kumimoji="1" lang="en-US" sz="1200" kern="1200" dirty="0">
                <a:solidFill>
                  <a:schemeClr val="tx1"/>
                </a:solidFill>
                <a:effectLst/>
                <a:latin typeface="Times New Roman" pitchFamily="-110" charset="0"/>
                <a:ea typeface="+mn-ea"/>
                <a:cs typeface="+mn-cs"/>
              </a:rPr>
              <a:t>ratios when the benchmarks are compiled with peak tuning.</a:t>
            </a:r>
          </a:p>
          <a:p>
            <a:endParaRPr kumimoji="1" lang="en-US" sz="1200" b="0" i="0" u="none" strike="noStrike" kern="1200" baseline="0" dirty="0">
              <a:solidFill>
                <a:schemeClr val="tx1"/>
              </a:solidFill>
              <a:latin typeface="Times New Roman" pitchFamily="-110" charset="0"/>
              <a:ea typeface="+mn-ea"/>
              <a:cs typeface="+mn-cs"/>
            </a:endParaRPr>
          </a:p>
          <a:p>
            <a:endParaRPr kumimoji="1" lang="en-US" sz="1200" b="0" i="0" u="none" strike="noStrike" kern="1200" baseline="0" dirty="0">
              <a:solidFill>
                <a:schemeClr val="tx1"/>
              </a:solidFill>
              <a:latin typeface="Times New Roman" pitchFamily="-110" charset="0"/>
              <a:ea typeface="+mn-ea"/>
              <a:cs typeface="+mn-cs"/>
            </a:endParaRPr>
          </a:p>
        </p:txBody>
      </p:sp>
      <p:sp>
        <p:nvSpPr>
          <p:cNvPr id="4" name="Slide Number Placeholder 3"/>
          <p:cNvSpPr>
            <a:spLocks noGrp="1"/>
          </p:cNvSpPr>
          <p:nvPr>
            <p:ph type="sldNum" sz="quarter" idx="10"/>
          </p:nvPr>
        </p:nvSpPr>
        <p:spPr/>
        <p:txBody>
          <a:bodyPr/>
          <a:lstStyle/>
          <a:p>
            <a:fld id="{FDEEBCE0-4A34-3647-9307-E59F6D6CD745}" type="slidenum">
              <a:rPr lang="en-US" smtClean="0"/>
              <a:pPr/>
              <a:t>27</a:t>
            </a:fld>
            <a:endParaRPr lang="en-US" dirty="0"/>
          </a:p>
        </p:txBody>
      </p:sp>
      <p:sp>
        <p:nvSpPr>
          <p:cNvPr id="5" name="Footer Placeholder 4"/>
          <p:cNvSpPr>
            <a:spLocks noGrp="1"/>
          </p:cNvSpPr>
          <p:nvPr>
            <p:ph type="ftr" sz="quarter" idx="11"/>
          </p:nvPr>
        </p:nvSpPr>
        <p:spPr/>
        <p:txBody>
          <a:bodyPr/>
          <a:lstStyle/>
          <a:p>
            <a:r>
              <a:rPr lang="en-US"/>
              <a:t>© 2016 Pearson Education, Inc., Upper Saddle River, NJ. All rights reserved.</a:t>
            </a:r>
            <a:endParaRPr lang="en-US" dirty="0"/>
          </a:p>
        </p:txBody>
      </p:sp>
    </p:spTree>
    <p:extLst>
      <p:ext uri="{BB962C8B-B14F-4D97-AF65-F5344CB8AC3E}">
        <p14:creationId xmlns:p14="http://schemas.microsoft.com/office/powerpoint/2010/main" val="67362743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F2598D2-2ED8-8547-B4B7-C382E9B8AC9E}" type="slidenum">
              <a:rPr lang="en-US"/>
              <a:pPr/>
              <a:t>28</a:t>
            </a:fld>
            <a:endParaRPr lang="en-US" dirty="0"/>
          </a:p>
        </p:txBody>
      </p:sp>
      <p:sp>
        <p:nvSpPr>
          <p:cNvPr id="65538" name="Rectangle 2"/>
          <p:cNvSpPr>
            <a:spLocks noGrp="1" noRot="1" noChangeAspect="1" noChangeArrowheads="1" noTextEdit="1"/>
          </p:cNvSpPr>
          <p:nvPr>
            <p:ph type="sldImg"/>
          </p:nvPr>
        </p:nvSpPr>
        <p:spPr>
          <a:ln/>
        </p:spPr>
      </p:sp>
      <p:sp>
        <p:nvSpPr>
          <p:cNvPr id="65539" name="Rectangle 3"/>
          <p:cNvSpPr>
            <a:spLocks noGrp="1" noChangeArrowheads="1"/>
          </p:cNvSpPr>
          <p:nvPr>
            <p:ph type="body" idx="1"/>
          </p:nvPr>
        </p:nvSpPr>
        <p:spPr/>
        <p:txBody>
          <a:bodyPr/>
          <a:lstStyle/>
          <a:p>
            <a:r>
              <a:rPr lang="en-GB" dirty="0"/>
              <a:t>Chapter 2 summary.</a:t>
            </a:r>
          </a:p>
        </p:txBody>
      </p:sp>
      <p:sp>
        <p:nvSpPr>
          <p:cNvPr id="2" name="Footer Placeholder 1"/>
          <p:cNvSpPr>
            <a:spLocks noGrp="1"/>
          </p:cNvSpPr>
          <p:nvPr>
            <p:ph type="ftr" sz="quarter" idx="10"/>
          </p:nvPr>
        </p:nvSpPr>
        <p:spPr/>
        <p:txBody>
          <a:bodyPr/>
          <a:lstStyle/>
          <a:p>
            <a:r>
              <a:rPr lang="en-US"/>
              <a:t>© 2016 Pearson Education, Inc., Upper Saddle River, NJ. All rights reserved.</a:t>
            </a:r>
            <a:endParaRPr lang="en-US" dirty="0"/>
          </a:p>
        </p:txBody>
      </p:sp>
    </p:spTree>
    <p:extLst>
      <p:ext uri="{BB962C8B-B14F-4D97-AF65-F5344CB8AC3E}">
        <p14:creationId xmlns:p14="http://schemas.microsoft.com/office/powerpoint/2010/main" val="31942649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Shape 17"/>
        <p:cNvGrpSpPr/>
        <p:nvPr/>
      </p:nvGrpSpPr>
      <p:grpSpPr>
        <a:xfrm>
          <a:off x="0" y="0"/>
          <a:ext cx="0" cy="0"/>
          <a:chOff x="0" y="0"/>
          <a:chExt cx="0" cy="0"/>
        </a:xfrm>
      </p:grpSpPr>
      <p:sp>
        <p:nvSpPr>
          <p:cNvPr id="4" name="Shape 18"/>
          <p:cNvSpPr>
            <a:spLocks noChangeArrowheads="1"/>
          </p:cNvSpPr>
          <p:nvPr/>
        </p:nvSpPr>
        <p:spPr bwMode="auto">
          <a:xfrm>
            <a:off x="0" y="0"/>
            <a:ext cx="9144000" cy="3886200"/>
          </a:xfrm>
          <a:prstGeom prst="rect">
            <a:avLst/>
          </a:prstGeom>
          <a:solidFill>
            <a:srgbClr val="007FA3"/>
          </a:solidFill>
          <a:ln w="25400">
            <a:solidFill>
              <a:srgbClr val="007FA3"/>
            </a:solidFill>
            <a:round/>
            <a:headEnd/>
            <a:tailEnd/>
          </a:ln>
        </p:spPr>
        <p:txBody>
          <a:bodyPr lIns="91425" tIns="45700" rIns="91425" bIns="45700" anchor="ctr"/>
          <a:lstStyle>
            <a:lvl1pPr>
              <a:defRPr sz="2800">
                <a:solidFill>
                  <a:schemeClr val="tx1"/>
                </a:solidFill>
                <a:latin typeface="Times New Roman" panose="02020603050405020304" pitchFamily="18" charset="0"/>
                <a:ea typeface="ヒラギノ角ゴ Pro W3" pitchFamily="1" charset="-128"/>
              </a:defRPr>
            </a:lvl1pPr>
            <a:lvl2pPr marL="742950" indent="-285750">
              <a:defRPr sz="2800">
                <a:solidFill>
                  <a:schemeClr val="tx1"/>
                </a:solidFill>
                <a:latin typeface="Times New Roman" panose="02020603050405020304" pitchFamily="18" charset="0"/>
                <a:ea typeface="ヒラギノ角ゴ Pro W3" pitchFamily="1" charset="-128"/>
              </a:defRPr>
            </a:lvl2pPr>
            <a:lvl3pPr marL="1143000" indent="-228600">
              <a:defRPr sz="2800">
                <a:solidFill>
                  <a:schemeClr val="tx1"/>
                </a:solidFill>
                <a:latin typeface="Times New Roman" panose="02020603050405020304" pitchFamily="18" charset="0"/>
                <a:ea typeface="ヒラギノ角ゴ Pro W3" pitchFamily="1" charset="-128"/>
              </a:defRPr>
            </a:lvl3pPr>
            <a:lvl4pPr marL="1600200" indent="-228600">
              <a:defRPr sz="2800">
                <a:solidFill>
                  <a:schemeClr val="tx1"/>
                </a:solidFill>
                <a:latin typeface="Times New Roman" panose="02020603050405020304" pitchFamily="18" charset="0"/>
                <a:ea typeface="ヒラギノ角ゴ Pro W3" pitchFamily="1" charset="-128"/>
              </a:defRPr>
            </a:lvl4pPr>
            <a:lvl5pPr marL="2057400" indent="-228600">
              <a:defRPr sz="2800">
                <a:solidFill>
                  <a:schemeClr val="tx1"/>
                </a:solidFill>
                <a:latin typeface="Times New Roman" panose="02020603050405020304" pitchFamily="18" charset="0"/>
                <a:ea typeface="ヒラギノ角ゴ Pro W3" pitchFamily="1" charset="-128"/>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FFFFFF"/>
              </a:solidFill>
              <a:effectLst/>
              <a:uLnTx/>
              <a:uFillTx/>
              <a:latin typeface="Arial" panose="020B0604020202020204" pitchFamily="34" charset="0"/>
              <a:ea typeface="ヒラギノ角ゴ Pro W3" pitchFamily="1" charset="-128"/>
              <a:cs typeface="Arial" panose="020B0604020202020204" pitchFamily="34" charset="0"/>
              <a:sym typeface="Arial" panose="020B0604020202020204" pitchFamily="34" charset="0"/>
            </a:endParaRPr>
          </a:p>
        </p:txBody>
      </p:sp>
      <p:sp>
        <p:nvSpPr>
          <p:cNvPr id="19" name="Shape 19"/>
          <p:cNvSpPr txBox="1">
            <a:spLocks noGrp="1"/>
          </p:cNvSpPr>
          <p:nvPr>
            <p:ph type="ctrTitle"/>
          </p:nvPr>
        </p:nvSpPr>
        <p:spPr>
          <a:xfrm>
            <a:off x="685800" y="762000"/>
            <a:ext cx="7772400" cy="2838451"/>
          </a:xfrm>
          <a:prstGeom prst="rect">
            <a:avLst/>
          </a:prstGeom>
          <a:noFill/>
          <a:ln>
            <a:noFill/>
          </a:ln>
        </p:spPr>
        <p:txBody>
          <a:bodyPr/>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20" name="Shape 20"/>
          <p:cNvSpPr txBox="1">
            <a:spLocks noGrp="1"/>
          </p:cNvSpPr>
          <p:nvPr>
            <p:ph type="subTitle" idx="1"/>
          </p:nvPr>
        </p:nvSpPr>
        <p:spPr>
          <a:xfrm>
            <a:off x="674687" y="3962400"/>
            <a:ext cx="7794625" cy="1752600"/>
          </a:xfrm>
          <a:prstGeom prst="rect">
            <a:avLst/>
          </a:prstGeom>
          <a:noFill/>
          <a:ln>
            <a:noFill/>
          </a:ln>
        </p:spPr>
        <p:txBody>
          <a:bodyPr/>
          <a:lstStyle>
            <a:lvl1pPr marL="0" marR="0" lvl="0" indent="0" algn="l" rtl="0">
              <a:spcBef>
                <a:spcPts val="0"/>
              </a:spcBef>
              <a:buClr>
                <a:srgbClr val="007FA3"/>
              </a:buClr>
              <a:buFont typeface="Arial"/>
              <a:buNone/>
              <a:defRPr sz="1800" b="0" i="0" u="none" strike="noStrike" cap="none">
                <a:solidFill>
                  <a:schemeClr val="dk1"/>
                </a:solidFill>
                <a:latin typeface="Arial"/>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5" name="Shape 21"/>
          <p:cNvSpPr txBox="1">
            <a:spLocks noGrp="1"/>
          </p:cNvSpPr>
          <p:nvPr>
            <p:ph type="ftr" idx="10"/>
          </p:nvPr>
        </p:nvSpPr>
        <p:spPr/>
        <p:txBody>
          <a:bodyPr/>
          <a:lstStyle>
            <a:lvl1pPr marL="0" marR="0" lvl="0" indent="0" algn="l" rtl="0">
              <a:spcBef>
                <a:spcPts val="0"/>
              </a:spcBef>
              <a:buNone/>
              <a:defRPr sz="1100" b="0" i="0" u="none" strike="noStrike" cap="none">
                <a:solidFill>
                  <a:srgbClr val="000000"/>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l" defTabSz="914400" rtl="0" eaLnBrk="0" fontAlgn="base" latinLnBrk="0" hangingPunct="0">
              <a:lnSpc>
                <a:spcPct val="100000"/>
              </a:lnSpc>
              <a:spcBef>
                <a:spcPts val="0"/>
              </a:spcBef>
              <a:spcAft>
                <a:spcPct val="0"/>
              </a:spcAft>
              <a:buClrTx/>
              <a:buSzTx/>
              <a:buFontTx/>
              <a:buNone/>
              <a:tabLst/>
              <a:defRPr/>
            </a:pPr>
            <a:endParaRPr kumimoji="0" sz="1100" b="0" i="0" u="none" strike="noStrike" kern="1200" cap="none" spc="0" normalizeH="0" baseline="0" noProof="0">
              <a:ln>
                <a:noFill/>
              </a:ln>
              <a:solidFill>
                <a:srgbClr val="000000"/>
              </a:solidFill>
              <a:effectLst/>
              <a:uLnTx/>
              <a:uFillTx/>
              <a:latin typeface="Arial"/>
              <a:cs typeface="Arial"/>
              <a:sym typeface="Arial"/>
            </a:endParaRPr>
          </a:p>
        </p:txBody>
      </p:sp>
      <p:sp>
        <p:nvSpPr>
          <p:cNvPr id="6" name="Shape 22"/>
          <p:cNvSpPr txBox="1">
            <a:spLocks noGrp="1"/>
          </p:cNvSpPr>
          <p:nvPr>
            <p:ph type="dt" idx="11"/>
          </p:nvPr>
        </p:nvSpPr>
        <p:spPr/>
        <p:txBody>
          <a:bodyPr/>
          <a:lstStyle>
            <a:lvl1pPr marL="0" marR="0" lvl="0" indent="0" algn="r" rtl="0">
              <a:spcBef>
                <a:spcPts val="0"/>
              </a:spcBef>
              <a:buNone/>
              <a:defRPr sz="900" b="0" i="0" u="none" strike="noStrike" cap="none">
                <a:solidFill>
                  <a:srgbClr val="FFFFFF"/>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0" fontAlgn="base" latinLnBrk="0" hangingPunct="0">
              <a:lnSpc>
                <a:spcPct val="100000"/>
              </a:lnSpc>
              <a:spcBef>
                <a:spcPts val="0"/>
              </a:spcBef>
              <a:spcAft>
                <a:spcPct val="0"/>
              </a:spcAft>
              <a:buClrTx/>
              <a:buSzTx/>
              <a:buFontTx/>
              <a:buNone/>
              <a:tabLst/>
              <a:defRPr/>
            </a:pPr>
            <a:endParaRPr kumimoji="0" sz="900" b="0" i="0" u="none" strike="noStrike" kern="1200" cap="none" spc="0" normalizeH="0" baseline="0" noProof="0">
              <a:ln>
                <a:noFill/>
              </a:ln>
              <a:solidFill>
                <a:srgbClr val="FFFFFF"/>
              </a:solidFill>
              <a:effectLst/>
              <a:uLnTx/>
              <a:uFillTx/>
              <a:latin typeface="Arial"/>
              <a:cs typeface="Arial"/>
              <a:sym typeface="Arial"/>
            </a:endParaRPr>
          </a:p>
        </p:txBody>
      </p:sp>
      <p:sp>
        <p:nvSpPr>
          <p:cNvPr id="7" name="Shape 23"/>
          <p:cNvSpPr txBox="1">
            <a:spLocks noGrp="1"/>
          </p:cNvSpPr>
          <p:nvPr>
            <p:ph type="sldNum" idx="12"/>
          </p:nvPr>
        </p:nvSpPr>
        <p:spPr/>
        <p:txBody>
          <a:bodyPr/>
          <a:lstStyle>
            <a:lvl1pPr>
              <a:defRPr/>
            </a:lvl1pPr>
          </a:lstStyle>
          <a:p>
            <a:pPr marL="0" marR="0" lvl="0" indent="0" algn="r" defTabSz="914400" rtl="0" eaLnBrk="0" fontAlgn="base" latinLnBrk="0" hangingPunct="0">
              <a:lnSpc>
                <a:spcPct val="100000"/>
              </a:lnSpc>
              <a:spcBef>
                <a:spcPts val="0"/>
              </a:spcBef>
              <a:spcAft>
                <a:spcPct val="0"/>
              </a:spcAft>
              <a:buClrTx/>
              <a:buSzPct val="25000"/>
              <a:buFontTx/>
              <a:buNone/>
              <a:tabLst/>
              <a:defRPr/>
            </a:pPr>
            <a:fld id="{BE14EDEC-0104-4E70-9686-A570F422F167}" type="slidenum">
              <a:rPr kumimoji="0" lang="en-US" sz="900" b="0" i="0" u="none" strike="noStrike" kern="1200" cap="none" spc="0" normalizeH="0" baseline="0" noProof="0">
                <a:ln>
                  <a:noFill/>
                </a:ln>
                <a:solidFill>
                  <a:srgbClr val="FFFFFF"/>
                </a:solidFill>
                <a:effectLst/>
                <a:uLnTx/>
                <a:uFillTx/>
                <a:latin typeface="Arial"/>
                <a:cs typeface="Arial"/>
                <a:sym typeface="Arial"/>
              </a:rPr>
              <a:pPr marL="0" marR="0" lvl="0" indent="0" algn="r" defTabSz="914400" rtl="0" eaLnBrk="0" fontAlgn="base" latinLnBrk="0" hangingPunct="0">
                <a:lnSpc>
                  <a:spcPct val="100000"/>
                </a:lnSpc>
                <a:spcBef>
                  <a:spcPts val="0"/>
                </a:spcBef>
                <a:spcAft>
                  <a:spcPct val="0"/>
                </a:spcAft>
                <a:buClrTx/>
                <a:buSzPct val="25000"/>
                <a:buFontTx/>
                <a:buNone/>
                <a:tabLst/>
                <a:defRPr/>
              </a:pPr>
              <a:t>‹#›</a:t>
            </a:fld>
            <a:endParaRPr kumimoji="0" lang="en-US" sz="900" b="0" i="0" u="none" strike="noStrike" kern="1200" cap="none" spc="0" normalizeH="0" baseline="0" noProof="0">
              <a:ln>
                <a:noFill/>
              </a:ln>
              <a:solidFill>
                <a:srgbClr val="FFFFFF"/>
              </a:solidFill>
              <a:effectLst/>
              <a:uLnTx/>
              <a:uFillTx/>
              <a:latin typeface="Arial"/>
              <a:cs typeface="Arial"/>
              <a:sym typeface="Arial"/>
            </a:endParaRPr>
          </a:p>
        </p:txBody>
      </p:sp>
    </p:spTree>
    <p:extLst>
      <p:ext uri="{BB962C8B-B14F-4D97-AF65-F5344CB8AC3E}">
        <p14:creationId xmlns:p14="http://schemas.microsoft.com/office/powerpoint/2010/main" val="13067643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Shape 24"/>
        <p:cNvGrpSpPr/>
        <p:nvPr/>
      </p:nvGrpSpPr>
      <p:grpSpPr>
        <a:xfrm>
          <a:off x="0" y="0"/>
          <a:ext cx="0" cy="0"/>
          <a:chOff x="0" y="0"/>
          <a:chExt cx="0" cy="0"/>
        </a:xfrm>
      </p:grpSpPr>
      <p:sp>
        <p:nvSpPr>
          <p:cNvPr id="25" name="Shape 25"/>
          <p:cNvSpPr txBox="1">
            <a:spLocks noGrp="1"/>
          </p:cNvSpPr>
          <p:nvPr>
            <p:ph type="title"/>
          </p:nvPr>
        </p:nvSpPr>
        <p:spPr>
          <a:xfrm>
            <a:off x="457200" y="215371"/>
            <a:ext cx="8229600" cy="1097279"/>
          </a:xfrm>
          <a:prstGeom prst="rect">
            <a:avLst/>
          </a:prstGeom>
          <a:noFill/>
          <a:ln>
            <a:noFill/>
          </a:ln>
        </p:spPr>
        <p:txBody>
          <a:bodyPr/>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26" name="Shape 26"/>
          <p:cNvSpPr txBox="1">
            <a:spLocks noGrp="1"/>
          </p:cNvSpPr>
          <p:nvPr>
            <p:ph type="body" idx="1"/>
          </p:nvPr>
        </p:nvSpPr>
        <p:spPr>
          <a:xfrm>
            <a:off x="457200" y="1600200"/>
            <a:ext cx="8229600" cy="4525963"/>
          </a:xfrm>
          <a:prstGeom prst="rect">
            <a:avLst/>
          </a:prstGeom>
          <a:noFill/>
          <a:ln>
            <a:noFill/>
          </a:ln>
        </p:spPr>
        <p:txBody>
          <a:bodyPr/>
          <a:lstStyle>
            <a:lvl1pPr marL="256032" marR="0" lvl="0" indent="-154432" algn="l" rtl="0">
              <a:spcBef>
                <a:spcPts val="1500"/>
              </a:spcBef>
              <a:buClr>
                <a:srgbClr val="007FA3"/>
              </a:buClr>
              <a:buSzPct val="100000"/>
              <a:buFont typeface="Arial"/>
              <a:buChar char="•"/>
              <a:defRPr sz="24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4" name="Shape 12"/>
          <p:cNvSpPr txBox="1">
            <a:spLocks noGrp="1"/>
          </p:cNvSpPr>
          <p:nvPr>
            <p:ph type="ftr" idx="12"/>
          </p:nvPr>
        </p:nvSpPr>
        <p:spPr>
          <a:ln/>
        </p:spPr>
        <p:txBody>
          <a:bodyPr/>
          <a:lstStyle>
            <a:lvl1pPr>
              <a:defRPr/>
            </a:lvl1pPr>
          </a:lstStyle>
          <a:p>
            <a:pPr marL="0" marR="0" lvl="0" indent="0" algn="l" defTabSz="914400" rtl="0" eaLnBrk="0" fontAlgn="base" latinLnBrk="0" hangingPunct="0">
              <a:lnSpc>
                <a:spcPct val="100000"/>
              </a:lnSpc>
              <a:spcBef>
                <a:spcPts val="0"/>
              </a:spcBef>
              <a:spcAft>
                <a:spcPct val="0"/>
              </a:spcAft>
              <a:buClrTx/>
              <a:buSzTx/>
              <a:buFontTx/>
              <a:buNone/>
              <a:tabLst/>
              <a:defRPr/>
            </a:pPr>
            <a:endParaRPr kumimoji="0" sz="1100" b="0" i="0" u="none" strike="noStrike" kern="1200" cap="none" spc="0" normalizeH="0" baseline="0" noProof="0">
              <a:ln>
                <a:noFill/>
              </a:ln>
              <a:solidFill>
                <a:srgbClr val="000000"/>
              </a:solidFill>
              <a:effectLst/>
              <a:uLnTx/>
              <a:uFillTx/>
              <a:latin typeface="Arial"/>
              <a:cs typeface="Arial"/>
              <a:sym typeface="Arial"/>
            </a:endParaRPr>
          </a:p>
        </p:txBody>
      </p:sp>
      <p:sp>
        <p:nvSpPr>
          <p:cNvPr id="5" name="Shape 13"/>
          <p:cNvSpPr txBox="1">
            <a:spLocks noGrp="1"/>
          </p:cNvSpPr>
          <p:nvPr>
            <p:ph type="dt" idx="13"/>
          </p:nvPr>
        </p:nvSpPr>
        <p:spPr>
          <a:ln/>
        </p:spPr>
        <p:txBody>
          <a:bodyPr/>
          <a:lstStyle>
            <a:lvl1pPr>
              <a:defRPr/>
            </a:lvl1pPr>
          </a:lstStyle>
          <a:p>
            <a:pPr marL="0" marR="0" lvl="0" indent="0" algn="r" defTabSz="914400" rtl="0" eaLnBrk="0" fontAlgn="base" latinLnBrk="0" hangingPunct="0">
              <a:lnSpc>
                <a:spcPct val="100000"/>
              </a:lnSpc>
              <a:spcBef>
                <a:spcPts val="0"/>
              </a:spcBef>
              <a:spcAft>
                <a:spcPct val="0"/>
              </a:spcAft>
              <a:buClrTx/>
              <a:buSzTx/>
              <a:buFontTx/>
              <a:buNone/>
              <a:tabLst/>
              <a:defRPr/>
            </a:pPr>
            <a:endParaRPr kumimoji="0" sz="900" b="0" i="0" u="none" strike="noStrike" kern="1200" cap="none" spc="0" normalizeH="0" baseline="0" noProof="0">
              <a:ln>
                <a:noFill/>
              </a:ln>
              <a:solidFill>
                <a:srgbClr val="FFFFFF"/>
              </a:solidFill>
              <a:effectLst/>
              <a:uLnTx/>
              <a:uFillTx/>
              <a:latin typeface="Arial"/>
              <a:cs typeface="Arial"/>
              <a:sym typeface="Arial"/>
            </a:endParaRPr>
          </a:p>
        </p:txBody>
      </p:sp>
      <p:sp>
        <p:nvSpPr>
          <p:cNvPr id="6" name="Shape 14"/>
          <p:cNvSpPr txBox="1">
            <a:spLocks noGrp="1"/>
          </p:cNvSpPr>
          <p:nvPr>
            <p:ph type="sldNum" idx="14"/>
          </p:nvPr>
        </p:nvSpPr>
        <p:spPr>
          <a:ln/>
        </p:spPr>
        <p:txBody>
          <a:bodyPr/>
          <a:lstStyle>
            <a:lvl1pPr>
              <a:defRPr/>
            </a:lvl1pPr>
          </a:lstStyle>
          <a:p>
            <a:pPr marL="0" marR="0" lvl="0" indent="0" algn="r" defTabSz="914400" rtl="0" eaLnBrk="0" fontAlgn="base" latinLnBrk="0" hangingPunct="0">
              <a:lnSpc>
                <a:spcPct val="100000"/>
              </a:lnSpc>
              <a:spcBef>
                <a:spcPts val="0"/>
              </a:spcBef>
              <a:spcAft>
                <a:spcPct val="0"/>
              </a:spcAft>
              <a:buClrTx/>
              <a:buSzPct val="25000"/>
              <a:buFontTx/>
              <a:buNone/>
              <a:tabLst/>
              <a:defRPr/>
            </a:pPr>
            <a:fld id="{F5A73AF7-22FE-4915-9687-D7E877768588}" type="slidenum">
              <a:rPr kumimoji="0" lang="en-US" sz="900" b="0" i="0" u="none" strike="noStrike" kern="1200" cap="none" spc="0" normalizeH="0" baseline="0" noProof="0">
                <a:ln>
                  <a:noFill/>
                </a:ln>
                <a:solidFill>
                  <a:srgbClr val="FFFFFF"/>
                </a:solidFill>
                <a:effectLst/>
                <a:uLnTx/>
                <a:uFillTx/>
                <a:latin typeface="Arial"/>
                <a:cs typeface="Arial"/>
                <a:sym typeface="Arial"/>
              </a:rPr>
              <a:pPr marL="0" marR="0" lvl="0" indent="0" algn="r" defTabSz="914400" rtl="0" eaLnBrk="0" fontAlgn="base" latinLnBrk="0" hangingPunct="0">
                <a:lnSpc>
                  <a:spcPct val="100000"/>
                </a:lnSpc>
                <a:spcBef>
                  <a:spcPts val="0"/>
                </a:spcBef>
                <a:spcAft>
                  <a:spcPct val="0"/>
                </a:spcAft>
                <a:buClrTx/>
                <a:buSzPct val="25000"/>
                <a:buFontTx/>
                <a:buNone/>
                <a:tabLst/>
                <a:defRPr/>
              </a:pPr>
              <a:t>‹#›</a:t>
            </a:fld>
            <a:endParaRPr kumimoji="0" lang="en-US" sz="900" b="0" i="0" u="none" strike="noStrike" kern="1200" cap="none" spc="0" normalizeH="0" baseline="0" noProof="0">
              <a:ln>
                <a:noFill/>
              </a:ln>
              <a:solidFill>
                <a:srgbClr val="FFFFFF"/>
              </a:solidFill>
              <a:effectLst/>
              <a:uLnTx/>
              <a:uFillTx/>
              <a:latin typeface="Arial"/>
              <a:cs typeface="Arial"/>
              <a:sym typeface="Arial"/>
            </a:endParaRPr>
          </a:p>
        </p:txBody>
      </p:sp>
    </p:spTree>
    <p:extLst>
      <p:ext uri="{BB962C8B-B14F-4D97-AF65-F5344CB8AC3E}">
        <p14:creationId xmlns:p14="http://schemas.microsoft.com/office/powerpoint/2010/main" val="1776651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hapter Opener">
    <p:spTree>
      <p:nvGrpSpPr>
        <p:cNvPr id="1" name="Shape 37"/>
        <p:cNvGrpSpPr/>
        <p:nvPr/>
      </p:nvGrpSpPr>
      <p:grpSpPr>
        <a:xfrm>
          <a:off x="0" y="0"/>
          <a:ext cx="0" cy="0"/>
          <a:chOff x="0" y="0"/>
          <a:chExt cx="0" cy="0"/>
        </a:xfrm>
      </p:grpSpPr>
      <p:sp>
        <p:nvSpPr>
          <p:cNvPr id="38" name="Shape 38"/>
          <p:cNvSpPr txBox="1">
            <a:spLocks noGrp="1"/>
          </p:cNvSpPr>
          <p:nvPr>
            <p:ph type="title"/>
          </p:nvPr>
        </p:nvSpPr>
        <p:spPr>
          <a:xfrm>
            <a:off x="457200" y="215371"/>
            <a:ext cx="8229600" cy="622828"/>
          </a:xfrm>
          <a:prstGeom prst="rect">
            <a:avLst/>
          </a:prstGeom>
          <a:noFill/>
          <a:ln>
            <a:noFill/>
          </a:ln>
        </p:spPr>
        <p:txBody>
          <a:bodyPr anchor="t"/>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39" name="Shape 39"/>
          <p:cNvSpPr txBox="1">
            <a:spLocks noGrp="1"/>
          </p:cNvSpPr>
          <p:nvPr>
            <p:ph type="body" idx="1"/>
          </p:nvPr>
        </p:nvSpPr>
        <p:spPr>
          <a:xfrm>
            <a:off x="457200" y="816429"/>
            <a:ext cx="8229600" cy="478970"/>
          </a:xfrm>
          <a:prstGeom prst="rect">
            <a:avLst/>
          </a:prstGeom>
          <a:noFill/>
          <a:ln>
            <a:noFill/>
          </a:ln>
        </p:spPr>
        <p:txBody>
          <a:bodyPr/>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40" name="Shape 40"/>
          <p:cNvSpPr txBox="1">
            <a:spLocks noGrp="1"/>
          </p:cNvSpPr>
          <p:nvPr>
            <p:ph type="body" idx="2"/>
          </p:nvPr>
        </p:nvSpPr>
        <p:spPr>
          <a:xfrm>
            <a:off x="5029200" y="1600200"/>
            <a:ext cx="3657600" cy="1600198"/>
          </a:xfrm>
          <a:prstGeom prst="rect">
            <a:avLst/>
          </a:prstGeom>
          <a:noFill/>
          <a:ln>
            <a:noFill/>
          </a:ln>
        </p:spPr>
        <p:txBody>
          <a:bodyPr anchor="b"/>
          <a:lstStyle>
            <a:lvl1pPr marL="0" marR="0" lvl="0" indent="0" algn="l" rtl="0">
              <a:spcBef>
                <a:spcPts val="0"/>
              </a:spcBef>
              <a:buClr>
                <a:srgbClr val="007FA3"/>
              </a:buClr>
              <a:buFont typeface="Arial"/>
              <a:buNone/>
              <a:defRPr sz="30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44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9pPr>
          </a:lstStyle>
          <a:p>
            <a:endParaRPr/>
          </a:p>
        </p:txBody>
      </p:sp>
      <p:sp>
        <p:nvSpPr>
          <p:cNvPr id="41" name="Shape 41"/>
          <p:cNvSpPr txBox="1">
            <a:spLocks noGrp="1"/>
          </p:cNvSpPr>
          <p:nvPr>
            <p:ph type="body" idx="3"/>
          </p:nvPr>
        </p:nvSpPr>
        <p:spPr>
          <a:xfrm>
            <a:off x="5029200" y="3200400"/>
            <a:ext cx="3657600" cy="2925763"/>
          </a:xfrm>
          <a:prstGeom prst="rect">
            <a:avLst/>
          </a:prstGeom>
          <a:noFill/>
          <a:ln>
            <a:noFill/>
          </a:ln>
        </p:spPr>
        <p:txBody>
          <a:bodyPr/>
          <a:lstStyle>
            <a:lvl1pPr marL="0" marR="0" lvl="0" indent="0" algn="l" rtl="0">
              <a:spcBef>
                <a:spcPts val="0"/>
              </a:spcBef>
              <a:buClr>
                <a:srgbClr val="007FA3"/>
              </a:buClr>
              <a:buFont typeface="Arial"/>
              <a:buNone/>
              <a:defRPr sz="2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a:p>
        </p:txBody>
      </p:sp>
      <p:sp>
        <p:nvSpPr>
          <p:cNvPr id="6" name="Shape 42"/>
          <p:cNvSpPr txBox="1">
            <a:spLocks noGrp="1"/>
          </p:cNvSpPr>
          <p:nvPr>
            <p:ph type="ftr" idx="10"/>
          </p:nvPr>
        </p:nvSpPr>
        <p:spPr>
          <a:xfrm>
            <a:off x="93663" y="6165850"/>
            <a:ext cx="8596312" cy="234950"/>
          </a:xfrm>
        </p:spPr>
        <p:txBody>
          <a:bodyPr/>
          <a:lstStyle>
            <a:lvl1pPr marL="0" marR="0" lvl="0" indent="0" algn="l" rtl="0">
              <a:spcBef>
                <a:spcPts val="0"/>
              </a:spcBef>
              <a:buNone/>
              <a:defRPr sz="1100" b="0" i="0" u="none" strike="noStrike" cap="none">
                <a:solidFill>
                  <a:srgbClr val="000000"/>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l" defTabSz="914400" rtl="0" eaLnBrk="0" fontAlgn="base" latinLnBrk="0" hangingPunct="0">
              <a:lnSpc>
                <a:spcPct val="100000"/>
              </a:lnSpc>
              <a:spcBef>
                <a:spcPts val="0"/>
              </a:spcBef>
              <a:spcAft>
                <a:spcPct val="0"/>
              </a:spcAft>
              <a:buClrTx/>
              <a:buSzTx/>
              <a:buFontTx/>
              <a:buNone/>
              <a:tabLst/>
              <a:defRPr/>
            </a:pPr>
            <a:endParaRPr kumimoji="0" sz="1100" b="0" i="0" u="none" strike="noStrike" kern="1200" cap="none" spc="0" normalizeH="0" baseline="0" noProof="0">
              <a:ln>
                <a:noFill/>
              </a:ln>
              <a:solidFill>
                <a:srgbClr val="000000"/>
              </a:solidFill>
              <a:effectLst/>
              <a:uLnTx/>
              <a:uFillTx/>
              <a:latin typeface="Arial"/>
              <a:cs typeface="Arial"/>
              <a:sym typeface="Arial"/>
            </a:endParaRPr>
          </a:p>
        </p:txBody>
      </p:sp>
      <p:sp>
        <p:nvSpPr>
          <p:cNvPr id="7" name="Shape 43"/>
          <p:cNvSpPr txBox="1">
            <a:spLocks noGrp="1"/>
          </p:cNvSpPr>
          <p:nvPr>
            <p:ph type="dt" idx="11"/>
          </p:nvPr>
        </p:nvSpPr>
        <p:spPr/>
        <p:txBody>
          <a:bodyPr/>
          <a:lstStyle>
            <a:lvl1pPr marL="0" marR="0" lvl="0" indent="0" algn="r" rtl="0">
              <a:spcBef>
                <a:spcPts val="0"/>
              </a:spcBef>
              <a:buNone/>
              <a:defRPr sz="900" b="0" i="0" u="none" strike="noStrike" cap="none">
                <a:solidFill>
                  <a:srgbClr val="FFFFFF"/>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0" fontAlgn="base" latinLnBrk="0" hangingPunct="0">
              <a:lnSpc>
                <a:spcPct val="100000"/>
              </a:lnSpc>
              <a:spcBef>
                <a:spcPts val="0"/>
              </a:spcBef>
              <a:spcAft>
                <a:spcPct val="0"/>
              </a:spcAft>
              <a:buClrTx/>
              <a:buSzTx/>
              <a:buFontTx/>
              <a:buNone/>
              <a:tabLst/>
              <a:defRPr/>
            </a:pPr>
            <a:endParaRPr kumimoji="0" sz="900" b="0" i="0" u="none" strike="noStrike" kern="1200" cap="none" spc="0" normalizeH="0" baseline="0" noProof="0">
              <a:ln>
                <a:noFill/>
              </a:ln>
              <a:solidFill>
                <a:srgbClr val="FFFFFF"/>
              </a:solidFill>
              <a:effectLst/>
              <a:uLnTx/>
              <a:uFillTx/>
              <a:latin typeface="Arial"/>
              <a:cs typeface="Arial"/>
              <a:sym typeface="Arial"/>
            </a:endParaRPr>
          </a:p>
        </p:txBody>
      </p:sp>
      <p:sp>
        <p:nvSpPr>
          <p:cNvPr id="8" name="Shape 44"/>
          <p:cNvSpPr txBox="1">
            <a:spLocks noGrp="1"/>
          </p:cNvSpPr>
          <p:nvPr>
            <p:ph type="sldNum" idx="12"/>
          </p:nvPr>
        </p:nvSpPr>
        <p:spPr/>
        <p:txBody>
          <a:bodyPr/>
          <a:lstStyle>
            <a:lvl1pPr>
              <a:defRPr/>
            </a:lvl1pPr>
          </a:lstStyle>
          <a:p>
            <a:pPr marL="0" marR="0" lvl="0" indent="0" algn="r" defTabSz="914400" rtl="0" eaLnBrk="0" fontAlgn="base" latinLnBrk="0" hangingPunct="0">
              <a:lnSpc>
                <a:spcPct val="100000"/>
              </a:lnSpc>
              <a:spcBef>
                <a:spcPts val="0"/>
              </a:spcBef>
              <a:spcAft>
                <a:spcPct val="0"/>
              </a:spcAft>
              <a:buClrTx/>
              <a:buSzPct val="25000"/>
              <a:buFontTx/>
              <a:buNone/>
              <a:tabLst/>
              <a:defRPr/>
            </a:pPr>
            <a:fld id="{33DA44F4-1B99-478F-9B55-2C5CC45829F7}" type="slidenum">
              <a:rPr kumimoji="0" lang="en-US" sz="900" b="0" i="0" u="none" strike="noStrike" kern="1200" cap="none" spc="0" normalizeH="0" baseline="0" noProof="0">
                <a:ln>
                  <a:noFill/>
                </a:ln>
                <a:solidFill>
                  <a:srgbClr val="FFFFFF"/>
                </a:solidFill>
                <a:effectLst/>
                <a:uLnTx/>
                <a:uFillTx/>
                <a:latin typeface="Arial"/>
                <a:cs typeface="Arial"/>
                <a:sym typeface="Arial"/>
              </a:rPr>
              <a:pPr marL="0" marR="0" lvl="0" indent="0" algn="r" defTabSz="914400" rtl="0" eaLnBrk="0" fontAlgn="base" latinLnBrk="0" hangingPunct="0">
                <a:lnSpc>
                  <a:spcPct val="100000"/>
                </a:lnSpc>
                <a:spcBef>
                  <a:spcPts val="0"/>
                </a:spcBef>
                <a:spcAft>
                  <a:spcPct val="0"/>
                </a:spcAft>
                <a:buClrTx/>
                <a:buSzPct val="25000"/>
                <a:buFontTx/>
                <a:buNone/>
                <a:tabLst/>
                <a:defRPr/>
              </a:pPr>
              <a:t>‹#›</a:t>
            </a:fld>
            <a:endParaRPr kumimoji="0" lang="en-US" sz="900" b="0" i="0" u="none" strike="noStrike" kern="1200" cap="none" spc="0" normalizeH="0" baseline="0" noProof="0">
              <a:ln>
                <a:noFill/>
              </a:ln>
              <a:solidFill>
                <a:srgbClr val="FFFFFF"/>
              </a:solidFill>
              <a:effectLst/>
              <a:uLnTx/>
              <a:uFillTx/>
              <a:latin typeface="Arial"/>
              <a:cs typeface="Arial"/>
              <a:sym typeface="Arial"/>
            </a:endParaRPr>
          </a:p>
        </p:txBody>
      </p:sp>
    </p:spTree>
    <p:extLst>
      <p:ext uri="{BB962C8B-B14F-4D97-AF65-F5344CB8AC3E}">
        <p14:creationId xmlns:p14="http://schemas.microsoft.com/office/powerpoint/2010/main" val="25430900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earning Objectives">
    <p:spTree>
      <p:nvGrpSpPr>
        <p:cNvPr id="1" name="Shape 47"/>
        <p:cNvGrpSpPr/>
        <p:nvPr/>
      </p:nvGrpSpPr>
      <p:grpSpPr>
        <a:xfrm>
          <a:off x="0" y="0"/>
          <a:ext cx="0" cy="0"/>
          <a:chOff x="0" y="0"/>
          <a:chExt cx="0" cy="0"/>
        </a:xfrm>
      </p:grpSpPr>
      <p:sp>
        <p:nvSpPr>
          <p:cNvPr id="48" name="Shape 48"/>
          <p:cNvSpPr txBox="1">
            <a:spLocks noGrp="1"/>
          </p:cNvSpPr>
          <p:nvPr>
            <p:ph type="title"/>
          </p:nvPr>
        </p:nvSpPr>
        <p:spPr>
          <a:xfrm>
            <a:off x="457200" y="215371"/>
            <a:ext cx="8229600" cy="1097279"/>
          </a:xfrm>
          <a:prstGeom prst="rect">
            <a:avLst/>
          </a:prstGeom>
          <a:noFill/>
          <a:ln>
            <a:noFill/>
          </a:ln>
        </p:spPr>
        <p:txBody>
          <a:bodyPr/>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49" name="Shape 49"/>
          <p:cNvSpPr txBox="1">
            <a:spLocks noGrp="1"/>
          </p:cNvSpPr>
          <p:nvPr>
            <p:ph type="body" idx="1"/>
          </p:nvPr>
        </p:nvSpPr>
        <p:spPr>
          <a:xfrm>
            <a:off x="457200" y="1600200"/>
            <a:ext cx="8229600" cy="4525963"/>
          </a:xfrm>
          <a:prstGeom prst="rect">
            <a:avLst/>
          </a:prstGeom>
          <a:noFill/>
          <a:ln>
            <a:noFill/>
          </a:ln>
        </p:spPr>
        <p:txBody>
          <a:bodyPr/>
          <a:lstStyle>
            <a:lvl1pPr marL="118871" marR="0" lvl="0" indent="-93471" algn="l" rtl="0">
              <a:spcBef>
                <a:spcPts val="1500"/>
              </a:spcBef>
              <a:buClr>
                <a:srgbClr val="007FA3"/>
              </a:buClr>
              <a:buSzPct val="25000"/>
              <a:buFont typeface="Arial"/>
              <a:buChar char="•"/>
              <a:defRPr sz="1600" b="0" i="0" u="none" strike="noStrike" cap="none">
                <a:solidFill>
                  <a:schemeClr val="dk1"/>
                </a:solidFill>
                <a:latin typeface="Arial"/>
                <a:ea typeface="Arial"/>
                <a:cs typeface="Arial"/>
                <a:sym typeface="Arial"/>
              </a:defRPr>
            </a:lvl1pPr>
            <a:lvl2pPr marL="569913" marR="0" lvl="1" indent="-188912"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4" name="Shape 12"/>
          <p:cNvSpPr txBox="1">
            <a:spLocks noGrp="1"/>
          </p:cNvSpPr>
          <p:nvPr>
            <p:ph type="ftr" idx="12"/>
          </p:nvPr>
        </p:nvSpPr>
        <p:spPr>
          <a:ln/>
        </p:spPr>
        <p:txBody>
          <a:bodyPr/>
          <a:lstStyle>
            <a:lvl1pPr>
              <a:defRPr/>
            </a:lvl1pPr>
          </a:lstStyle>
          <a:p>
            <a:pPr marL="0" marR="0" lvl="0" indent="0" algn="l" defTabSz="914400" rtl="0" eaLnBrk="0" fontAlgn="base" latinLnBrk="0" hangingPunct="0">
              <a:lnSpc>
                <a:spcPct val="100000"/>
              </a:lnSpc>
              <a:spcBef>
                <a:spcPts val="0"/>
              </a:spcBef>
              <a:spcAft>
                <a:spcPct val="0"/>
              </a:spcAft>
              <a:buClrTx/>
              <a:buSzTx/>
              <a:buFontTx/>
              <a:buNone/>
              <a:tabLst/>
              <a:defRPr/>
            </a:pPr>
            <a:endParaRPr kumimoji="0" sz="1100" b="0" i="0" u="none" strike="noStrike" kern="1200" cap="none" spc="0" normalizeH="0" baseline="0" noProof="0">
              <a:ln>
                <a:noFill/>
              </a:ln>
              <a:solidFill>
                <a:srgbClr val="000000"/>
              </a:solidFill>
              <a:effectLst/>
              <a:uLnTx/>
              <a:uFillTx/>
              <a:latin typeface="Arial"/>
              <a:cs typeface="Arial"/>
              <a:sym typeface="Arial"/>
            </a:endParaRPr>
          </a:p>
        </p:txBody>
      </p:sp>
      <p:sp>
        <p:nvSpPr>
          <p:cNvPr id="5" name="Shape 13"/>
          <p:cNvSpPr txBox="1">
            <a:spLocks noGrp="1"/>
          </p:cNvSpPr>
          <p:nvPr>
            <p:ph type="dt" idx="13"/>
          </p:nvPr>
        </p:nvSpPr>
        <p:spPr>
          <a:ln/>
        </p:spPr>
        <p:txBody>
          <a:bodyPr/>
          <a:lstStyle>
            <a:lvl1pPr>
              <a:defRPr/>
            </a:lvl1pPr>
          </a:lstStyle>
          <a:p>
            <a:pPr marL="0" marR="0" lvl="0" indent="0" algn="r" defTabSz="914400" rtl="0" eaLnBrk="0" fontAlgn="base" latinLnBrk="0" hangingPunct="0">
              <a:lnSpc>
                <a:spcPct val="100000"/>
              </a:lnSpc>
              <a:spcBef>
                <a:spcPts val="0"/>
              </a:spcBef>
              <a:spcAft>
                <a:spcPct val="0"/>
              </a:spcAft>
              <a:buClrTx/>
              <a:buSzTx/>
              <a:buFontTx/>
              <a:buNone/>
              <a:tabLst/>
              <a:defRPr/>
            </a:pPr>
            <a:endParaRPr kumimoji="0" sz="900" b="0" i="0" u="none" strike="noStrike" kern="1200" cap="none" spc="0" normalizeH="0" baseline="0" noProof="0">
              <a:ln>
                <a:noFill/>
              </a:ln>
              <a:solidFill>
                <a:srgbClr val="FFFFFF"/>
              </a:solidFill>
              <a:effectLst/>
              <a:uLnTx/>
              <a:uFillTx/>
              <a:latin typeface="Arial"/>
              <a:cs typeface="Arial"/>
              <a:sym typeface="Arial"/>
            </a:endParaRPr>
          </a:p>
        </p:txBody>
      </p:sp>
      <p:sp>
        <p:nvSpPr>
          <p:cNvPr id="6" name="Shape 14"/>
          <p:cNvSpPr txBox="1">
            <a:spLocks noGrp="1"/>
          </p:cNvSpPr>
          <p:nvPr>
            <p:ph type="sldNum" idx="14"/>
          </p:nvPr>
        </p:nvSpPr>
        <p:spPr>
          <a:ln/>
        </p:spPr>
        <p:txBody>
          <a:bodyPr/>
          <a:lstStyle>
            <a:lvl1pPr>
              <a:defRPr/>
            </a:lvl1pPr>
          </a:lstStyle>
          <a:p>
            <a:pPr marL="0" marR="0" lvl="0" indent="0" algn="r" defTabSz="914400" rtl="0" eaLnBrk="0" fontAlgn="base" latinLnBrk="0" hangingPunct="0">
              <a:lnSpc>
                <a:spcPct val="100000"/>
              </a:lnSpc>
              <a:spcBef>
                <a:spcPts val="0"/>
              </a:spcBef>
              <a:spcAft>
                <a:spcPct val="0"/>
              </a:spcAft>
              <a:buClrTx/>
              <a:buSzPct val="25000"/>
              <a:buFontTx/>
              <a:buNone/>
              <a:tabLst/>
              <a:defRPr/>
            </a:pPr>
            <a:fld id="{42E91456-BDEE-4569-92BC-96FB5C01DFEB}" type="slidenum">
              <a:rPr kumimoji="0" lang="en-US" sz="900" b="0" i="0" u="none" strike="noStrike" kern="1200" cap="none" spc="0" normalizeH="0" baseline="0" noProof="0">
                <a:ln>
                  <a:noFill/>
                </a:ln>
                <a:solidFill>
                  <a:srgbClr val="FFFFFF"/>
                </a:solidFill>
                <a:effectLst/>
                <a:uLnTx/>
                <a:uFillTx/>
                <a:latin typeface="Arial"/>
                <a:cs typeface="Arial"/>
                <a:sym typeface="Arial"/>
              </a:rPr>
              <a:pPr marL="0" marR="0" lvl="0" indent="0" algn="r" defTabSz="914400" rtl="0" eaLnBrk="0" fontAlgn="base" latinLnBrk="0" hangingPunct="0">
                <a:lnSpc>
                  <a:spcPct val="100000"/>
                </a:lnSpc>
                <a:spcBef>
                  <a:spcPts val="0"/>
                </a:spcBef>
                <a:spcAft>
                  <a:spcPct val="0"/>
                </a:spcAft>
                <a:buClrTx/>
                <a:buSzPct val="25000"/>
                <a:buFontTx/>
                <a:buNone/>
                <a:tabLst/>
                <a:defRPr/>
              </a:pPr>
              <a:t>‹#›</a:t>
            </a:fld>
            <a:endParaRPr kumimoji="0" lang="en-US" sz="900" b="0" i="0" u="none" strike="noStrike" kern="1200" cap="none" spc="0" normalizeH="0" baseline="0" noProof="0">
              <a:ln>
                <a:noFill/>
              </a:ln>
              <a:solidFill>
                <a:srgbClr val="FFFFFF"/>
              </a:solidFill>
              <a:effectLst/>
              <a:uLnTx/>
              <a:uFillTx/>
              <a:latin typeface="Arial"/>
              <a:cs typeface="Arial"/>
              <a:sym typeface="Arial"/>
            </a:endParaRPr>
          </a:p>
        </p:txBody>
      </p:sp>
    </p:spTree>
    <p:extLst>
      <p:ext uri="{BB962C8B-B14F-4D97-AF65-F5344CB8AC3E}">
        <p14:creationId xmlns:p14="http://schemas.microsoft.com/office/powerpoint/2010/main" val="2185843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Figure + Caption">
    <p:spTree>
      <p:nvGrpSpPr>
        <p:cNvPr id="1" name="Shape 53"/>
        <p:cNvGrpSpPr/>
        <p:nvPr/>
      </p:nvGrpSpPr>
      <p:grpSpPr>
        <a:xfrm>
          <a:off x="0" y="0"/>
          <a:ext cx="0" cy="0"/>
          <a:chOff x="0" y="0"/>
          <a:chExt cx="0" cy="0"/>
        </a:xfrm>
      </p:grpSpPr>
      <p:sp>
        <p:nvSpPr>
          <p:cNvPr id="54" name="Shape 54"/>
          <p:cNvSpPr txBox="1">
            <a:spLocks noGrp="1"/>
          </p:cNvSpPr>
          <p:nvPr>
            <p:ph type="title"/>
          </p:nvPr>
        </p:nvSpPr>
        <p:spPr>
          <a:xfrm>
            <a:off x="457200" y="228600"/>
            <a:ext cx="8229600" cy="1066799"/>
          </a:xfrm>
          <a:prstGeom prst="rect">
            <a:avLst/>
          </a:prstGeom>
          <a:noFill/>
          <a:ln>
            <a:noFill/>
          </a:ln>
        </p:spPr>
        <p:txBody>
          <a:bodyPr anchor="t"/>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55" name="Shape 55"/>
          <p:cNvSpPr txBox="1">
            <a:spLocks noGrp="1"/>
          </p:cNvSpPr>
          <p:nvPr>
            <p:ph type="body" idx="1"/>
          </p:nvPr>
        </p:nvSpPr>
        <p:spPr>
          <a:xfrm>
            <a:off x="457200" y="5368160"/>
            <a:ext cx="8229600" cy="916856"/>
          </a:xfrm>
          <a:prstGeom prst="rect">
            <a:avLst/>
          </a:prstGeom>
          <a:noFill/>
          <a:ln>
            <a:noFill/>
          </a:ln>
        </p:spPr>
        <p:txBody>
          <a:bodyPr anchor="b"/>
          <a:lstStyle>
            <a:lvl1pPr marL="0" marR="0" lvl="0" indent="0" algn="l" rtl="0">
              <a:spcBef>
                <a:spcPts val="0"/>
              </a:spcBef>
              <a:buClr>
                <a:srgbClr val="007FA3"/>
              </a:buClr>
              <a:buFont typeface="Arial"/>
              <a:buNone/>
              <a:defRPr sz="8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a:p>
        </p:txBody>
      </p:sp>
      <p:sp>
        <p:nvSpPr>
          <p:cNvPr id="4" name="Shape 56"/>
          <p:cNvSpPr txBox="1">
            <a:spLocks noGrp="1"/>
          </p:cNvSpPr>
          <p:nvPr>
            <p:ph type="ftr" idx="10"/>
          </p:nvPr>
        </p:nvSpPr>
        <p:spPr/>
        <p:txBody>
          <a:bodyPr/>
          <a:lstStyle>
            <a:lvl1pPr marL="0" marR="0" lvl="0" indent="0" algn="l" rtl="0">
              <a:spcBef>
                <a:spcPts val="0"/>
              </a:spcBef>
              <a:buNone/>
              <a:defRPr sz="1100" b="0" i="0" u="none" strike="noStrike" cap="none">
                <a:solidFill>
                  <a:srgbClr val="000000"/>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l" defTabSz="914400" rtl="0" eaLnBrk="0" fontAlgn="base" latinLnBrk="0" hangingPunct="0">
              <a:lnSpc>
                <a:spcPct val="100000"/>
              </a:lnSpc>
              <a:spcBef>
                <a:spcPts val="0"/>
              </a:spcBef>
              <a:spcAft>
                <a:spcPct val="0"/>
              </a:spcAft>
              <a:buClrTx/>
              <a:buSzTx/>
              <a:buFontTx/>
              <a:buNone/>
              <a:tabLst/>
              <a:defRPr/>
            </a:pPr>
            <a:endParaRPr kumimoji="0" sz="1100" b="0" i="0" u="none" strike="noStrike" kern="1200" cap="none" spc="0" normalizeH="0" baseline="0" noProof="0">
              <a:ln>
                <a:noFill/>
              </a:ln>
              <a:solidFill>
                <a:srgbClr val="000000"/>
              </a:solidFill>
              <a:effectLst/>
              <a:uLnTx/>
              <a:uFillTx/>
              <a:latin typeface="Arial"/>
              <a:cs typeface="Arial"/>
              <a:sym typeface="Arial"/>
            </a:endParaRPr>
          </a:p>
        </p:txBody>
      </p:sp>
      <p:sp>
        <p:nvSpPr>
          <p:cNvPr id="5" name="Shape 57"/>
          <p:cNvSpPr txBox="1">
            <a:spLocks noGrp="1"/>
          </p:cNvSpPr>
          <p:nvPr>
            <p:ph type="dt" idx="11"/>
          </p:nvPr>
        </p:nvSpPr>
        <p:spPr/>
        <p:txBody>
          <a:bodyPr/>
          <a:lstStyle>
            <a:lvl1pPr marL="0" marR="0" lvl="0" indent="0" algn="r" rtl="0">
              <a:spcBef>
                <a:spcPts val="0"/>
              </a:spcBef>
              <a:buNone/>
              <a:defRPr sz="900" b="0" i="0" u="none" strike="noStrike" cap="none">
                <a:solidFill>
                  <a:srgbClr val="000000"/>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0" fontAlgn="base" latinLnBrk="0" hangingPunct="0">
              <a:lnSpc>
                <a:spcPct val="100000"/>
              </a:lnSpc>
              <a:spcBef>
                <a:spcPts val="0"/>
              </a:spcBef>
              <a:spcAft>
                <a:spcPct val="0"/>
              </a:spcAft>
              <a:buClrTx/>
              <a:buSzTx/>
              <a:buFontTx/>
              <a:buNone/>
              <a:tabLst/>
              <a:defRPr/>
            </a:pPr>
            <a:endParaRPr kumimoji="0" sz="900" b="0" i="0" u="none" strike="noStrike" kern="1200" cap="none" spc="0" normalizeH="0" baseline="0" noProof="0">
              <a:ln>
                <a:noFill/>
              </a:ln>
              <a:solidFill>
                <a:srgbClr val="000000"/>
              </a:solidFill>
              <a:effectLst/>
              <a:uLnTx/>
              <a:uFillTx/>
              <a:latin typeface="Arial"/>
              <a:cs typeface="Arial"/>
              <a:sym typeface="Arial"/>
            </a:endParaRPr>
          </a:p>
        </p:txBody>
      </p:sp>
      <p:sp>
        <p:nvSpPr>
          <p:cNvPr id="6" name="Shape 58"/>
          <p:cNvSpPr txBox="1">
            <a:spLocks noGrp="1"/>
          </p:cNvSpPr>
          <p:nvPr>
            <p:ph type="sldNum" idx="12"/>
          </p:nvPr>
        </p:nvSpPr>
        <p:spPr/>
        <p:txBody>
          <a:bodyPr/>
          <a:lstStyle>
            <a:lvl1pPr>
              <a:defRPr>
                <a:solidFill>
                  <a:srgbClr val="000000"/>
                </a:solidFill>
              </a:defRPr>
            </a:lvl1pPr>
          </a:lstStyle>
          <a:p>
            <a:pPr marL="0" marR="0" lvl="0" indent="0" algn="r" defTabSz="914400" rtl="0" eaLnBrk="0" fontAlgn="base" latinLnBrk="0" hangingPunct="0">
              <a:lnSpc>
                <a:spcPct val="100000"/>
              </a:lnSpc>
              <a:spcBef>
                <a:spcPts val="0"/>
              </a:spcBef>
              <a:spcAft>
                <a:spcPct val="0"/>
              </a:spcAft>
              <a:buClrTx/>
              <a:buSzPct val="25000"/>
              <a:buFontTx/>
              <a:buNone/>
              <a:tabLst/>
              <a:defRPr/>
            </a:pPr>
            <a:fld id="{151861E3-90A7-42D4-9B7A-166EF1A614E7}" type="slidenum">
              <a:rPr kumimoji="0" lang="en-US" sz="900" b="0" i="0" u="none" strike="noStrike" kern="1200" cap="none" spc="0" normalizeH="0" baseline="0" noProof="0">
                <a:ln>
                  <a:noFill/>
                </a:ln>
                <a:solidFill>
                  <a:srgbClr val="000000"/>
                </a:solidFill>
                <a:effectLst/>
                <a:uLnTx/>
                <a:uFillTx/>
                <a:latin typeface="Arial"/>
                <a:cs typeface="Arial"/>
                <a:sym typeface="Arial"/>
              </a:rPr>
              <a:pPr marL="0" marR="0" lvl="0" indent="0" algn="r" defTabSz="914400" rtl="0" eaLnBrk="0" fontAlgn="base" latinLnBrk="0" hangingPunct="0">
                <a:lnSpc>
                  <a:spcPct val="100000"/>
                </a:lnSpc>
                <a:spcBef>
                  <a:spcPts val="0"/>
                </a:spcBef>
                <a:spcAft>
                  <a:spcPct val="0"/>
                </a:spcAft>
                <a:buClrTx/>
                <a:buSzPct val="25000"/>
                <a:buFontTx/>
                <a:buNone/>
                <a:tabLst/>
                <a:defRPr/>
              </a:pPr>
              <a:t>‹#›</a:t>
            </a:fld>
            <a:endParaRPr kumimoji="0" lang="en-US" sz="900" b="0" i="0" u="none" strike="noStrike" kern="120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10631437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 Learning Objectives and Content">
    <p:spTree>
      <p:nvGrpSpPr>
        <p:cNvPr id="1" name="Shape 61"/>
        <p:cNvGrpSpPr/>
        <p:nvPr/>
      </p:nvGrpSpPr>
      <p:grpSpPr>
        <a:xfrm>
          <a:off x="0" y="0"/>
          <a:ext cx="0" cy="0"/>
          <a:chOff x="0" y="0"/>
          <a:chExt cx="0" cy="0"/>
        </a:xfrm>
      </p:grpSpPr>
      <p:sp>
        <p:nvSpPr>
          <p:cNvPr id="62" name="Shape 62"/>
          <p:cNvSpPr txBox="1">
            <a:spLocks noGrp="1"/>
          </p:cNvSpPr>
          <p:nvPr>
            <p:ph type="title"/>
          </p:nvPr>
        </p:nvSpPr>
        <p:spPr>
          <a:xfrm>
            <a:off x="457200" y="215371"/>
            <a:ext cx="8229600" cy="622828"/>
          </a:xfrm>
          <a:prstGeom prst="rect">
            <a:avLst/>
          </a:prstGeom>
          <a:noFill/>
          <a:ln>
            <a:noFill/>
          </a:ln>
        </p:spPr>
        <p:txBody>
          <a:bodyPr anchor="t"/>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63" name="Shape 63"/>
          <p:cNvSpPr txBox="1">
            <a:spLocks noGrp="1"/>
          </p:cNvSpPr>
          <p:nvPr>
            <p:ph type="body" idx="1"/>
          </p:nvPr>
        </p:nvSpPr>
        <p:spPr>
          <a:xfrm>
            <a:off x="457200" y="816429"/>
            <a:ext cx="8229600" cy="402769"/>
          </a:xfrm>
          <a:prstGeom prst="rect">
            <a:avLst/>
          </a:prstGeom>
          <a:noFill/>
          <a:ln>
            <a:noFill/>
          </a:ln>
        </p:spPr>
        <p:txBody>
          <a:bodyPr/>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64" name="Shape 64"/>
          <p:cNvSpPr txBox="1">
            <a:spLocks noGrp="1"/>
          </p:cNvSpPr>
          <p:nvPr>
            <p:ph type="body" idx="2"/>
          </p:nvPr>
        </p:nvSpPr>
        <p:spPr>
          <a:xfrm>
            <a:off x="457200" y="1600200"/>
            <a:ext cx="8229600" cy="4525963"/>
          </a:xfrm>
          <a:prstGeom prst="rect">
            <a:avLst/>
          </a:prstGeom>
          <a:noFill/>
          <a:ln>
            <a:noFill/>
          </a:ln>
        </p:spPr>
        <p:txBody>
          <a:bodyPr/>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5" name="Shape 12"/>
          <p:cNvSpPr txBox="1">
            <a:spLocks noGrp="1"/>
          </p:cNvSpPr>
          <p:nvPr>
            <p:ph type="ftr" idx="12"/>
          </p:nvPr>
        </p:nvSpPr>
        <p:spPr>
          <a:ln/>
        </p:spPr>
        <p:txBody>
          <a:bodyPr/>
          <a:lstStyle>
            <a:lvl1pPr>
              <a:defRPr/>
            </a:lvl1pPr>
          </a:lstStyle>
          <a:p>
            <a:pPr marL="0" marR="0" lvl="0" indent="0" algn="l" defTabSz="914400" rtl="0" eaLnBrk="0" fontAlgn="base" latinLnBrk="0" hangingPunct="0">
              <a:lnSpc>
                <a:spcPct val="100000"/>
              </a:lnSpc>
              <a:spcBef>
                <a:spcPts val="0"/>
              </a:spcBef>
              <a:spcAft>
                <a:spcPct val="0"/>
              </a:spcAft>
              <a:buClrTx/>
              <a:buSzTx/>
              <a:buFontTx/>
              <a:buNone/>
              <a:tabLst/>
              <a:defRPr/>
            </a:pPr>
            <a:endParaRPr kumimoji="0" sz="1100" b="0" i="0" u="none" strike="noStrike" kern="1200" cap="none" spc="0" normalizeH="0" baseline="0" noProof="0">
              <a:ln>
                <a:noFill/>
              </a:ln>
              <a:solidFill>
                <a:srgbClr val="000000"/>
              </a:solidFill>
              <a:effectLst/>
              <a:uLnTx/>
              <a:uFillTx/>
              <a:latin typeface="Arial"/>
              <a:cs typeface="Arial"/>
              <a:sym typeface="Arial"/>
            </a:endParaRPr>
          </a:p>
        </p:txBody>
      </p:sp>
      <p:sp>
        <p:nvSpPr>
          <p:cNvPr id="6" name="Shape 13"/>
          <p:cNvSpPr txBox="1">
            <a:spLocks noGrp="1"/>
          </p:cNvSpPr>
          <p:nvPr>
            <p:ph type="dt" idx="13"/>
          </p:nvPr>
        </p:nvSpPr>
        <p:spPr>
          <a:ln/>
        </p:spPr>
        <p:txBody>
          <a:bodyPr/>
          <a:lstStyle>
            <a:lvl1pPr>
              <a:defRPr/>
            </a:lvl1pPr>
          </a:lstStyle>
          <a:p>
            <a:pPr marL="0" marR="0" lvl="0" indent="0" algn="r" defTabSz="914400" rtl="0" eaLnBrk="0" fontAlgn="base" latinLnBrk="0" hangingPunct="0">
              <a:lnSpc>
                <a:spcPct val="100000"/>
              </a:lnSpc>
              <a:spcBef>
                <a:spcPts val="0"/>
              </a:spcBef>
              <a:spcAft>
                <a:spcPct val="0"/>
              </a:spcAft>
              <a:buClrTx/>
              <a:buSzTx/>
              <a:buFontTx/>
              <a:buNone/>
              <a:tabLst/>
              <a:defRPr/>
            </a:pPr>
            <a:endParaRPr kumimoji="0" sz="900" b="0" i="0" u="none" strike="noStrike" kern="1200" cap="none" spc="0" normalizeH="0" baseline="0" noProof="0">
              <a:ln>
                <a:noFill/>
              </a:ln>
              <a:solidFill>
                <a:srgbClr val="FFFFFF"/>
              </a:solidFill>
              <a:effectLst/>
              <a:uLnTx/>
              <a:uFillTx/>
              <a:latin typeface="Arial"/>
              <a:cs typeface="Arial"/>
              <a:sym typeface="Arial"/>
            </a:endParaRPr>
          </a:p>
        </p:txBody>
      </p:sp>
      <p:sp>
        <p:nvSpPr>
          <p:cNvPr id="7" name="Shape 14"/>
          <p:cNvSpPr txBox="1">
            <a:spLocks noGrp="1"/>
          </p:cNvSpPr>
          <p:nvPr>
            <p:ph type="sldNum" idx="14"/>
          </p:nvPr>
        </p:nvSpPr>
        <p:spPr>
          <a:ln/>
        </p:spPr>
        <p:txBody>
          <a:bodyPr/>
          <a:lstStyle>
            <a:lvl1pPr>
              <a:defRPr/>
            </a:lvl1pPr>
          </a:lstStyle>
          <a:p>
            <a:pPr marL="0" marR="0" lvl="0" indent="0" algn="r" defTabSz="914400" rtl="0" eaLnBrk="0" fontAlgn="base" latinLnBrk="0" hangingPunct="0">
              <a:lnSpc>
                <a:spcPct val="100000"/>
              </a:lnSpc>
              <a:spcBef>
                <a:spcPts val="0"/>
              </a:spcBef>
              <a:spcAft>
                <a:spcPct val="0"/>
              </a:spcAft>
              <a:buClrTx/>
              <a:buSzPct val="25000"/>
              <a:buFontTx/>
              <a:buNone/>
              <a:tabLst/>
              <a:defRPr/>
            </a:pPr>
            <a:fld id="{846A8B40-492E-4426-BAAD-D80E9F063A91}" type="slidenum">
              <a:rPr kumimoji="0" lang="en-US" sz="900" b="0" i="0" u="none" strike="noStrike" kern="1200" cap="none" spc="0" normalizeH="0" baseline="0" noProof="0">
                <a:ln>
                  <a:noFill/>
                </a:ln>
                <a:solidFill>
                  <a:srgbClr val="FFFFFF"/>
                </a:solidFill>
                <a:effectLst/>
                <a:uLnTx/>
                <a:uFillTx/>
                <a:latin typeface="Arial"/>
                <a:cs typeface="Arial"/>
                <a:sym typeface="Arial"/>
              </a:rPr>
              <a:pPr marL="0" marR="0" lvl="0" indent="0" algn="r" defTabSz="914400" rtl="0" eaLnBrk="0" fontAlgn="base" latinLnBrk="0" hangingPunct="0">
                <a:lnSpc>
                  <a:spcPct val="100000"/>
                </a:lnSpc>
                <a:spcBef>
                  <a:spcPts val="0"/>
                </a:spcBef>
                <a:spcAft>
                  <a:spcPct val="0"/>
                </a:spcAft>
                <a:buClrTx/>
                <a:buSzPct val="25000"/>
                <a:buFontTx/>
                <a:buNone/>
                <a:tabLst/>
                <a:defRPr/>
              </a:pPr>
              <a:t>‹#›</a:t>
            </a:fld>
            <a:endParaRPr kumimoji="0" lang="en-US" sz="900" b="0" i="0" u="none" strike="noStrike" kern="1200" cap="none" spc="0" normalizeH="0" baseline="0" noProof="0">
              <a:ln>
                <a:noFill/>
              </a:ln>
              <a:solidFill>
                <a:srgbClr val="FFFFFF"/>
              </a:solidFill>
              <a:effectLst/>
              <a:uLnTx/>
              <a:uFillTx/>
              <a:latin typeface="Arial"/>
              <a:cs typeface="Arial"/>
              <a:sym typeface="Arial"/>
            </a:endParaRPr>
          </a:p>
        </p:txBody>
      </p:sp>
    </p:spTree>
    <p:extLst>
      <p:ext uri="{BB962C8B-B14F-4D97-AF65-F5344CB8AC3E}">
        <p14:creationId xmlns:p14="http://schemas.microsoft.com/office/powerpoint/2010/main" val="12912964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Shape 68"/>
        <p:cNvGrpSpPr/>
        <p:nvPr/>
      </p:nvGrpSpPr>
      <p:grpSpPr>
        <a:xfrm>
          <a:off x="0" y="0"/>
          <a:ext cx="0" cy="0"/>
          <a:chOff x="0" y="0"/>
          <a:chExt cx="0" cy="0"/>
        </a:xfrm>
      </p:grpSpPr>
      <p:sp>
        <p:nvSpPr>
          <p:cNvPr id="69" name="Shape 69"/>
          <p:cNvSpPr txBox="1">
            <a:spLocks noGrp="1"/>
          </p:cNvSpPr>
          <p:nvPr>
            <p:ph type="title"/>
          </p:nvPr>
        </p:nvSpPr>
        <p:spPr>
          <a:xfrm>
            <a:off x="685800" y="1447800"/>
            <a:ext cx="7772400" cy="2152651"/>
          </a:xfrm>
          <a:prstGeom prst="rect">
            <a:avLst/>
          </a:prstGeom>
          <a:noFill/>
          <a:ln>
            <a:noFill/>
          </a:ln>
        </p:spPr>
        <p:txBody>
          <a:bodyPr/>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70" name="Shape 70"/>
          <p:cNvSpPr txBox="1">
            <a:spLocks noGrp="1"/>
          </p:cNvSpPr>
          <p:nvPr>
            <p:ph type="body" idx="1"/>
          </p:nvPr>
        </p:nvSpPr>
        <p:spPr>
          <a:xfrm>
            <a:off x="674687" y="3962400"/>
            <a:ext cx="7794626" cy="1752600"/>
          </a:xfrm>
          <a:prstGeom prst="rect">
            <a:avLst/>
          </a:prstGeom>
          <a:noFill/>
          <a:ln>
            <a:noFill/>
          </a:ln>
        </p:spPr>
        <p:txBody>
          <a:bodyPr/>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a:p>
        </p:txBody>
      </p:sp>
      <p:sp>
        <p:nvSpPr>
          <p:cNvPr id="4" name="Shape 12"/>
          <p:cNvSpPr txBox="1">
            <a:spLocks noGrp="1"/>
          </p:cNvSpPr>
          <p:nvPr>
            <p:ph type="ftr" idx="12"/>
          </p:nvPr>
        </p:nvSpPr>
        <p:spPr>
          <a:ln/>
        </p:spPr>
        <p:txBody>
          <a:bodyPr/>
          <a:lstStyle>
            <a:lvl1pPr>
              <a:defRPr/>
            </a:lvl1pPr>
          </a:lstStyle>
          <a:p>
            <a:pPr marL="0" marR="0" lvl="0" indent="0" algn="l" defTabSz="914400" rtl="0" eaLnBrk="0" fontAlgn="base" latinLnBrk="0" hangingPunct="0">
              <a:lnSpc>
                <a:spcPct val="100000"/>
              </a:lnSpc>
              <a:spcBef>
                <a:spcPts val="0"/>
              </a:spcBef>
              <a:spcAft>
                <a:spcPct val="0"/>
              </a:spcAft>
              <a:buClrTx/>
              <a:buSzTx/>
              <a:buFontTx/>
              <a:buNone/>
              <a:tabLst/>
              <a:defRPr/>
            </a:pPr>
            <a:endParaRPr kumimoji="0" sz="1100" b="0" i="0" u="none" strike="noStrike" kern="1200" cap="none" spc="0" normalizeH="0" baseline="0" noProof="0">
              <a:ln>
                <a:noFill/>
              </a:ln>
              <a:solidFill>
                <a:srgbClr val="000000"/>
              </a:solidFill>
              <a:effectLst/>
              <a:uLnTx/>
              <a:uFillTx/>
              <a:latin typeface="Arial"/>
              <a:cs typeface="Arial"/>
              <a:sym typeface="Arial"/>
            </a:endParaRPr>
          </a:p>
        </p:txBody>
      </p:sp>
      <p:sp>
        <p:nvSpPr>
          <p:cNvPr id="5" name="Shape 13"/>
          <p:cNvSpPr txBox="1">
            <a:spLocks noGrp="1"/>
          </p:cNvSpPr>
          <p:nvPr>
            <p:ph type="dt" idx="13"/>
          </p:nvPr>
        </p:nvSpPr>
        <p:spPr>
          <a:ln/>
        </p:spPr>
        <p:txBody>
          <a:bodyPr/>
          <a:lstStyle>
            <a:lvl1pPr>
              <a:defRPr/>
            </a:lvl1pPr>
          </a:lstStyle>
          <a:p>
            <a:pPr marL="0" marR="0" lvl="0" indent="0" algn="r" defTabSz="914400" rtl="0" eaLnBrk="0" fontAlgn="base" latinLnBrk="0" hangingPunct="0">
              <a:lnSpc>
                <a:spcPct val="100000"/>
              </a:lnSpc>
              <a:spcBef>
                <a:spcPts val="0"/>
              </a:spcBef>
              <a:spcAft>
                <a:spcPct val="0"/>
              </a:spcAft>
              <a:buClrTx/>
              <a:buSzTx/>
              <a:buFontTx/>
              <a:buNone/>
              <a:tabLst/>
              <a:defRPr/>
            </a:pPr>
            <a:endParaRPr kumimoji="0" sz="900" b="0" i="0" u="none" strike="noStrike" kern="1200" cap="none" spc="0" normalizeH="0" baseline="0" noProof="0">
              <a:ln>
                <a:noFill/>
              </a:ln>
              <a:solidFill>
                <a:srgbClr val="FFFFFF"/>
              </a:solidFill>
              <a:effectLst/>
              <a:uLnTx/>
              <a:uFillTx/>
              <a:latin typeface="Arial"/>
              <a:cs typeface="Arial"/>
              <a:sym typeface="Arial"/>
            </a:endParaRPr>
          </a:p>
        </p:txBody>
      </p:sp>
      <p:sp>
        <p:nvSpPr>
          <p:cNvPr id="6" name="Shape 14"/>
          <p:cNvSpPr txBox="1">
            <a:spLocks noGrp="1"/>
          </p:cNvSpPr>
          <p:nvPr>
            <p:ph type="sldNum" idx="14"/>
          </p:nvPr>
        </p:nvSpPr>
        <p:spPr>
          <a:ln/>
        </p:spPr>
        <p:txBody>
          <a:bodyPr/>
          <a:lstStyle>
            <a:lvl1pPr>
              <a:defRPr/>
            </a:lvl1pPr>
          </a:lstStyle>
          <a:p>
            <a:pPr marL="0" marR="0" lvl="0" indent="0" algn="r" defTabSz="914400" rtl="0" eaLnBrk="0" fontAlgn="base" latinLnBrk="0" hangingPunct="0">
              <a:lnSpc>
                <a:spcPct val="100000"/>
              </a:lnSpc>
              <a:spcBef>
                <a:spcPts val="0"/>
              </a:spcBef>
              <a:spcAft>
                <a:spcPct val="0"/>
              </a:spcAft>
              <a:buClrTx/>
              <a:buSzPct val="25000"/>
              <a:buFontTx/>
              <a:buNone/>
              <a:tabLst/>
              <a:defRPr/>
            </a:pPr>
            <a:fld id="{FB951973-C68A-429F-AA58-4C1FE6BDA16A}" type="slidenum">
              <a:rPr kumimoji="0" lang="en-US" sz="900" b="0" i="0" u="none" strike="noStrike" kern="1200" cap="none" spc="0" normalizeH="0" baseline="0" noProof="0">
                <a:ln>
                  <a:noFill/>
                </a:ln>
                <a:solidFill>
                  <a:srgbClr val="FFFFFF"/>
                </a:solidFill>
                <a:effectLst/>
                <a:uLnTx/>
                <a:uFillTx/>
                <a:latin typeface="Arial"/>
                <a:cs typeface="Arial"/>
                <a:sym typeface="Arial"/>
              </a:rPr>
              <a:pPr marL="0" marR="0" lvl="0" indent="0" algn="r" defTabSz="914400" rtl="0" eaLnBrk="0" fontAlgn="base" latinLnBrk="0" hangingPunct="0">
                <a:lnSpc>
                  <a:spcPct val="100000"/>
                </a:lnSpc>
                <a:spcBef>
                  <a:spcPts val="0"/>
                </a:spcBef>
                <a:spcAft>
                  <a:spcPct val="0"/>
                </a:spcAft>
                <a:buClrTx/>
                <a:buSzPct val="25000"/>
                <a:buFontTx/>
                <a:buNone/>
                <a:tabLst/>
                <a:defRPr/>
              </a:pPr>
              <a:t>‹#›</a:t>
            </a:fld>
            <a:endParaRPr kumimoji="0" lang="en-US" sz="900" b="0" i="0" u="none" strike="noStrike" kern="1200" cap="none" spc="0" normalizeH="0" baseline="0" noProof="0">
              <a:ln>
                <a:noFill/>
              </a:ln>
              <a:solidFill>
                <a:srgbClr val="FFFFFF"/>
              </a:solidFill>
              <a:effectLst/>
              <a:uLnTx/>
              <a:uFillTx/>
              <a:latin typeface="Arial"/>
              <a:cs typeface="Arial"/>
              <a:sym typeface="Arial"/>
            </a:endParaRPr>
          </a:p>
        </p:txBody>
      </p:sp>
    </p:spTree>
    <p:extLst>
      <p:ext uri="{BB962C8B-B14F-4D97-AF65-F5344CB8AC3E}">
        <p14:creationId xmlns:p14="http://schemas.microsoft.com/office/powerpoint/2010/main" val="14431868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Shape 74"/>
        <p:cNvGrpSpPr/>
        <p:nvPr/>
      </p:nvGrpSpPr>
      <p:grpSpPr>
        <a:xfrm>
          <a:off x="0" y="0"/>
          <a:ext cx="0" cy="0"/>
          <a:chOff x="0" y="0"/>
          <a:chExt cx="0" cy="0"/>
        </a:xfrm>
      </p:grpSpPr>
      <p:sp>
        <p:nvSpPr>
          <p:cNvPr id="75" name="Shape 75"/>
          <p:cNvSpPr txBox="1">
            <a:spLocks noGrp="1"/>
          </p:cNvSpPr>
          <p:nvPr>
            <p:ph type="title"/>
          </p:nvPr>
        </p:nvSpPr>
        <p:spPr>
          <a:xfrm>
            <a:off x="457200" y="215371"/>
            <a:ext cx="8229600" cy="1097279"/>
          </a:xfrm>
          <a:prstGeom prst="rect">
            <a:avLst/>
          </a:prstGeom>
          <a:noFill/>
          <a:ln>
            <a:noFill/>
          </a:ln>
        </p:spPr>
        <p:txBody>
          <a:bodyPr/>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3" name="Shape 12"/>
          <p:cNvSpPr txBox="1">
            <a:spLocks noGrp="1"/>
          </p:cNvSpPr>
          <p:nvPr>
            <p:ph type="ftr" idx="12"/>
          </p:nvPr>
        </p:nvSpPr>
        <p:spPr>
          <a:ln/>
        </p:spPr>
        <p:txBody>
          <a:bodyPr/>
          <a:lstStyle>
            <a:lvl1pPr>
              <a:defRPr/>
            </a:lvl1pPr>
          </a:lstStyle>
          <a:p>
            <a:pPr marL="0" marR="0" lvl="0" indent="0" algn="l" defTabSz="914400" rtl="0" eaLnBrk="0" fontAlgn="base" latinLnBrk="0" hangingPunct="0">
              <a:lnSpc>
                <a:spcPct val="100000"/>
              </a:lnSpc>
              <a:spcBef>
                <a:spcPts val="0"/>
              </a:spcBef>
              <a:spcAft>
                <a:spcPct val="0"/>
              </a:spcAft>
              <a:buClrTx/>
              <a:buSzTx/>
              <a:buFontTx/>
              <a:buNone/>
              <a:tabLst/>
              <a:defRPr/>
            </a:pPr>
            <a:endParaRPr kumimoji="0" sz="1100" b="0" i="0" u="none" strike="noStrike" kern="1200" cap="none" spc="0" normalizeH="0" baseline="0" noProof="0">
              <a:ln>
                <a:noFill/>
              </a:ln>
              <a:solidFill>
                <a:srgbClr val="000000"/>
              </a:solidFill>
              <a:effectLst/>
              <a:uLnTx/>
              <a:uFillTx/>
              <a:latin typeface="Arial"/>
              <a:cs typeface="Arial"/>
              <a:sym typeface="Arial"/>
            </a:endParaRPr>
          </a:p>
        </p:txBody>
      </p:sp>
      <p:sp>
        <p:nvSpPr>
          <p:cNvPr id="4" name="Shape 13"/>
          <p:cNvSpPr txBox="1">
            <a:spLocks noGrp="1"/>
          </p:cNvSpPr>
          <p:nvPr>
            <p:ph type="dt" idx="13"/>
          </p:nvPr>
        </p:nvSpPr>
        <p:spPr>
          <a:ln/>
        </p:spPr>
        <p:txBody>
          <a:bodyPr/>
          <a:lstStyle>
            <a:lvl1pPr>
              <a:defRPr/>
            </a:lvl1pPr>
          </a:lstStyle>
          <a:p>
            <a:pPr marL="0" marR="0" lvl="0" indent="0" algn="r" defTabSz="914400" rtl="0" eaLnBrk="0" fontAlgn="base" latinLnBrk="0" hangingPunct="0">
              <a:lnSpc>
                <a:spcPct val="100000"/>
              </a:lnSpc>
              <a:spcBef>
                <a:spcPts val="0"/>
              </a:spcBef>
              <a:spcAft>
                <a:spcPct val="0"/>
              </a:spcAft>
              <a:buClrTx/>
              <a:buSzTx/>
              <a:buFontTx/>
              <a:buNone/>
              <a:tabLst/>
              <a:defRPr/>
            </a:pPr>
            <a:endParaRPr kumimoji="0" sz="900" b="0" i="0" u="none" strike="noStrike" kern="1200" cap="none" spc="0" normalizeH="0" baseline="0" noProof="0">
              <a:ln>
                <a:noFill/>
              </a:ln>
              <a:solidFill>
                <a:srgbClr val="FFFFFF"/>
              </a:solidFill>
              <a:effectLst/>
              <a:uLnTx/>
              <a:uFillTx/>
              <a:latin typeface="Arial"/>
              <a:cs typeface="Arial"/>
              <a:sym typeface="Arial"/>
            </a:endParaRPr>
          </a:p>
        </p:txBody>
      </p:sp>
      <p:sp>
        <p:nvSpPr>
          <p:cNvPr id="5" name="Shape 14"/>
          <p:cNvSpPr txBox="1">
            <a:spLocks noGrp="1"/>
          </p:cNvSpPr>
          <p:nvPr>
            <p:ph type="sldNum" idx="14"/>
          </p:nvPr>
        </p:nvSpPr>
        <p:spPr>
          <a:ln/>
        </p:spPr>
        <p:txBody>
          <a:bodyPr/>
          <a:lstStyle>
            <a:lvl1pPr>
              <a:defRPr/>
            </a:lvl1pPr>
          </a:lstStyle>
          <a:p>
            <a:pPr marL="0" marR="0" lvl="0" indent="0" algn="r" defTabSz="914400" rtl="0" eaLnBrk="0" fontAlgn="base" latinLnBrk="0" hangingPunct="0">
              <a:lnSpc>
                <a:spcPct val="100000"/>
              </a:lnSpc>
              <a:spcBef>
                <a:spcPts val="0"/>
              </a:spcBef>
              <a:spcAft>
                <a:spcPct val="0"/>
              </a:spcAft>
              <a:buClrTx/>
              <a:buSzPct val="25000"/>
              <a:buFontTx/>
              <a:buNone/>
              <a:tabLst/>
              <a:defRPr/>
            </a:pPr>
            <a:fld id="{D0F7696F-A32D-4889-8633-E1B7C5601BE7}" type="slidenum">
              <a:rPr kumimoji="0" lang="en-US" sz="900" b="0" i="0" u="none" strike="noStrike" kern="1200" cap="none" spc="0" normalizeH="0" baseline="0" noProof="0">
                <a:ln>
                  <a:noFill/>
                </a:ln>
                <a:solidFill>
                  <a:srgbClr val="FFFFFF"/>
                </a:solidFill>
                <a:effectLst/>
                <a:uLnTx/>
                <a:uFillTx/>
                <a:latin typeface="Arial"/>
                <a:cs typeface="Arial"/>
                <a:sym typeface="Arial"/>
              </a:rPr>
              <a:pPr marL="0" marR="0" lvl="0" indent="0" algn="r" defTabSz="914400" rtl="0" eaLnBrk="0" fontAlgn="base" latinLnBrk="0" hangingPunct="0">
                <a:lnSpc>
                  <a:spcPct val="100000"/>
                </a:lnSpc>
                <a:spcBef>
                  <a:spcPts val="0"/>
                </a:spcBef>
                <a:spcAft>
                  <a:spcPct val="0"/>
                </a:spcAft>
                <a:buClrTx/>
                <a:buSzPct val="25000"/>
                <a:buFontTx/>
                <a:buNone/>
                <a:tabLst/>
                <a:defRPr/>
              </a:pPr>
              <a:t>‹#›</a:t>
            </a:fld>
            <a:endParaRPr kumimoji="0" lang="en-US" sz="900" b="0" i="0" u="none" strike="noStrike" kern="1200" cap="none" spc="0" normalizeH="0" baseline="0" noProof="0">
              <a:ln>
                <a:noFill/>
              </a:ln>
              <a:solidFill>
                <a:srgbClr val="FFFFFF"/>
              </a:solidFill>
              <a:effectLst/>
              <a:uLnTx/>
              <a:uFillTx/>
              <a:latin typeface="Arial"/>
              <a:cs typeface="Arial"/>
              <a:sym typeface="Arial"/>
            </a:endParaRPr>
          </a:p>
        </p:txBody>
      </p:sp>
    </p:spTree>
    <p:extLst>
      <p:ext uri="{BB962C8B-B14F-4D97-AF65-F5344CB8AC3E}">
        <p14:creationId xmlns:p14="http://schemas.microsoft.com/office/powerpoint/2010/main" val="4891625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Blank">
    <p:spTree>
      <p:nvGrpSpPr>
        <p:cNvPr id="1" name="Shape 79"/>
        <p:cNvGrpSpPr/>
        <p:nvPr/>
      </p:nvGrpSpPr>
      <p:grpSpPr>
        <a:xfrm>
          <a:off x="0" y="0"/>
          <a:ext cx="0" cy="0"/>
          <a:chOff x="0" y="0"/>
          <a:chExt cx="0" cy="0"/>
        </a:xfrm>
      </p:grpSpPr>
      <p:sp>
        <p:nvSpPr>
          <p:cNvPr id="2" name="Shape 80"/>
          <p:cNvSpPr txBox="1">
            <a:spLocks noGrp="1"/>
          </p:cNvSpPr>
          <p:nvPr>
            <p:ph type="ftr" idx="10"/>
          </p:nvPr>
        </p:nvSpPr>
        <p:spPr/>
        <p:txBody>
          <a:bodyPr/>
          <a:lstStyle>
            <a:lvl1pPr marL="0" marR="0" lvl="0" indent="0" algn="l" rtl="0">
              <a:spcBef>
                <a:spcPts val="0"/>
              </a:spcBef>
              <a:buNone/>
              <a:defRPr sz="1100" b="0" i="0" u="none" strike="noStrike" cap="none">
                <a:solidFill>
                  <a:srgbClr val="000000"/>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l" defTabSz="914400" rtl="0" eaLnBrk="0" fontAlgn="base" latinLnBrk="0" hangingPunct="0">
              <a:lnSpc>
                <a:spcPct val="100000"/>
              </a:lnSpc>
              <a:spcBef>
                <a:spcPts val="0"/>
              </a:spcBef>
              <a:spcAft>
                <a:spcPct val="0"/>
              </a:spcAft>
              <a:buClrTx/>
              <a:buSzTx/>
              <a:buFontTx/>
              <a:buNone/>
              <a:tabLst/>
              <a:defRPr/>
            </a:pPr>
            <a:endParaRPr kumimoji="0" sz="1100" b="0" i="0" u="none" strike="noStrike" kern="1200" cap="none" spc="0" normalizeH="0" baseline="0" noProof="0">
              <a:ln>
                <a:noFill/>
              </a:ln>
              <a:solidFill>
                <a:srgbClr val="000000"/>
              </a:solidFill>
              <a:effectLst/>
              <a:uLnTx/>
              <a:uFillTx/>
              <a:latin typeface="Arial"/>
              <a:cs typeface="Arial"/>
              <a:sym typeface="Arial"/>
            </a:endParaRPr>
          </a:p>
        </p:txBody>
      </p:sp>
      <p:sp>
        <p:nvSpPr>
          <p:cNvPr id="3" name="Shape 81"/>
          <p:cNvSpPr txBox="1">
            <a:spLocks noGrp="1"/>
          </p:cNvSpPr>
          <p:nvPr>
            <p:ph type="dt" idx="11"/>
          </p:nvPr>
        </p:nvSpPr>
        <p:spPr/>
        <p:txBody>
          <a:bodyPr/>
          <a:lstStyle>
            <a:lvl1pPr marL="0" marR="0" lvl="0" indent="0" algn="r" rtl="0">
              <a:spcBef>
                <a:spcPts val="0"/>
              </a:spcBef>
              <a:buNone/>
              <a:defRPr sz="900" b="0" i="0" u="none" strike="noStrike" cap="none">
                <a:solidFill>
                  <a:srgbClr val="000000"/>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0" fontAlgn="base" latinLnBrk="0" hangingPunct="0">
              <a:lnSpc>
                <a:spcPct val="100000"/>
              </a:lnSpc>
              <a:spcBef>
                <a:spcPts val="0"/>
              </a:spcBef>
              <a:spcAft>
                <a:spcPct val="0"/>
              </a:spcAft>
              <a:buClrTx/>
              <a:buSzTx/>
              <a:buFontTx/>
              <a:buNone/>
              <a:tabLst/>
              <a:defRPr/>
            </a:pPr>
            <a:endParaRPr kumimoji="0" sz="900" b="0" i="0" u="none" strike="noStrike" kern="1200" cap="none" spc="0" normalizeH="0" baseline="0" noProof="0">
              <a:ln>
                <a:noFill/>
              </a:ln>
              <a:solidFill>
                <a:srgbClr val="000000"/>
              </a:solidFill>
              <a:effectLst/>
              <a:uLnTx/>
              <a:uFillTx/>
              <a:latin typeface="Arial"/>
              <a:cs typeface="Arial"/>
              <a:sym typeface="Arial"/>
            </a:endParaRPr>
          </a:p>
        </p:txBody>
      </p:sp>
      <p:sp>
        <p:nvSpPr>
          <p:cNvPr id="4" name="Shape 82"/>
          <p:cNvSpPr txBox="1">
            <a:spLocks noGrp="1"/>
          </p:cNvSpPr>
          <p:nvPr>
            <p:ph type="sldNum" idx="12"/>
          </p:nvPr>
        </p:nvSpPr>
        <p:spPr/>
        <p:txBody>
          <a:bodyPr/>
          <a:lstStyle>
            <a:lvl1pPr>
              <a:defRPr>
                <a:solidFill>
                  <a:srgbClr val="000000"/>
                </a:solidFill>
              </a:defRPr>
            </a:lvl1pPr>
          </a:lstStyle>
          <a:p>
            <a:pPr marL="0" marR="0" lvl="0" indent="0" algn="r" defTabSz="914400" rtl="0" eaLnBrk="0" fontAlgn="base" latinLnBrk="0" hangingPunct="0">
              <a:lnSpc>
                <a:spcPct val="100000"/>
              </a:lnSpc>
              <a:spcBef>
                <a:spcPts val="0"/>
              </a:spcBef>
              <a:spcAft>
                <a:spcPct val="0"/>
              </a:spcAft>
              <a:buClrTx/>
              <a:buSzPct val="25000"/>
              <a:buFontTx/>
              <a:buNone/>
              <a:tabLst/>
              <a:defRPr/>
            </a:pPr>
            <a:fld id="{7EEADC32-B7CB-4469-A186-251F1CAA23B8}" type="slidenum">
              <a:rPr kumimoji="0" lang="en-US" sz="900" b="0" i="0" u="none" strike="noStrike" kern="1200" cap="none" spc="0" normalizeH="0" baseline="0" noProof="0">
                <a:ln>
                  <a:noFill/>
                </a:ln>
                <a:solidFill>
                  <a:srgbClr val="000000"/>
                </a:solidFill>
                <a:effectLst/>
                <a:uLnTx/>
                <a:uFillTx/>
                <a:latin typeface="Arial"/>
                <a:cs typeface="Arial"/>
                <a:sym typeface="Arial"/>
              </a:rPr>
              <a:pPr marL="0" marR="0" lvl="0" indent="0" algn="r" defTabSz="914400" rtl="0" eaLnBrk="0" fontAlgn="base" latinLnBrk="0" hangingPunct="0">
                <a:lnSpc>
                  <a:spcPct val="100000"/>
                </a:lnSpc>
                <a:spcBef>
                  <a:spcPts val="0"/>
                </a:spcBef>
                <a:spcAft>
                  <a:spcPct val="0"/>
                </a:spcAft>
                <a:buClrTx/>
                <a:buSzPct val="25000"/>
                <a:buFontTx/>
                <a:buNone/>
                <a:tabLst/>
                <a:defRPr/>
              </a:pPr>
              <a:t>‹#›</a:t>
            </a:fld>
            <a:endParaRPr kumimoji="0" lang="en-US" sz="900" b="0" i="0" u="none" strike="noStrike" kern="120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34255445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4" name="Shape 10"/>
          <p:cNvSpPr txBox="1">
            <a:spLocks noGrp="1"/>
          </p:cNvSpPr>
          <p:nvPr>
            <p:ph type="title"/>
          </p:nvPr>
        </p:nvSpPr>
        <p:spPr bwMode="auto">
          <a:xfrm>
            <a:off x="457200" y="215900"/>
            <a:ext cx="8229600" cy="1096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91425" rIns="91425" bIns="91425" numCol="1" anchor="b" anchorCtr="0" compatLnSpc="1">
            <a:prstTxWarp prst="textNoShape">
              <a:avLst/>
            </a:prstTxWarp>
          </a:bodyPr>
          <a:lstStyle/>
          <a:p>
            <a:pPr lvl="0"/>
            <a:endParaRPr lang="en-US" altLang="en-US">
              <a:sym typeface="Arial" panose="020B0604020202020204" pitchFamily="34" charset="0"/>
            </a:endParaRPr>
          </a:p>
        </p:txBody>
      </p:sp>
      <p:sp>
        <p:nvSpPr>
          <p:cNvPr id="3075" name="Shape 11"/>
          <p:cNvSpPr txBox="1">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91425" rIns="91425" bIns="91425" numCol="1" anchor="t" anchorCtr="0" compatLnSpc="1">
            <a:prstTxWarp prst="textNoShape">
              <a:avLst/>
            </a:prstTxWarp>
          </a:bodyPr>
          <a:lstStyle/>
          <a:p>
            <a:pPr lvl="0"/>
            <a:endParaRPr lang="en-US" altLang="en-US">
              <a:sym typeface="Arial" panose="020B0604020202020204" pitchFamily="34" charset="0"/>
            </a:endParaRPr>
          </a:p>
        </p:txBody>
      </p:sp>
      <p:sp>
        <p:nvSpPr>
          <p:cNvPr id="12" name="Shape 12"/>
          <p:cNvSpPr txBox="1">
            <a:spLocks noGrp="1"/>
          </p:cNvSpPr>
          <p:nvPr>
            <p:ph type="ftr" idx="11"/>
          </p:nvPr>
        </p:nvSpPr>
        <p:spPr>
          <a:xfrm>
            <a:off x="93663" y="6172200"/>
            <a:ext cx="8596312" cy="234950"/>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rgbClr val="000000"/>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l" defTabSz="914400" rtl="0" eaLnBrk="0" fontAlgn="base" latinLnBrk="0" hangingPunct="0">
              <a:lnSpc>
                <a:spcPct val="100000"/>
              </a:lnSpc>
              <a:spcBef>
                <a:spcPts val="0"/>
              </a:spcBef>
              <a:spcAft>
                <a:spcPct val="0"/>
              </a:spcAft>
              <a:buClrTx/>
              <a:buSzTx/>
              <a:buFontTx/>
              <a:buNone/>
              <a:tabLst/>
              <a:defRPr/>
            </a:pPr>
            <a:endParaRPr kumimoji="0" sz="1100" b="0" i="0" u="none" strike="noStrike" kern="1200" cap="none" spc="0" normalizeH="0" baseline="0" noProof="0">
              <a:ln>
                <a:noFill/>
              </a:ln>
              <a:solidFill>
                <a:srgbClr val="000000"/>
              </a:solidFill>
              <a:effectLst/>
              <a:uLnTx/>
              <a:uFillTx/>
              <a:latin typeface="Arial"/>
              <a:cs typeface="Arial"/>
              <a:sym typeface="Arial"/>
            </a:endParaRPr>
          </a:p>
        </p:txBody>
      </p:sp>
      <p:sp>
        <p:nvSpPr>
          <p:cNvPr id="13" name="Shape 13"/>
          <p:cNvSpPr txBox="1">
            <a:spLocks noGrp="1"/>
          </p:cNvSpPr>
          <p:nvPr>
            <p:ph type="dt" idx="10"/>
          </p:nvPr>
        </p:nvSpPr>
        <p:spPr>
          <a:xfrm>
            <a:off x="6335713" y="112713"/>
            <a:ext cx="2133600" cy="182562"/>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rgbClr val="FFFFFF"/>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0" fontAlgn="base" latinLnBrk="0" hangingPunct="0">
              <a:lnSpc>
                <a:spcPct val="100000"/>
              </a:lnSpc>
              <a:spcBef>
                <a:spcPts val="0"/>
              </a:spcBef>
              <a:spcAft>
                <a:spcPct val="0"/>
              </a:spcAft>
              <a:buClrTx/>
              <a:buSzTx/>
              <a:buFontTx/>
              <a:buNone/>
              <a:tabLst/>
              <a:defRPr/>
            </a:pPr>
            <a:endParaRPr kumimoji="0" sz="900" b="0" i="0" u="none" strike="noStrike" kern="1200" cap="none" spc="0" normalizeH="0" baseline="0" noProof="0">
              <a:ln>
                <a:noFill/>
              </a:ln>
              <a:solidFill>
                <a:srgbClr val="FFFFFF"/>
              </a:solidFill>
              <a:effectLst/>
              <a:uLnTx/>
              <a:uFillTx/>
              <a:latin typeface="Arial"/>
              <a:cs typeface="Arial"/>
              <a:sym typeface="Arial"/>
            </a:endParaRPr>
          </a:p>
        </p:txBody>
      </p:sp>
      <p:sp>
        <p:nvSpPr>
          <p:cNvPr id="14" name="Shape 14"/>
          <p:cNvSpPr txBox="1">
            <a:spLocks noGrp="1"/>
          </p:cNvSpPr>
          <p:nvPr>
            <p:ph type="sldNum" idx="12"/>
          </p:nvPr>
        </p:nvSpPr>
        <p:spPr>
          <a:xfrm>
            <a:off x="8469313" y="112713"/>
            <a:ext cx="552450" cy="182562"/>
          </a:xfrm>
          <a:prstGeom prst="rect">
            <a:avLst/>
          </a:prstGeom>
          <a:noFill/>
          <a:ln>
            <a:noFill/>
          </a:ln>
        </p:spPr>
        <p:txBody>
          <a:bodyPr lIns="91425" tIns="45700" rIns="91425" bIns="45700" anchor="ctr" anchorCtr="0">
            <a:noAutofit/>
          </a:bodyPr>
          <a:lstStyle>
            <a:lvl1pPr algn="r">
              <a:spcBef>
                <a:spcPts val="0"/>
              </a:spcBef>
              <a:buSzPct val="25000"/>
              <a:defRPr sz="900">
                <a:solidFill>
                  <a:srgbClr val="FFFFFF"/>
                </a:solidFill>
                <a:latin typeface="Arial"/>
                <a:ea typeface="Arial"/>
                <a:cs typeface="Arial"/>
                <a:sym typeface="Arial"/>
              </a:defRPr>
            </a:lvl1pPr>
          </a:lstStyle>
          <a:p>
            <a:pPr marL="0" marR="0" lvl="0" indent="0" algn="r" defTabSz="914400" rtl="0" eaLnBrk="0" fontAlgn="base" latinLnBrk="0" hangingPunct="0">
              <a:lnSpc>
                <a:spcPct val="100000"/>
              </a:lnSpc>
              <a:spcBef>
                <a:spcPts val="0"/>
              </a:spcBef>
              <a:spcAft>
                <a:spcPct val="0"/>
              </a:spcAft>
              <a:buClrTx/>
              <a:buSzPct val="25000"/>
              <a:buFontTx/>
              <a:buNone/>
              <a:tabLst/>
              <a:defRPr/>
            </a:pPr>
            <a:fld id="{0B369858-E052-47C5-B392-6B9F20183AE0}" type="slidenum">
              <a:rPr kumimoji="0" lang="en-US" sz="900" b="0" i="0" u="none" strike="noStrike" kern="1200" cap="none" spc="0" normalizeH="0" baseline="0" noProof="0">
                <a:ln>
                  <a:noFill/>
                </a:ln>
                <a:solidFill>
                  <a:srgbClr val="FFFFFF"/>
                </a:solidFill>
                <a:effectLst/>
                <a:uLnTx/>
                <a:uFillTx/>
                <a:latin typeface="Arial"/>
                <a:cs typeface="Arial"/>
                <a:sym typeface="Arial"/>
              </a:rPr>
              <a:pPr marL="0" marR="0" lvl="0" indent="0" algn="r" defTabSz="914400" rtl="0" eaLnBrk="0" fontAlgn="base" latinLnBrk="0" hangingPunct="0">
                <a:lnSpc>
                  <a:spcPct val="100000"/>
                </a:lnSpc>
                <a:spcBef>
                  <a:spcPts val="0"/>
                </a:spcBef>
                <a:spcAft>
                  <a:spcPct val="0"/>
                </a:spcAft>
                <a:buClrTx/>
                <a:buSzPct val="25000"/>
                <a:buFontTx/>
                <a:buNone/>
                <a:tabLst/>
                <a:defRPr/>
              </a:pPr>
              <a:t>‹#›</a:t>
            </a:fld>
            <a:endParaRPr kumimoji="0" lang="en-US" sz="900" b="0" i="0" u="none" strike="noStrike" kern="1200" cap="none" spc="0" normalizeH="0" baseline="0" noProof="0">
              <a:ln>
                <a:noFill/>
              </a:ln>
              <a:solidFill>
                <a:srgbClr val="FFFFFF"/>
              </a:solidFill>
              <a:effectLst/>
              <a:uLnTx/>
              <a:uFillTx/>
              <a:latin typeface="Arial"/>
              <a:cs typeface="Arial"/>
              <a:sym typeface="Arial"/>
            </a:endParaRPr>
          </a:p>
        </p:txBody>
      </p:sp>
      <p:pic>
        <p:nvPicPr>
          <p:cNvPr id="3079" name="Shape 15" descr="Pearson Logo"/>
          <p:cNvPicPr preferRelativeResize="0">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44500" y="6429375"/>
            <a:ext cx="917575" cy="280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Shape 16"/>
          <p:cNvSpPr txBox="1">
            <a:spLocks noChangeArrowheads="1"/>
          </p:cNvSpPr>
          <p:nvPr userDrawn="1"/>
        </p:nvSpPr>
        <p:spPr bwMode="auto">
          <a:xfrm>
            <a:off x="1600200" y="6429375"/>
            <a:ext cx="7162800" cy="20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lstStyle>
            <a:lvl1pPr>
              <a:defRPr sz="2800">
                <a:solidFill>
                  <a:schemeClr val="tx1"/>
                </a:solidFill>
                <a:latin typeface="Times New Roman" panose="02020603050405020304" pitchFamily="18" charset="0"/>
                <a:ea typeface="ヒラギノ角ゴ Pro W3" pitchFamily="1" charset="-128"/>
              </a:defRPr>
            </a:lvl1pPr>
            <a:lvl2pPr marL="742950" indent="-285750">
              <a:defRPr sz="2800">
                <a:solidFill>
                  <a:schemeClr val="tx1"/>
                </a:solidFill>
                <a:latin typeface="Times New Roman" panose="02020603050405020304" pitchFamily="18" charset="0"/>
                <a:ea typeface="ヒラギノ角ゴ Pro W3" pitchFamily="1" charset="-128"/>
              </a:defRPr>
            </a:lvl2pPr>
            <a:lvl3pPr marL="1143000" indent="-228600">
              <a:defRPr sz="2800">
                <a:solidFill>
                  <a:schemeClr val="tx1"/>
                </a:solidFill>
                <a:latin typeface="Times New Roman" panose="02020603050405020304" pitchFamily="18" charset="0"/>
                <a:ea typeface="ヒラギノ角ゴ Pro W3" pitchFamily="1" charset="-128"/>
              </a:defRPr>
            </a:lvl3pPr>
            <a:lvl4pPr marL="1600200" indent="-228600">
              <a:defRPr sz="2800">
                <a:solidFill>
                  <a:schemeClr val="tx1"/>
                </a:solidFill>
                <a:latin typeface="Times New Roman" panose="02020603050405020304" pitchFamily="18" charset="0"/>
                <a:ea typeface="ヒラギノ角ゴ Pro W3" pitchFamily="1" charset="-128"/>
              </a:defRPr>
            </a:lvl4pPr>
            <a:lvl5pPr marL="2057400" indent="-228600">
              <a:defRPr sz="2800">
                <a:solidFill>
                  <a:schemeClr val="tx1"/>
                </a:solidFill>
                <a:latin typeface="Times New Roman" panose="02020603050405020304" pitchFamily="18" charset="0"/>
                <a:ea typeface="ヒラギノ角ゴ Pro W3" pitchFamily="1" charset="-128"/>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srgbClr val="000000"/>
                </a:solidFill>
                <a:effectLst/>
                <a:uLnTx/>
                <a:uFillTx/>
                <a:latin typeface="Verdana" panose="020B0604030504040204" pitchFamily="34" charset="0"/>
                <a:ea typeface="ヒラギノ角ゴ Pro W3" pitchFamily="1" charset="-128"/>
                <a:cs typeface="Arial" panose="020B0604020202020204" pitchFamily="34" charset="0"/>
              </a:rPr>
              <a:t>Copyright © 2019, 2016, 2013 Pearson Education, Inc. All Rights Reserved</a:t>
            </a:r>
          </a:p>
        </p:txBody>
      </p:sp>
    </p:spTree>
    <p:extLst>
      <p:ext uri="{BB962C8B-B14F-4D97-AF65-F5344CB8AC3E}">
        <p14:creationId xmlns:p14="http://schemas.microsoft.com/office/powerpoint/2010/main" val="4113332050"/>
      </p:ext>
    </p:extLst>
  </p:cSld>
  <p:clrMap bg1="lt1" tx1="dk1" bg2="dk2" tx2="lt2" accent1="accent1" accent2="accent2" accent3="accent3" accent4="accent4" accent5="accent5" accent6="accent6" hlink="hlink" folHlink="folHlink"/>
  <p:sldLayoutIdLst>
    <p:sldLayoutId id="2147483699" r:id="rId1"/>
    <p:sldLayoutId id="2147483700" r:id="rId2"/>
    <p:sldLayoutId id="2147483701" r:id="rId3"/>
    <p:sldLayoutId id="2147483702" r:id="rId4"/>
    <p:sldLayoutId id="2147483703" r:id="rId5"/>
    <p:sldLayoutId id="2147483704" r:id="rId6"/>
    <p:sldLayoutId id="2147483705" r:id="rId7"/>
    <p:sldLayoutId id="2147483706" r:id="rId8"/>
    <p:sldLayoutId id="2147483707" r:id="rId9"/>
  </p:sldLayoutIdLst>
  <p:hf sldNum="0" hdr="0" ftr="0" dt="0"/>
  <p:txStyles>
    <p:titleStyle>
      <a:defPPr marR="0" lvl="0" algn="l" rtl="0">
        <a:lnSpc>
          <a:spcPct val="100000"/>
        </a:lnSpc>
        <a:spcBef>
          <a:spcPts val="0"/>
        </a:spcBef>
        <a:spcAft>
          <a:spcPts val="0"/>
        </a:spcAft>
      </a:defPPr>
      <a:lvl1pPr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1pPr>
      <a:lvl2pPr algn="l" rtl="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algn="l" rtl="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algn="l" rtl="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algn="l" rtl="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457200" algn="l" rtl="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914400" algn="l" rtl="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1371600" algn="l" rtl="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1828800" algn="l" rtl="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p:titleStyle>
    <p:bodyStyle>
      <a:defPPr marR="0" lvl="0" algn="l" rtl="0">
        <a:lnSpc>
          <a:spcPct val="100000"/>
        </a:lnSpc>
        <a:spcBef>
          <a:spcPts val="0"/>
        </a:spcBef>
        <a:spcAft>
          <a:spcPts val="0"/>
        </a:spcAft>
      </a:defPPr>
      <a:lvl1pPr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1pPr>
      <a:lvl2pPr lvl="1"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2pPr>
      <a:lvl3pPr lvl="2"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3pPr>
      <a:lvl4pPr lvl="3"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4pPr>
      <a:lvl5pPr lvl="4"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txBox="1">
            <a:spLocks noGrp="1"/>
          </p:cNvSpPr>
          <p:nvPr>
            <p:ph type="title"/>
          </p:nvPr>
        </p:nvSpPr>
        <p:spPr>
          <a:xfrm>
            <a:off x="457200" y="215899"/>
            <a:ext cx="8229600" cy="1224973"/>
          </a:xfrm>
        </p:spPr>
        <p:txBody>
          <a:bodyPr/>
          <a:lstStyle/>
          <a:p>
            <a:pPr>
              <a:spcBef>
                <a:spcPct val="0"/>
              </a:spcBef>
            </a:pPr>
            <a:r>
              <a:rPr lang="en-US" altLang="en-US" dirty="0">
                <a:latin typeface="Times New Roman" panose="02020603050405020304" pitchFamily="18" charset="0"/>
                <a:cs typeface="Times New Roman" panose="02020603050405020304" pitchFamily="18" charset="0"/>
                <a:sym typeface="Times New Roman" panose="02020603050405020304" pitchFamily="18" charset="0"/>
              </a:rPr>
              <a:t>Computer Organization and Architecture</a:t>
            </a:r>
            <a:br>
              <a:rPr lang="en-US" altLang="en-US" dirty="0">
                <a:latin typeface="Times New Roman" panose="02020603050405020304" pitchFamily="18" charset="0"/>
                <a:cs typeface="Times New Roman" panose="02020603050405020304" pitchFamily="18" charset="0"/>
                <a:sym typeface="Times New Roman" panose="02020603050405020304" pitchFamily="18" charset="0"/>
              </a:rPr>
            </a:br>
            <a:r>
              <a:rPr lang="en-US" altLang="en-US" sz="2600" dirty="0">
                <a:latin typeface="Times New Roman" panose="02020603050405020304" pitchFamily="18" charset="0"/>
                <a:cs typeface="Times New Roman" panose="02020603050405020304" pitchFamily="18" charset="0"/>
                <a:sym typeface="Times New Roman" panose="02020603050405020304" pitchFamily="18" charset="0"/>
              </a:rPr>
              <a:t>Designing for Performance</a:t>
            </a:r>
            <a:endParaRPr lang="en-IN" altLang="en-US" sz="2600" dirty="0">
              <a:latin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13315" name="Text Placeholder 2"/>
          <p:cNvSpPr txBox="1">
            <a:spLocks noGrp="1"/>
          </p:cNvSpPr>
          <p:nvPr>
            <p:ph type="body" idx="1"/>
          </p:nvPr>
        </p:nvSpPr>
        <p:spPr>
          <a:xfrm>
            <a:off x="457200" y="1268559"/>
            <a:ext cx="8229600" cy="479425"/>
          </a:xfrm>
        </p:spPr>
        <p:txBody>
          <a:bodyPr/>
          <a:lstStyle/>
          <a:p>
            <a:pPr>
              <a:spcBef>
                <a:spcPct val="0"/>
              </a:spcBef>
              <a:buFontTx/>
              <a:buNone/>
            </a:pPr>
            <a:r>
              <a:rPr lang="en-IN" altLang="en-US" dirty="0">
                <a:latin typeface="Arial" panose="020B0604020202020204" pitchFamily="34" charset="0"/>
                <a:cs typeface="Arial" panose="020B0604020202020204" pitchFamily="34" charset="0"/>
                <a:sym typeface="Arial" panose="020B0604020202020204" pitchFamily="34" charset="0"/>
              </a:rPr>
              <a:t>11</a:t>
            </a:r>
            <a:r>
              <a:rPr lang="en-IN" altLang="en-US" baseline="30000" dirty="0">
                <a:latin typeface="Arial" panose="020B0604020202020204" pitchFamily="34" charset="0"/>
                <a:cs typeface="Arial" panose="020B0604020202020204" pitchFamily="34" charset="0"/>
                <a:sym typeface="Arial" panose="020B0604020202020204" pitchFamily="34" charset="0"/>
              </a:rPr>
              <a:t>th</a:t>
            </a:r>
            <a:r>
              <a:rPr lang="en-IN" altLang="en-US" dirty="0">
                <a:latin typeface="Arial" panose="020B0604020202020204" pitchFamily="34" charset="0"/>
                <a:cs typeface="Arial" panose="020B0604020202020204" pitchFamily="34" charset="0"/>
                <a:sym typeface="Arial" panose="020B0604020202020204" pitchFamily="34" charset="0"/>
              </a:rPr>
              <a:t> Edition</a:t>
            </a:r>
          </a:p>
        </p:txBody>
      </p:sp>
      <p:pic>
        <p:nvPicPr>
          <p:cNvPr id="7" name="Shape 197"/>
          <p:cNvPicPr preferRelativeResize="0"/>
          <p:nvPr/>
        </p:nvPicPr>
        <p:blipFill>
          <a:blip r:embed="rId2">
            <a:extLst>
              <a:ext uri="{28A0092B-C50C-407E-A947-70E740481C1C}">
                <a14:useLocalDpi xmlns:a14="http://schemas.microsoft.com/office/drawing/2010/main" val="0"/>
              </a:ext>
            </a:extLst>
          </a:blip>
          <a:stretch>
            <a:fillRect/>
          </a:stretch>
        </p:blipFill>
        <p:spPr>
          <a:xfrm>
            <a:off x="825499" y="1745673"/>
            <a:ext cx="3524827" cy="4402049"/>
          </a:xfrm>
          <a:prstGeom prst="rect">
            <a:avLst/>
          </a:prstGeom>
          <a:noFill/>
          <a:ln w="9525" cap="flat" cmpd="sng">
            <a:solidFill>
              <a:srgbClr val="7F7F7F"/>
            </a:solidFill>
            <a:prstDash val="solid"/>
            <a:round/>
            <a:headEnd type="none" w="med" len="med"/>
            <a:tailEnd type="none" w="med" len="med"/>
          </a:ln>
          <a:effectLst>
            <a:outerShdw blurRad="50799" dist="76200" dir="2700000" algn="tl" rotWithShape="0">
              <a:srgbClr val="000000">
                <a:alpha val="55686"/>
              </a:srgbClr>
            </a:outerShdw>
          </a:effectLst>
        </p:spPr>
      </p:pic>
      <p:sp>
        <p:nvSpPr>
          <p:cNvPr id="13316" name="Text Placeholder 3"/>
          <p:cNvSpPr txBox="1">
            <a:spLocks noGrp="1"/>
          </p:cNvSpPr>
          <p:nvPr>
            <p:ph type="body" idx="2"/>
          </p:nvPr>
        </p:nvSpPr>
        <p:spPr>
          <a:xfrm>
            <a:off x="5029200" y="1600200"/>
            <a:ext cx="3657600" cy="1600200"/>
          </a:xfrm>
        </p:spPr>
        <p:txBody>
          <a:bodyPr/>
          <a:lstStyle/>
          <a:p>
            <a:pPr>
              <a:spcBef>
                <a:spcPct val="0"/>
              </a:spcBef>
              <a:buFontTx/>
              <a:buNone/>
            </a:pPr>
            <a:r>
              <a:rPr lang="en-IN" altLang="en-US" dirty="0">
                <a:solidFill>
                  <a:srgbClr val="000000"/>
                </a:solidFill>
                <a:latin typeface="Arial" panose="020B0604020202020204" pitchFamily="34" charset="0"/>
                <a:cs typeface="Arial" panose="020B0604020202020204" pitchFamily="34" charset="0"/>
                <a:sym typeface="Arial" panose="020B0604020202020204" pitchFamily="34" charset="0"/>
              </a:rPr>
              <a:t>Chapter 2</a:t>
            </a:r>
          </a:p>
        </p:txBody>
      </p:sp>
      <p:sp>
        <p:nvSpPr>
          <p:cNvPr id="13317" name="Text Placeholder 4"/>
          <p:cNvSpPr txBox="1">
            <a:spLocks noGrp="1"/>
          </p:cNvSpPr>
          <p:nvPr>
            <p:ph type="body" idx="3"/>
          </p:nvPr>
        </p:nvSpPr>
        <p:spPr/>
        <p:txBody>
          <a:bodyPr/>
          <a:lstStyle/>
          <a:p>
            <a:pPr>
              <a:spcBef>
                <a:spcPct val="0"/>
              </a:spcBef>
            </a:pPr>
            <a:r>
              <a:rPr lang="en-US" altLang="en-US" dirty="0">
                <a:solidFill>
                  <a:srgbClr val="000000"/>
                </a:solidFill>
                <a:latin typeface="Arial" panose="020B0604020202020204" pitchFamily="34" charset="0"/>
                <a:cs typeface="Arial" panose="020B0604020202020204" pitchFamily="34" charset="0"/>
                <a:sym typeface="Arial" panose="020B0604020202020204" pitchFamily="34" charset="0"/>
              </a:rPr>
              <a:t>Performance Concepts</a:t>
            </a:r>
          </a:p>
        </p:txBody>
      </p:sp>
    </p:spTree>
    <p:extLst>
      <p:ext uri="{BB962C8B-B14F-4D97-AF65-F5344CB8AC3E}">
        <p14:creationId xmlns:p14="http://schemas.microsoft.com/office/powerpoint/2010/main" val="18059799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Designing for Performance</a:t>
            </a:r>
          </a:p>
        </p:txBody>
      </p:sp>
      <p:sp>
        <p:nvSpPr>
          <p:cNvPr id="3" name="Content Placeholder 2"/>
          <p:cNvSpPr>
            <a:spLocks noGrp="1"/>
          </p:cNvSpPr>
          <p:nvPr>
            <p:ph type="body" idx="1"/>
          </p:nvPr>
        </p:nvSpPr>
        <p:spPr>
          <a:xfrm>
            <a:off x="457200" y="1449337"/>
            <a:ext cx="8229600" cy="4725832"/>
          </a:xfrm>
        </p:spPr>
        <p:txBody>
          <a:bodyPr>
            <a:noAutofit/>
          </a:bodyPr>
          <a:lstStyle/>
          <a:p>
            <a:pPr marL="320675" indent="-320675">
              <a:spcBef>
                <a:spcPts val="600"/>
              </a:spcBef>
            </a:pPr>
            <a:r>
              <a:rPr lang="en-US" sz="1400" dirty="0"/>
              <a:t>The cost of computer systems continues to drop dramatically, while the performance and capacity of those systems continue to rise equally dramatically</a:t>
            </a:r>
          </a:p>
          <a:p>
            <a:pPr marL="320675" indent="-320675">
              <a:spcBef>
                <a:spcPts val="600"/>
              </a:spcBef>
            </a:pPr>
            <a:r>
              <a:rPr lang="en-US" sz="1400" dirty="0"/>
              <a:t>Today’s laptops have the computing power of an IBM mainframe from 10 or 15 years ago</a:t>
            </a:r>
          </a:p>
          <a:p>
            <a:pPr marL="320675" indent="-320675">
              <a:spcBef>
                <a:spcPts val="600"/>
              </a:spcBef>
            </a:pPr>
            <a:r>
              <a:rPr lang="en-US" sz="1400" dirty="0"/>
              <a:t>Processors are so inexpensive that we now have microprocessors we throw away</a:t>
            </a:r>
          </a:p>
          <a:p>
            <a:pPr marL="320675" indent="-320675">
              <a:spcBef>
                <a:spcPts val="600"/>
              </a:spcBef>
            </a:pPr>
            <a:r>
              <a:rPr lang="en-US" sz="1400" dirty="0"/>
              <a:t>Desktop applications that require the great power of today’s microprocessor-based systems include:</a:t>
            </a:r>
          </a:p>
          <a:p>
            <a:pPr marL="641350" lvl="1" indent="-309563"/>
            <a:r>
              <a:rPr lang="en-US" sz="1200" dirty="0"/>
              <a:t>Image processing</a:t>
            </a:r>
          </a:p>
          <a:p>
            <a:pPr marL="641350" lvl="1" indent="-309563"/>
            <a:r>
              <a:rPr lang="en-US" sz="1200" dirty="0"/>
              <a:t>Three-dimensional rendering</a:t>
            </a:r>
          </a:p>
          <a:p>
            <a:pPr marL="641350" lvl="1" indent="-309563"/>
            <a:r>
              <a:rPr lang="en-US" sz="1200" dirty="0"/>
              <a:t>Speech recognition</a:t>
            </a:r>
          </a:p>
          <a:p>
            <a:pPr marL="641350" lvl="1" indent="-309563"/>
            <a:r>
              <a:rPr lang="en-US" sz="1200" dirty="0"/>
              <a:t>Videoconferencing</a:t>
            </a:r>
          </a:p>
          <a:p>
            <a:pPr marL="641350" lvl="1" indent="-309563"/>
            <a:r>
              <a:rPr lang="en-US" sz="1200" dirty="0"/>
              <a:t>Multimedia authoring </a:t>
            </a:r>
          </a:p>
          <a:p>
            <a:pPr marL="641350" lvl="1" indent="-309563"/>
            <a:r>
              <a:rPr lang="en-US" sz="1200" dirty="0"/>
              <a:t>Voice and video annotation of files</a:t>
            </a:r>
          </a:p>
          <a:p>
            <a:pPr marL="641350" lvl="1" indent="-309563"/>
            <a:r>
              <a:rPr lang="en-US" sz="1200" dirty="0"/>
              <a:t>Simulation modeling</a:t>
            </a:r>
          </a:p>
          <a:p>
            <a:pPr marL="342900" lvl="1" indent="-342900">
              <a:buFont typeface="Arial" panose="020B0604020202020204" pitchFamily="34" charset="0"/>
              <a:buChar char="•"/>
            </a:pPr>
            <a:r>
              <a:rPr lang="en-US" sz="1400" dirty="0"/>
              <a:t>Businesses are relying on increasingly powerful servers to handle transaction and database processing and to support massive client/server networks that have replaced the huge mainframe computer centers of yesteryear</a:t>
            </a:r>
          </a:p>
          <a:p>
            <a:pPr marL="342900" lvl="1" indent="-342900">
              <a:buFont typeface="Arial" panose="020B0604020202020204" pitchFamily="34" charset="0"/>
              <a:buChar char="•"/>
            </a:pPr>
            <a:r>
              <a:rPr lang="en-US" sz="1400" dirty="0"/>
              <a:t>Cloud service providers use massive high-performance banks of servers to satisfy high-volume, high-transaction-rate applications for a broad spectrum of clients</a:t>
            </a:r>
          </a:p>
        </p:txBody>
      </p:sp>
    </p:spTree>
    <p:extLst>
      <p:ext uri="{BB962C8B-B14F-4D97-AF65-F5344CB8AC3E}">
        <p14:creationId xmlns:p14="http://schemas.microsoft.com/office/powerpoint/2010/main" val="2633460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r>
              <a:rPr lang="en-GB" dirty="0"/>
              <a:t>Microprocessor Speed</a:t>
            </a:r>
          </a:p>
        </p:txBody>
      </p:sp>
      <p:sp>
        <p:nvSpPr>
          <p:cNvPr id="4" name="Text Placeholder 3"/>
          <p:cNvSpPr>
            <a:spLocks noGrp="1"/>
          </p:cNvSpPr>
          <p:nvPr>
            <p:ph type="body" idx="1"/>
          </p:nvPr>
        </p:nvSpPr>
        <p:spPr>
          <a:xfrm>
            <a:off x="351744" y="1328135"/>
            <a:ext cx="8229600" cy="4525963"/>
          </a:xfrm>
        </p:spPr>
        <p:txBody>
          <a:bodyPr/>
          <a:lstStyle/>
          <a:p>
            <a:pPr>
              <a:buNone/>
            </a:pPr>
            <a:r>
              <a:rPr lang="en-US" dirty="0"/>
              <a:t>Techniques built into contemporary processors include:</a:t>
            </a:r>
          </a:p>
        </p:txBody>
      </p:sp>
      <p:graphicFrame>
        <p:nvGraphicFramePr>
          <p:cNvPr id="6" name="Content Placeholder 19"/>
          <p:cNvGraphicFramePr>
            <a:graphicFrameLocks/>
          </p:cNvGraphicFramePr>
          <p:nvPr>
            <p:extLst>
              <p:ext uri="{D42A27DB-BD31-4B8C-83A1-F6EECF244321}">
                <p14:modId xmlns:p14="http://schemas.microsoft.com/office/powerpoint/2010/main" val="2640419764"/>
              </p:ext>
            </p:extLst>
          </p:nvPr>
        </p:nvGraphicFramePr>
        <p:xfrm>
          <a:off x="498474" y="1733796"/>
          <a:ext cx="7556313" cy="4800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p:txBody>
          <a:bodyPr/>
          <a:lstStyle/>
          <a:p>
            <a:r>
              <a:rPr lang="en-US" dirty="0"/>
              <a:t>Performance Balance</a:t>
            </a:r>
          </a:p>
        </p:txBody>
      </p:sp>
      <p:sp>
        <p:nvSpPr>
          <p:cNvPr id="10" name="TextBox 9"/>
          <p:cNvSpPr txBox="1"/>
          <p:nvPr/>
        </p:nvSpPr>
        <p:spPr>
          <a:xfrm>
            <a:off x="0" y="1616925"/>
            <a:ext cx="4788024" cy="3031599"/>
          </a:xfrm>
          <a:prstGeom prst="rect">
            <a:avLst/>
          </a:prstGeom>
          <a:noFill/>
        </p:spPr>
        <p:txBody>
          <a:bodyPr wrap="square" rtlCol="0">
            <a:spAutoFit/>
          </a:bodyPr>
          <a:lstStyle/>
          <a:p>
            <a:pPr marL="784225" lvl="1" indent="-344488" eaLnBrk="1" hangingPunct="1">
              <a:spcBef>
                <a:spcPts val="1200"/>
              </a:spcBef>
              <a:buClr>
                <a:srgbClr val="007FA3"/>
              </a:buClr>
              <a:buSzPct val="75000"/>
              <a:buFont typeface="Arial" panose="020B0604020202020204" pitchFamily="34" charset="0"/>
              <a:buChar char="•"/>
            </a:pPr>
            <a:r>
              <a:rPr lang="en-US" sz="2200" dirty="0">
                <a:latin typeface="+mn-lt"/>
              </a:rPr>
              <a:t>Adjust the organization and </a:t>
            </a:r>
          </a:p>
          <a:p>
            <a:pPr marL="784225" lvl="1" eaLnBrk="1" hangingPunct="1">
              <a:spcBef>
                <a:spcPts val="0"/>
              </a:spcBef>
              <a:buClr>
                <a:schemeClr val="accent1"/>
              </a:buClr>
              <a:buSzPct val="75000"/>
            </a:pPr>
            <a:r>
              <a:rPr lang="en-US" sz="2200" dirty="0">
                <a:latin typeface="+mn-lt"/>
              </a:rPr>
              <a:t>architecture to compensate </a:t>
            </a:r>
          </a:p>
          <a:p>
            <a:pPr marL="784225" lvl="1" eaLnBrk="1" hangingPunct="1">
              <a:spcBef>
                <a:spcPts val="0"/>
              </a:spcBef>
              <a:buClr>
                <a:schemeClr val="accent1"/>
              </a:buClr>
              <a:buSzPct val="75000"/>
            </a:pPr>
            <a:r>
              <a:rPr lang="en-US" sz="2200" dirty="0">
                <a:latin typeface="+mn-lt"/>
              </a:rPr>
              <a:t>for the mismatch among the </a:t>
            </a:r>
          </a:p>
          <a:p>
            <a:pPr marL="784225" lvl="1" eaLnBrk="1" hangingPunct="1">
              <a:spcBef>
                <a:spcPts val="0"/>
              </a:spcBef>
              <a:buClr>
                <a:schemeClr val="accent1"/>
              </a:buClr>
              <a:buSzPct val="75000"/>
            </a:pPr>
            <a:r>
              <a:rPr lang="en-US" sz="2200" dirty="0">
                <a:latin typeface="+mn-lt"/>
              </a:rPr>
              <a:t>capabilities of the various </a:t>
            </a:r>
          </a:p>
          <a:p>
            <a:pPr marL="784225" lvl="1" eaLnBrk="1" hangingPunct="1">
              <a:spcBef>
                <a:spcPts val="0"/>
              </a:spcBef>
              <a:buClr>
                <a:schemeClr val="accent1"/>
              </a:buClr>
              <a:buSzPct val="75000"/>
            </a:pPr>
            <a:r>
              <a:rPr lang="en-US" sz="2200" dirty="0">
                <a:latin typeface="+mn-lt"/>
              </a:rPr>
              <a:t>components</a:t>
            </a:r>
          </a:p>
          <a:p>
            <a:pPr marL="784225" lvl="1" indent="-344488" eaLnBrk="1" hangingPunct="1">
              <a:spcBef>
                <a:spcPts val="1200"/>
              </a:spcBef>
              <a:buClr>
                <a:srgbClr val="007FA3"/>
              </a:buClr>
              <a:buSzPct val="75000"/>
              <a:buFont typeface="Arial" panose="020B0604020202020204" pitchFamily="34" charset="0"/>
              <a:buChar char="•"/>
            </a:pPr>
            <a:r>
              <a:rPr lang="en-US" sz="2200" dirty="0">
                <a:latin typeface="+mn-lt"/>
              </a:rPr>
              <a:t>Architectural examples </a:t>
            </a:r>
          </a:p>
          <a:p>
            <a:pPr marL="784225" lvl="1" eaLnBrk="1" hangingPunct="1">
              <a:spcBef>
                <a:spcPts val="0"/>
              </a:spcBef>
              <a:buClr>
                <a:schemeClr val="accent1"/>
              </a:buClr>
              <a:buSzPct val="75000"/>
            </a:pPr>
            <a:r>
              <a:rPr lang="en-US" sz="2200" dirty="0">
                <a:latin typeface="+mn-lt"/>
              </a:rPr>
              <a:t>include:</a:t>
            </a:r>
          </a:p>
          <a:p>
            <a:pPr lvl="1" indent="-228600" eaLnBrk="1" hangingPunct="1">
              <a:spcBef>
                <a:spcPts val="600"/>
              </a:spcBef>
              <a:buClr>
                <a:schemeClr val="accent1">
                  <a:lumMod val="60000"/>
                  <a:lumOff val="40000"/>
                </a:schemeClr>
              </a:buClr>
              <a:buSzPct val="75000"/>
              <a:buFont typeface="Wingdings" pitchFamily="2" charset="2"/>
              <a:buChar char="n"/>
            </a:pPr>
            <a:endParaRPr lang="en-US" sz="2200" dirty="0">
              <a:solidFill>
                <a:schemeClr val="tx1">
                  <a:lumMod val="65000"/>
                  <a:lumOff val="35000"/>
                </a:schemeClr>
              </a:solidFill>
              <a:latin typeface="+mn-lt"/>
            </a:endParaRPr>
          </a:p>
        </p:txBody>
      </p:sp>
      <p:graphicFrame>
        <p:nvGraphicFramePr>
          <p:cNvPr id="6" name="Content Placeholder 50"/>
          <p:cNvGraphicFramePr>
            <a:graphicFrameLocks/>
          </p:cNvGraphicFramePr>
          <p:nvPr>
            <p:extLst>
              <p:ext uri="{D42A27DB-BD31-4B8C-83A1-F6EECF244321}">
                <p14:modId xmlns:p14="http://schemas.microsoft.com/office/powerpoint/2010/main" val="3739088768"/>
              </p:ext>
            </p:extLst>
          </p:nvPr>
        </p:nvGraphicFramePr>
        <p:xfrm>
          <a:off x="1115616" y="0"/>
          <a:ext cx="9323783" cy="645333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The date rate in bytes per second on the horizontal axis ranges from 10 to first power to 10 to the eleventh power in increments of 1. A set of 9 devices makes up the vertical axis with date rate values in bytes per second. The data is as follows. Keyboard, 10 to the first power point 9. Mouse, 10 to the second power point 5. Scanner, 10 to the seventh power, Laser printer, 10 to the seventh power point 1. Optical disc, 10 to the eighth power point 7. Hard disk, 10 to the ninth power, Wi fi modem, 10 to the power of 9 point 8. Graphics display, 10 to the power of 9.9. Ethernet modem, 10 to the power of 11." title="A horizontal bar chart represents the typical values for input and output device data rates."/>
          <p:cNvPicPr>
            <a:picLocks noChangeAspect="1"/>
          </p:cNvPicPr>
          <p:nvPr/>
        </p:nvPicPr>
        <p:blipFill rotWithShape="1">
          <a:blip r:embed="rId3">
            <a:extLst>
              <a:ext uri="{28A0092B-C50C-407E-A947-70E740481C1C}">
                <a14:useLocalDpi xmlns:a14="http://schemas.microsoft.com/office/drawing/2010/main" val="0"/>
              </a:ext>
            </a:extLst>
          </a:blip>
          <a:srcRect t="21000" b="17156"/>
          <a:stretch/>
        </p:blipFill>
        <p:spPr>
          <a:xfrm>
            <a:off x="899592" y="635005"/>
            <a:ext cx="7488832" cy="5993542"/>
          </a:xfrm>
          <a:prstGeom prst="rect">
            <a:avLst/>
          </a:prstGeom>
        </p:spPr>
      </p:pic>
      <p:sp>
        <p:nvSpPr>
          <p:cNvPr id="3" name="Title 2">
            <a:extLst>
              <a:ext uri="{FF2B5EF4-FFF2-40B4-BE49-F238E27FC236}">
                <a16:creationId xmlns:a16="http://schemas.microsoft.com/office/drawing/2014/main" xmlns="" id="{FD9419F3-EB17-4CDD-8AFB-E9C770F497D5}"/>
              </a:ext>
            </a:extLst>
          </p:cNvPr>
          <p:cNvSpPr>
            <a:spLocks noGrp="1"/>
          </p:cNvSpPr>
          <p:nvPr>
            <p:ph type="title"/>
          </p:nvPr>
        </p:nvSpPr>
        <p:spPr>
          <a:xfrm>
            <a:off x="323528" y="296182"/>
            <a:ext cx="8229600" cy="677645"/>
          </a:xfrm>
        </p:spPr>
        <p:txBody>
          <a:bodyPr/>
          <a:lstStyle/>
          <a:p>
            <a:r>
              <a:rPr lang="en-US" dirty="0"/>
              <a:t>Figure 2.1</a:t>
            </a:r>
          </a:p>
        </p:txBody>
      </p:sp>
    </p:spTree>
  </p:cSld>
  <p:clrMapOvr>
    <a:masterClrMapping/>
  </p:clrMapOvr>
  <p:transition spd="med">
    <p:wipe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10" name="Rectangle 6"/>
          <p:cNvSpPr>
            <a:spLocks noGrp="1" noChangeArrowheads="1"/>
          </p:cNvSpPr>
          <p:nvPr>
            <p:ph type="title"/>
          </p:nvPr>
        </p:nvSpPr>
        <p:spPr/>
        <p:txBody>
          <a:bodyPr/>
          <a:lstStyle/>
          <a:p>
            <a:r>
              <a:rPr lang="en-GB" dirty="0"/>
              <a:t>Improvements in Chip Organization and Architecture</a:t>
            </a:r>
          </a:p>
        </p:txBody>
      </p:sp>
      <p:sp>
        <p:nvSpPr>
          <p:cNvPr id="98311" name="Rectangle 7"/>
          <p:cNvSpPr>
            <a:spLocks noGrp="1" noChangeArrowheads="1"/>
          </p:cNvSpPr>
          <p:nvPr>
            <p:ph type="body" idx="1"/>
          </p:nvPr>
        </p:nvSpPr>
        <p:spPr/>
        <p:txBody>
          <a:bodyPr/>
          <a:lstStyle/>
          <a:p>
            <a:pPr marL="307975" indent="-307975"/>
            <a:r>
              <a:rPr lang="en-GB" dirty="0"/>
              <a:t>Increase hardware speed of processor</a:t>
            </a:r>
          </a:p>
          <a:p>
            <a:pPr marL="628650" lvl="1" indent="-307975"/>
            <a:r>
              <a:rPr lang="en-GB" dirty="0"/>
              <a:t>Fundamentally due to shrinking logic gate size</a:t>
            </a:r>
          </a:p>
          <a:p>
            <a:pPr marL="949325" lvl="2" indent="-307975"/>
            <a:r>
              <a:rPr lang="en-GB" dirty="0"/>
              <a:t>More gates, packed more tightly, increasing clock rate</a:t>
            </a:r>
          </a:p>
          <a:p>
            <a:pPr marL="949325" lvl="2" indent="-307975"/>
            <a:r>
              <a:rPr lang="en-GB" dirty="0"/>
              <a:t>Propagation time for signals reduced</a:t>
            </a:r>
          </a:p>
          <a:p>
            <a:pPr marL="307975" indent="-307975"/>
            <a:r>
              <a:rPr lang="en-GB" dirty="0"/>
              <a:t>Increase size and speed of caches</a:t>
            </a:r>
          </a:p>
          <a:p>
            <a:pPr marL="628650" lvl="1" indent="-307975"/>
            <a:r>
              <a:rPr lang="en-GB" dirty="0"/>
              <a:t>Dedicating part of processor chip </a:t>
            </a:r>
          </a:p>
          <a:p>
            <a:pPr marL="949325" lvl="2" indent="-307975"/>
            <a:r>
              <a:rPr lang="en-GB" dirty="0"/>
              <a:t>Cache access times drop significantly</a:t>
            </a:r>
          </a:p>
          <a:p>
            <a:pPr marL="307975" indent="-307975"/>
            <a:r>
              <a:rPr lang="en-GB" dirty="0"/>
              <a:t>Change processor organization and architecture</a:t>
            </a:r>
          </a:p>
          <a:p>
            <a:pPr marL="628650" lvl="1" indent="-307975"/>
            <a:r>
              <a:rPr lang="en-GB" dirty="0"/>
              <a:t>Increase effective speed of instruction execution</a:t>
            </a:r>
          </a:p>
          <a:p>
            <a:pPr marL="628650" lvl="1" indent="-307975"/>
            <a:r>
              <a:rPr lang="en-GB" dirty="0"/>
              <a:t>Parallelism</a:t>
            </a:r>
          </a:p>
          <a:p>
            <a:pPr>
              <a:buFontTx/>
              <a:buNone/>
            </a:pPr>
            <a:endParaRPr lang="en-GB"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2" name="Rectangle 4"/>
          <p:cNvSpPr>
            <a:spLocks noGrp="1" noChangeArrowheads="1"/>
          </p:cNvSpPr>
          <p:nvPr>
            <p:ph type="title"/>
          </p:nvPr>
        </p:nvSpPr>
        <p:spPr/>
        <p:txBody>
          <a:bodyPr/>
          <a:lstStyle/>
          <a:p>
            <a:r>
              <a:rPr lang="en-GB" dirty="0"/>
              <a:t>Problems with Clock Speed and Logic Density</a:t>
            </a:r>
          </a:p>
        </p:txBody>
      </p:sp>
      <p:sp>
        <p:nvSpPr>
          <p:cNvPr id="99333" name="Rectangle 5"/>
          <p:cNvSpPr>
            <a:spLocks noGrp="1" noChangeArrowheads="1"/>
          </p:cNvSpPr>
          <p:nvPr>
            <p:ph type="body" idx="1"/>
          </p:nvPr>
        </p:nvSpPr>
        <p:spPr>
          <a:xfrm>
            <a:off x="457200" y="1674966"/>
            <a:ext cx="8229600" cy="4525963"/>
          </a:xfrm>
        </p:spPr>
        <p:txBody>
          <a:bodyPr>
            <a:normAutofit fontScale="92500" lnSpcReduction="20000"/>
          </a:bodyPr>
          <a:lstStyle/>
          <a:p>
            <a:pPr marL="320675" indent="-320675"/>
            <a:r>
              <a:rPr lang="en-GB" sz="2400" dirty="0"/>
              <a:t>Power</a:t>
            </a:r>
          </a:p>
          <a:p>
            <a:pPr marL="628650" lvl="1" indent="-296863"/>
            <a:r>
              <a:rPr lang="en-GB" sz="2000" dirty="0"/>
              <a:t>Power density increases with density of logic and clock speed</a:t>
            </a:r>
          </a:p>
          <a:p>
            <a:pPr marL="628650" lvl="1" indent="-296863"/>
            <a:r>
              <a:rPr lang="en-GB" sz="2000" dirty="0"/>
              <a:t>Dissipating heat</a:t>
            </a:r>
          </a:p>
          <a:p>
            <a:pPr marL="320675" indent="-320675"/>
            <a:r>
              <a:rPr lang="en-GB" sz="2400" dirty="0"/>
              <a:t>RC delay</a:t>
            </a:r>
          </a:p>
          <a:p>
            <a:pPr marL="628650" lvl="1" indent="-296863"/>
            <a:r>
              <a:rPr lang="en-GB" sz="2000" dirty="0"/>
              <a:t>Speed at which electrons flow limited by resistance and capacitance of metal wires connecting them</a:t>
            </a:r>
          </a:p>
          <a:p>
            <a:pPr marL="628650" lvl="1" indent="-296863"/>
            <a:r>
              <a:rPr lang="en-GB" sz="2000" dirty="0"/>
              <a:t>Delay increases as the RC product increases</a:t>
            </a:r>
          </a:p>
          <a:p>
            <a:pPr marL="628650" lvl="1" indent="-296863"/>
            <a:r>
              <a:rPr lang="en-GB" sz="2000" dirty="0"/>
              <a:t>As components on the chip decrease in size, the wire interconnects become thinner, increasing resistance</a:t>
            </a:r>
          </a:p>
          <a:p>
            <a:pPr marL="628650" lvl="1" indent="-296863"/>
            <a:r>
              <a:rPr lang="en-GB" sz="2000" dirty="0"/>
              <a:t>Also, the wires are closer together, increasing capacitance</a:t>
            </a:r>
          </a:p>
          <a:p>
            <a:pPr marL="320675" indent="-320675"/>
            <a:r>
              <a:rPr lang="en-GB" sz="2400" dirty="0"/>
              <a:t>Memory latency and throughput</a:t>
            </a:r>
          </a:p>
          <a:p>
            <a:pPr marL="628650" lvl="1" indent="-296863"/>
            <a:r>
              <a:rPr lang="en-GB" sz="2000" dirty="0"/>
              <a:t>Memory access speed (latency) and transfer speed (throughput) lag processor speeds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he response of various computer chips on the y axis is compared with years on the x axis. Values on the Y axis range from 0 point one to 10 to the power of 7 with, 1, 10, 10 to the power of 1, 10 to the power of 2, 10 to the power of 3, 10 to the power of 4, 10 to the power of 5, 10 to the power of 6, and 10 to the power of 7 included. The X axis values range from the year 19 70 to the year 20 10 in increments of 5 years. The cores have a constant trend at range 1 along the y axis. Along the x axis from 19 70 to 2003 and after 2003, there is an increase of 10 on the y axis until the year 20 10 on y axis. The power density in watts starts at range zero point 8 on the y axis and shows a steep line of increase over the years ranging up to 10 to the power of 1 point 9. After 2003 the power density becomes constant up to the year 2010. The frequency, in mega Hertz, starts at range 0 point 8 on the y axis and shows a steep line of increase over time up to 10 to the power of 3 point 5. After 2003 the frequency becomes constant to year 2010. The transistor count is in the thousands at range 1 on the y axis and shows a steep line of increase over time up to 10 to the power of 5 point 9 in the year 2010. " title="A graph illustrates processor trends."/>
          <p:cNvPicPr>
            <a:picLocks noChangeAspect="1"/>
          </p:cNvPicPr>
          <p:nvPr/>
        </p:nvPicPr>
        <p:blipFill rotWithShape="1">
          <a:blip r:embed="rId3">
            <a:extLst>
              <a:ext uri="{28A0092B-C50C-407E-A947-70E740481C1C}">
                <a14:useLocalDpi xmlns:a14="http://schemas.microsoft.com/office/drawing/2010/main" val="0"/>
              </a:ext>
            </a:extLst>
          </a:blip>
          <a:srcRect t="19664" r="-4703" b="23638"/>
          <a:stretch/>
        </p:blipFill>
        <p:spPr>
          <a:xfrm>
            <a:off x="353146" y="606425"/>
            <a:ext cx="8552187" cy="5993226"/>
          </a:xfrm>
          <a:prstGeom prst="rect">
            <a:avLst/>
          </a:prstGeom>
        </p:spPr>
      </p:pic>
      <p:sp>
        <p:nvSpPr>
          <p:cNvPr id="2" name="Title 1">
            <a:extLst>
              <a:ext uri="{FF2B5EF4-FFF2-40B4-BE49-F238E27FC236}">
                <a16:creationId xmlns:a16="http://schemas.microsoft.com/office/drawing/2014/main" xmlns="" id="{5C64C24B-C5D4-4609-A0A9-8D99E607E070}"/>
              </a:ext>
            </a:extLst>
          </p:cNvPr>
          <p:cNvSpPr>
            <a:spLocks noGrp="1"/>
          </p:cNvSpPr>
          <p:nvPr>
            <p:ph type="title"/>
          </p:nvPr>
        </p:nvSpPr>
        <p:spPr>
          <a:xfrm>
            <a:off x="457200" y="0"/>
            <a:ext cx="8229600" cy="1097279"/>
          </a:xfrm>
        </p:spPr>
        <p:txBody>
          <a:bodyPr/>
          <a:lstStyle/>
          <a:p>
            <a:r>
              <a:rPr lang="en-US" dirty="0"/>
              <a:t>Figure 2.2</a:t>
            </a:r>
          </a:p>
        </p:txBody>
      </p:sp>
    </p:spTree>
  </p:cSld>
  <p:clrMapOvr>
    <a:masterClrMapping/>
  </p:clrMapOvr>
  <p:transition spd="med">
    <p:push/>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4" name="Rectangle 4"/>
          <p:cNvSpPr>
            <a:spLocks noGrp="1" noChangeArrowheads="1"/>
          </p:cNvSpPr>
          <p:nvPr>
            <p:ph type="title"/>
          </p:nvPr>
        </p:nvSpPr>
        <p:spPr/>
        <p:txBody>
          <a:bodyPr/>
          <a:lstStyle/>
          <a:p>
            <a:r>
              <a:rPr lang="en-GB" dirty="0"/>
              <a:t>Multicore</a:t>
            </a:r>
          </a:p>
        </p:txBody>
      </p:sp>
      <p:graphicFrame>
        <p:nvGraphicFramePr>
          <p:cNvPr id="9" name="Content Placeholder 19"/>
          <p:cNvGraphicFramePr>
            <a:graphicFrameLocks/>
          </p:cNvGraphicFramePr>
          <p:nvPr>
            <p:extLst>
              <p:ext uri="{D42A27DB-BD31-4B8C-83A1-F6EECF244321}">
                <p14:modId xmlns:p14="http://schemas.microsoft.com/office/powerpoint/2010/main" val="3669764196"/>
              </p:ext>
            </p:extLst>
          </p:nvPr>
        </p:nvGraphicFramePr>
        <p:xfrm>
          <a:off x="436762" y="401267"/>
          <a:ext cx="7792568" cy="591658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8" name="Rectangle 4"/>
          <p:cNvSpPr>
            <a:spLocks noGrp="1" noChangeArrowheads="1"/>
          </p:cNvSpPr>
          <p:nvPr>
            <p:ph type="title"/>
          </p:nvPr>
        </p:nvSpPr>
        <p:spPr>
          <a:xfrm>
            <a:off x="457200" y="747545"/>
            <a:ext cx="8229600" cy="1097279"/>
          </a:xfrm>
        </p:spPr>
        <p:txBody>
          <a:bodyPr/>
          <a:lstStyle/>
          <a:p>
            <a:pPr>
              <a:spcBef>
                <a:spcPts val="600"/>
              </a:spcBef>
              <a:spcAft>
                <a:spcPts val="600"/>
              </a:spcAft>
            </a:pPr>
            <a:r>
              <a:rPr lang="en-GB" dirty="0"/>
              <a:t>Many Integrated Core (MIC)</a:t>
            </a:r>
            <a:br>
              <a:rPr lang="en-GB" dirty="0"/>
            </a:br>
            <a:r>
              <a:rPr lang="en-GB" dirty="0"/>
              <a:t>      </a:t>
            </a:r>
            <a:r>
              <a:rPr lang="en-US" dirty="0"/>
              <a:t>Graphics Processing Unit (GPU)</a:t>
            </a:r>
            <a:br>
              <a:rPr lang="en-US" dirty="0"/>
            </a:br>
            <a:endParaRPr lang="en-GB" dirty="0"/>
          </a:p>
        </p:txBody>
      </p:sp>
      <p:sp>
        <p:nvSpPr>
          <p:cNvPr id="5" name="Text Placeholder 4"/>
          <p:cNvSpPr>
            <a:spLocks noGrp="1"/>
          </p:cNvSpPr>
          <p:nvPr>
            <p:ph type="body" idx="1"/>
          </p:nvPr>
        </p:nvSpPr>
        <p:spPr/>
        <p:txBody>
          <a:bodyPr/>
          <a:lstStyle/>
          <a:p>
            <a:pPr marL="101600" indent="0">
              <a:buNone/>
            </a:pPr>
            <a:r>
              <a:rPr lang="en-US" dirty="0"/>
              <a:t>	MIC	</a:t>
            </a:r>
            <a:endParaRPr lang="en-US" sz="3000" dirty="0">
              <a:solidFill>
                <a:schemeClr val="accent1"/>
              </a:solidFill>
            </a:endParaRPr>
          </a:p>
        </p:txBody>
      </p:sp>
      <p:sp>
        <p:nvSpPr>
          <p:cNvPr id="103429" name="Rectangle 5"/>
          <p:cNvSpPr>
            <a:spLocks noGrp="1" noChangeArrowheads="1"/>
          </p:cNvSpPr>
          <p:nvPr>
            <p:ph sz="half" idx="4294967295"/>
          </p:nvPr>
        </p:nvSpPr>
        <p:spPr>
          <a:xfrm>
            <a:off x="539750" y="2194752"/>
            <a:ext cx="3657600" cy="3678238"/>
          </a:xfrm>
        </p:spPr>
        <p:txBody>
          <a:bodyPr/>
          <a:lstStyle/>
          <a:p>
            <a:pPr marL="285750" indent="-285750">
              <a:spcAft>
                <a:spcPts val="400"/>
              </a:spcAft>
              <a:buClr>
                <a:srgbClr val="007FA3"/>
              </a:buClr>
              <a:buFont typeface="Arial" panose="020B0604020202020204" pitchFamily="34" charset="0"/>
              <a:buChar char="•"/>
            </a:pPr>
            <a:r>
              <a:rPr lang="en-GB" sz="2000" dirty="0"/>
              <a:t>Leap in performance as well as the challenges in developing software to exploit such a large number of cores</a:t>
            </a:r>
          </a:p>
          <a:p>
            <a:pPr marL="285750" indent="-285750">
              <a:buClr>
                <a:srgbClr val="007FA3"/>
              </a:buClr>
              <a:buFont typeface="Arial" panose="020B0604020202020204" pitchFamily="34" charset="0"/>
              <a:buChar char="•"/>
            </a:pPr>
            <a:r>
              <a:rPr lang="en-GB" sz="2000" dirty="0"/>
              <a:t>The multicore and MIC strategy involves a homogeneous collection of general purpose processors on a single chip</a:t>
            </a:r>
          </a:p>
          <a:p>
            <a:pPr marL="285750" indent="-285750">
              <a:buClr>
                <a:srgbClr val="007FA3"/>
              </a:buClr>
              <a:buFont typeface="Arial" panose="020B0604020202020204" pitchFamily="34" charset="0"/>
              <a:buChar char="•"/>
            </a:pPr>
            <a:endParaRPr lang="en-GB" sz="2000" dirty="0"/>
          </a:p>
          <a:p>
            <a:pPr marL="285750" indent="-285750">
              <a:buClr>
                <a:srgbClr val="007FA3"/>
              </a:buClr>
              <a:buFont typeface="Arial" panose="020B0604020202020204" pitchFamily="34" charset="0"/>
              <a:buChar char="•"/>
            </a:pPr>
            <a:endParaRPr lang="en-GB" sz="2000" dirty="0"/>
          </a:p>
        </p:txBody>
      </p:sp>
      <p:sp>
        <p:nvSpPr>
          <p:cNvPr id="16" name="Content Placeholder 15"/>
          <p:cNvSpPr>
            <a:spLocks noGrp="1"/>
          </p:cNvSpPr>
          <p:nvPr>
            <p:ph sz="quarter" idx="4294967295"/>
          </p:nvPr>
        </p:nvSpPr>
        <p:spPr>
          <a:xfrm>
            <a:off x="4572000" y="2225675"/>
            <a:ext cx="4032448" cy="4181475"/>
          </a:xfrm>
        </p:spPr>
        <p:txBody>
          <a:bodyPr>
            <a:normAutofit/>
          </a:bodyPr>
          <a:lstStyle/>
          <a:p>
            <a:pPr marL="285750" indent="-285750">
              <a:spcAft>
                <a:spcPts val="400"/>
              </a:spcAft>
              <a:buClr>
                <a:srgbClr val="007FA3"/>
              </a:buClr>
              <a:buFont typeface="Arial" panose="020B0604020202020204" pitchFamily="34" charset="0"/>
              <a:buChar char="•"/>
            </a:pPr>
            <a:r>
              <a:rPr lang="en-US" sz="2000" dirty="0"/>
              <a:t>Core designed to perform parallel operations on graphics data</a:t>
            </a:r>
          </a:p>
          <a:p>
            <a:pPr marL="285750" indent="-285750">
              <a:spcAft>
                <a:spcPts val="400"/>
              </a:spcAft>
              <a:buClr>
                <a:srgbClr val="007FA3"/>
              </a:buClr>
              <a:buFont typeface="Arial" panose="020B0604020202020204" pitchFamily="34" charset="0"/>
              <a:buChar char="•"/>
            </a:pPr>
            <a:r>
              <a:rPr lang="en-US" sz="2000" dirty="0"/>
              <a:t>Traditionally found on a plug-in graphics card, it is used to encode and render 2D and 3D graphics as well as process video</a:t>
            </a:r>
          </a:p>
          <a:p>
            <a:pPr marL="285750" indent="-285750">
              <a:buClr>
                <a:srgbClr val="007FA3"/>
              </a:buClr>
              <a:buFont typeface="Arial" panose="020B0604020202020204" pitchFamily="34" charset="0"/>
              <a:buChar char="•"/>
            </a:pPr>
            <a:r>
              <a:rPr lang="en-US" sz="2000" dirty="0"/>
              <a:t>Used as vector processors for a variety of applications that require repetitive computations</a:t>
            </a:r>
          </a:p>
        </p:txBody>
      </p:sp>
      <p:sp>
        <p:nvSpPr>
          <p:cNvPr id="15" name="Text Placeholder 14"/>
          <p:cNvSpPr>
            <a:spLocks noGrp="1"/>
          </p:cNvSpPr>
          <p:nvPr>
            <p:ph type="body" sz="quarter" idx="4294967295"/>
          </p:nvPr>
        </p:nvSpPr>
        <p:spPr>
          <a:xfrm>
            <a:off x="5841082" y="1611290"/>
            <a:ext cx="1059476" cy="521566"/>
          </a:xfrm>
        </p:spPr>
        <p:txBody>
          <a:bodyPr/>
          <a:lstStyle/>
          <a:p>
            <a:r>
              <a:rPr lang="en-US" sz="2400" dirty="0"/>
              <a:t>GPU</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title="A diagram depicts a system clock. A Quartz crystal at the left end sends a sinusoidal signal to an A to D converter, which converts the signal to a square wave."/>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8475" y="2278743"/>
            <a:ext cx="8147050" cy="2327728"/>
          </a:xfrm>
          <a:prstGeom prst="rect">
            <a:avLst/>
          </a:prstGeom>
        </p:spPr>
      </p:pic>
      <p:sp>
        <p:nvSpPr>
          <p:cNvPr id="2" name="Title 1">
            <a:extLst>
              <a:ext uri="{FF2B5EF4-FFF2-40B4-BE49-F238E27FC236}">
                <a16:creationId xmlns:a16="http://schemas.microsoft.com/office/drawing/2014/main" xmlns="" id="{824B966D-CDD1-4C46-9FF2-842AC507FBEE}"/>
              </a:ext>
            </a:extLst>
          </p:cNvPr>
          <p:cNvSpPr>
            <a:spLocks noGrp="1"/>
          </p:cNvSpPr>
          <p:nvPr>
            <p:ph type="title"/>
          </p:nvPr>
        </p:nvSpPr>
        <p:spPr/>
        <p:txBody>
          <a:bodyPr/>
          <a:lstStyle/>
          <a:p>
            <a:r>
              <a:rPr lang="en-US" dirty="0"/>
              <a:t>Figure 2.5</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altLang="en-US"/>
              <a:t>Computer Clocks </a:t>
            </a:r>
          </a:p>
        </p:txBody>
      </p:sp>
      <p:pic>
        <p:nvPicPr>
          <p:cNvPr id="3" name="Picture 2"/>
          <p:cNvPicPr/>
          <p:nvPr/>
        </p:nvPicPr>
        <p:blipFill>
          <a:blip r:embed="rId2"/>
          <a:stretch>
            <a:fillRect/>
          </a:stretch>
        </p:blipFill>
        <p:spPr>
          <a:xfrm>
            <a:off x="0" y="0"/>
            <a:ext cx="9144000" cy="6858000"/>
          </a:xfrm>
          <a:prstGeom prst="rect">
            <a:avLst/>
          </a:prstGeom>
        </p:spPr>
      </p:pic>
    </p:spTree>
    <p:extLst>
      <p:ext uri="{BB962C8B-B14F-4D97-AF65-F5344CB8AC3E}">
        <p14:creationId xmlns:p14="http://schemas.microsoft.com/office/powerpoint/2010/main" val="12523951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74" name="Table 273" descr="The table has 5 columns labeled I sub c, p, m, k, and t. Information for the rows will be listed in the order, technology, I sub C, p, m, k, t. Row 1. Instruction set architecture. x, x, blank, blank, blank. Row 2. Compiler technology. X, x, x, blank, blank. Row 3. Processor implementation. Blank, x, blank, blank, x. Row 4. Cache and memory hierarchy. Blank, blank, blank, x, x." title="A table with the title, performance factors and system attributes. Each cell in the table has either an x or a blank space."/>
          <p:cNvGraphicFramePr>
            <a:graphicFrameLocks noGrp="1"/>
          </p:cNvGraphicFramePr>
          <p:nvPr>
            <p:extLst>
              <p:ext uri="{D42A27DB-BD31-4B8C-83A1-F6EECF244321}">
                <p14:modId xmlns:p14="http://schemas.microsoft.com/office/powerpoint/2010/main" val="1073567625"/>
              </p:ext>
            </p:extLst>
          </p:nvPr>
        </p:nvGraphicFramePr>
        <p:xfrm>
          <a:off x="395536" y="2708920"/>
          <a:ext cx="8352929" cy="2151433"/>
        </p:xfrm>
        <a:graphic>
          <a:graphicData uri="http://schemas.openxmlformats.org/drawingml/2006/table">
            <a:tbl>
              <a:tblPr firstRow="1" bandRow="1">
                <a:tableStyleId>{5C22544A-7EE6-4342-B048-85BDC9FD1C3A}</a:tableStyleId>
              </a:tblPr>
              <a:tblGrid>
                <a:gridCol w="2304257">
                  <a:extLst>
                    <a:ext uri="{9D8B030D-6E8A-4147-A177-3AD203B41FA5}">
                      <a16:colId xmlns:a16="http://schemas.microsoft.com/office/drawing/2014/main" xmlns="" val="528802535"/>
                    </a:ext>
                  </a:extLst>
                </a:gridCol>
                <a:gridCol w="1173076">
                  <a:extLst>
                    <a:ext uri="{9D8B030D-6E8A-4147-A177-3AD203B41FA5}">
                      <a16:colId xmlns:a16="http://schemas.microsoft.com/office/drawing/2014/main" xmlns="" val="3102758518"/>
                    </a:ext>
                  </a:extLst>
                </a:gridCol>
                <a:gridCol w="1235034">
                  <a:extLst>
                    <a:ext uri="{9D8B030D-6E8A-4147-A177-3AD203B41FA5}">
                      <a16:colId xmlns:a16="http://schemas.microsoft.com/office/drawing/2014/main" xmlns="" val="2543019389"/>
                    </a:ext>
                  </a:extLst>
                </a:gridCol>
                <a:gridCol w="1211283">
                  <a:extLst>
                    <a:ext uri="{9D8B030D-6E8A-4147-A177-3AD203B41FA5}">
                      <a16:colId xmlns:a16="http://schemas.microsoft.com/office/drawing/2014/main" xmlns="" val="4122312373"/>
                    </a:ext>
                  </a:extLst>
                </a:gridCol>
                <a:gridCol w="1235034">
                  <a:extLst>
                    <a:ext uri="{9D8B030D-6E8A-4147-A177-3AD203B41FA5}">
                      <a16:colId xmlns:a16="http://schemas.microsoft.com/office/drawing/2014/main" xmlns="" val="340325420"/>
                    </a:ext>
                  </a:extLst>
                </a:gridCol>
                <a:gridCol w="1194245">
                  <a:extLst>
                    <a:ext uri="{9D8B030D-6E8A-4147-A177-3AD203B41FA5}">
                      <a16:colId xmlns:a16="http://schemas.microsoft.com/office/drawing/2014/main" xmlns="" val="708195715"/>
                    </a:ext>
                  </a:extLst>
                </a:gridCol>
              </a:tblGrid>
              <a:tr h="318907">
                <a:tc>
                  <a:txBody>
                    <a:bodyPr/>
                    <a:lstStyle/>
                    <a:p>
                      <a:r>
                        <a:rPr lang="en-IN" sz="1200" dirty="0">
                          <a:solidFill>
                            <a:schemeClr val="tx1"/>
                          </a:solidFill>
                        </a:rPr>
                        <a:t> </a:t>
                      </a:r>
                    </a:p>
                  </a:txBody>
                  <a:tcPr>
                    <a:lnL w="12700" cap="flat" cmpd="sng" algn="ctr">
                      <a:no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IN" sz="1200" b="1" i="1" u="none" strike="noStrike" cap="none" baseline="0" dirty="0" err="1">
                          <a:solidFill>
                            <a:schemeClr val="tx1"/>
                          </a:solidFill>
                          <a:latin typeface="+mn-lt"/>
                          <a:ea typeface="+mn-ea"/>
                          <a:cs typeface="+mn-cs"/>
                          <a:sym typeface="Arial"/>
                        </a:rPr>
                        <a:t>Ic</a:t>
                      </a:r>
                      <a:endParaRPr lang="en-IN" sz="1200" b="1" i="1" dirty="0">
                        <a:solidFill>
                          <a:schemeClr val="tx1"/>
                        </a:solidFill>
                      </a:endParaRP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US" sz="1200" b="1" i="1" u="none" strike="noStrike" cap="none" baseline="0" dirty="0">
                          <a:solidFill>
                            <a:schemeClr val="tx1"/>
                          </a:solidFill>
                          <a:latin typeface="+mn-lt"/>
                          <a:ea typeface="+mn-ea"/>
                          <a:cs typeface="+mn-cs"/>
                          <a:sym typeface="Arial"/>
                        </a:rPr>
                        <a:t>p</a:t>
                      </a:r>
                      <a:endParaRPr lang="en-IN" sz="1200" b="1" i="1" dirty="0">
                        <a:solidFill>
                          <a:schemeClr val="tx1"/>
                        </a:solidFill>
                      </a:endParaRP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200" b="1" i="1" dirty="0">
                          <a:solidFill>
                            <a:schemeClr val="tx1"/>
                          </a:solidFill>
                        </a:rPr>
                        <a:t>m</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200" b="1" i="1" dirty="0">
                          <a:solidFill>
                            <a:schemeClr val="tx1"/>
                          </a:solidFill>
                        </a:rPr>
                        <a:t>k</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200" b="1" i="1" dirty="0">
                          <a:solidFill>
                            <a:schemeClr val="tx1"/>
                          </a:solidFill>
                          <a:sym typeface="Symbol" panose="05050102010706020507" pitchFamily="18" charset="2"/>
                        </a:rPr>
                        <a:t></a:t>
                      </a:r>
                      <a:endParaRPr lang="en-IN" sz="1200" b="1" i="1" dirty="0">
                        <a:solidFill>
                          <a:schemeClr val="tx1"/>
                        </a:solidFill>
                      </a:endParaRP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xmlns="" val="3717666487"/>
                  </a:ext>
                </a:extLst>
              </a:tr>
              <a:tr h="464518">
                <a:tc>
                  <a:txBody>
                    <a:bodyPr/>
                    <a:lstStyle/>
                    <a:p>
                      <a:r>
                        <a:rPr lang="en-IN" sz="1200" b="0" i="0" u="none" strike="noStrike" cap="none" baseline="0" dirty="0">
                          <a:solidFill>
                            <a:schemeClr val="dk1"/>
                          </a:solidFill>
                          <a:latin typeface="+mn-lt"/>
                          <a:ea typeface="+mn-ea"/>
                          <a:cs typeface="+mn-cs"/>
                          <a:sym typeface="Arial"/>
                        </a:rPr>
                        <a:t>Instruction set architecture</a:t>
                      </a:r>
                      <a:endParaRPr lang="en-IN" sz="12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200" b="0" i="0" u="none" strike="noStrike" cap="none" baseline="0" dirty="0">
                          <a:solidFill>
                            <a:schemeClr val="dk1"/>
                          </a:solidFill>
                          <a:latin typeface="+mn-lt"/>
                          <a:ea typeface="+mn-ea"/>
                          <a:cs typeface="+mn-cs"/>
                          <a:sym typeface="Arial"/>
                        </a:rPr>
                        <a:t>X</a:t>
                      </a:r>
                      <a:endParaRPr lang="en-IN" sz="12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200" b="0" i="0" u="none" strike="noStrike" cap="none" baseline="0" dirty="0">
                          <a:solidFill>
                            <a:schemeClr val="dk1"/>
                          </a:solidFill>
                          <a:latin typeface="+mn-lt"/>
                          <a:ea typeface="+mn-ea"/>
                          <a:cs typeface="+mn-cs"/>
                          <a:sym typeface="Arial"/>
                        </a:rPr>
                        <a:t>X</a:t>
                      </a:r>
                      <a:endParaRPr lang="en-IN" sz="12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endParaRPr lang="en-IN" sz="12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endParaRPr lang="en-IN" sz="12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endParaRPr lang="en-IN" sz="12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xmlns="" val="4062764516"/>
                  </a:ext>
                </a:extLst>
              </a:tr>
              <a:tr h="530878">
                <a:tc>
                  <a:txBody>
                    <a:bodyPr/>
                    <a:lstStyle/>
                    <a:p>
                      <a:r>
                        <a:rPr lang="en-IN" sz="1200" b="0" i="0" u="none" strike="noStrike" cap="none" baseline="0" dirty="0">
                          <a:solidFill>
                            <a:schemeClr val="dk1"/>
                          </a:solidFill>
                          <a:latin typeface="+mn-lt"/>
                          <a:ea typeface="+mn-ea"/>
                          <a:cs typeface="+mn-cs"/>
                          <a:sym typeface="Arial"/>
                        </a:rPr>
                        <a:t>Compiler technology</a:t>
                      </a:r>
                      <a:endParaRPr lang="en-IN" sz="12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200" b="0" i="0" u="none" strike="noStrike" cap="none" baseline="0" dirty="0">
                          <a:solidFill>
                            <a:schemeClr val="dk1"/>
                          </a:solidFill>
                          <a:latin typeface="+mn-lt"/>
                          <a:ea typeface="+mn-ea"/>
                          <a:cs typeface="+mn-cs"/>
                          <a:sym typeface="Arial"/>
                        </a:rPr>
                        <a:t>X</a:t>
                      </a:r>
                      <a:endParaRPr lang="en-IN" sz="12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1200" b="0" i="0" u="none" strike="noStrike" cap="none" baseline="0" dirty="0">
                          <a:solidFill>
                            <a:schemeClr val="dk1"/>
                          </a:solidFill>
                          <a:latin typeface="+mn-lt"/>
                          <a:ea typeface="+mn-ea"/>
                          <a:cs typeface="+mn-cs"/>
                          <a:sym typeface="Arial"/>
                        </a:rPr>
                        <a:t>X</a:t>
                      </a:r>
                      <a:endParaRPr lang="en-IN" sz="12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1200" b="0" i="0" u="none" strike="noStrike" cap="none" baseline="0" dirty="0">
                          <a:solidFill>
                            <a:schemeClr val="dk1"/>
                          </a:solidFill>
                          <a:latin typeface="+mn-lt"/>
                          <a:ea typeface="+mn-ea"/>
                          <a:cs typeface="+mn-cs"/>
                          <a:sym typeface="Arial"/>
                        </a:rPr>
                        <a:t>X</a:t>
                      </a:r>
                      <a:endParaRPr lang="en-IN" sz="12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IN" sz="12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IN" sz="12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xmlns="" val="3801756320"/>
                  </a:ext>
                </a:extLst>
              </a:tr>
              <a:tr h="359615">
                <a:tc>
                  <a:txBody>
                    <a:bodyPr/>
                    <a:lstStyle/>
                    <a:p>
                      <a:r>
                        <a:rPr lang="en-IN" sz="1200" b="0" i="0" u="none" strike="noStrike" cap="none" baseline="0" dirty="0">
                          <a:solidFill>
                            <a:schemeClr val="dk1"/>
                          </a:solidFill>
                          <a:latin typeface="+mn-lt"/>
                          <a:ea typeface="+mn-ea"/>
                          <a:cs typeface="+mn-cs"/>
                          <a:sym typeface="Arial"/>
                        </a:rPr>
                        <a:t>Processor implementation</a:t>
                      </a:r>
                      <a:endParaRPr lang="en-IN" sz="1200" dirty="0"/>
                    </a:p>
                  </a:txBody>
                  <a:tcPr anchor="ctr">
                    <a:lnL w="12700" cap="flat" cmpd="sng" algn="ctr">
                      <a:solidFill>
                        <a:schemeClr val="tx1"/>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endParaRPr lang="en-IN" sz="12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200" b="0" i="0" u="none" strike="noStrike" cap="none" baseline="0" dirty="0">
                          <a:solidFill>
                            <a:schemeClr val="dk1"/>
                          </a:solidFill>
                          <a:latin typeface="+mn-lt"/>
                          <a:ea typeface="+mn-ea"/>
                          <a:cs typeface="+mn-cs"/>
                          <a:sym typeface="Arial"/>
                        </a:rPr>
                        <a:t>X</a:t>
                      </a:r>
                      <a:endParaRPr lang="en-IN" sz="12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endParaRPr lang="en-IN" sz="12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endParaRPr lang="en-IN" sz="12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200" b="0" i="0" u="none" strike="noStrike" cap="none" baseline="0" dirty="0">
                          <a:solidFill>
                            <a:schemeClr val="dk1"/>
                          </a:solidFill>
                          <a:latin typeface="+mn-lt"/>
                          <a:ea typeface="+mn-ea"/>
                          <a:cs typeface="+mn-cs"/>
                          <a:sym typeface="Arial"/>
                        </a:rPr>
                        <a:t>X</a:t>
                      </a:r>
                      <a:endParaRPr lang="en-IN" sz="12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xmlns="" val="1007438362"/>
                  </a:ext>
                </a:extLst>
              </a:tr>
              <a:tr h="477515">
                <a:tc>
                  <a:txBody>
                    <a:bodyPr/>
                    <a:lstStyle/>
                    <a:p>
                      <a:r>
                        <a:rPr lang="en-IN" sz="1200" b="0" i="0" u="none" strike="noStrike" cap="none" baseline="0" dirty="0">
                          <a:solidFill>
                            <a:schemeClr val="dk1"/>
                          </a:solidFill>
                          <a:latin typeface="+mn-lt"/>
                          <a:ea typeface="+mn-ea"/>
                          <a:cs typeface="+mn-cs"/>
                          <a:sym typeface="Arial"/>
                        </a:rPr>
                        <a:t>Cache and memory hierarchy</a:t>
                      </a:r>
                      <a:endParaRPr lang="en-IN" sz="12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endParaRPr lang="en-IN" sz="12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endParaRPr lang="en-IN" sz="12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endParaRPr lang="en-IN" sz="12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200" b="0" i="0" u="none" strike="noStrike" cap="none" baseline="0" dirty="0">
                          <a:solidFill>
                            <a:schemeClr val="dk1"/>
                          </a:solidFill>
                          <a:latin typeface="+mn-lt"/>
                          <a:ea typeface="+mn-ea"/>
                          <a:cs typeface="+mn-cs"/>
                          <a:sym typeface="Arial"/>
                        </a:rPr>
                        <a:t>X</a:t>
                      </a:r>
                      <a:endParaRPr lang="en-IN" sz="12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200" b="0" i="0" u="none" strike="noStrike" cap="none" baseline="0" dirty="0">
                          <a:solidFill>
                            <a:schemeClr val="dk1"/>
                          </a:solidFill>
                          <a:latin typeface="+mn-lt"/>
                          <a:ea typeface="+mn-ea"/>
                          <a:cs typeface="+mn-cs"/>
                          <a:sym typeface="Arial"/>
                        </a:rPr>
                        <a:t>X</a:t>
                      </a:r>
                      <a:endParaRPr lang="en-IN" sz="12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xmlns="" val="794824530"/>
                  </a:ext>
                </a:extLst>
              </a:tr>
            </a:tbl>
          </a:graphicData>
        </a:graphic>
      </p:graphicFrame>
      <p:sp>
        <p:nvSpPr>
          <p:cNvPr id="2" name="Title 1">
            <a:extLst>
              <a:ext uri="{FF2B5EF4-FFF2-40B4-BE49-F238E27FC236}">
                <a16:creationId xmlns:a16="http://schemas.microsoft.com/office/drawing/2014/main" xmlns="" id="{6C102204-C69E-4A3C-BF42-D96882093759}"/>
              </a:ext>
            </a:extLst>
          </p:cNvPr>
          <p:cNvSpPr>
            <a:spLocks noGrp="1"/>
          </p:cNvSpPr>
          <p:nvPr>
            <p:ph type="title"/>
          </p:nvPr>
        </p:nvSpPr>
        <p:spPr>
          <a:xfrm>
            <a:off x="313222" y="332656"/>
            <a:ext cx="8517555" cy="1097279"/>
          </a:xfrm>
        </p:spPr>
        <p:txBody>
          <a:bodyPr/>
          <a:lstStyle/>
          <a:p>
            <a:r>
              <a:rPr lang="en-US" sz="2800" dirty="0"/>
              <a:t>Table 2.1  Performance Factors and System Attributes </a:t>
            </a:r>
            <a:br>
              <a:rPr lang="en-US" sz="2800" dirty="0"/>
            </a:br>
            <a:endParaRPr lang="en-US" sz="2800" dirty="0"/>
          </a:p>
        </p:txBody>
      </p:sp>
    </p:spTree>
  </p:cSld>
  <p:clrMapOvr>
    <a:masterClrMapping/>
  </p:clrMapOvr>
  <p:transition spd="med">
    <p:wipe dir="d"/>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altLang="en-US"/>
              <a:t>Computing CPU time</a:t>
            </a:r>
          </a:p>
        </p:txBody>
      </p:sp>
      <p:pic>
        <p:nvPicPr>
          <p:cNvPr id="3" name="Picture 2"/>
          <p:cNvPicPr/>
          <p:nvPr/>
        </p:nvPicPr>
        <p:blipFill>
          <a:blip r:embed="rId2"/>
          <a:stretch>
            <a:fillRect/>
          </a:stretch>
        </p:blipFill>
        <p:spPr>
          <a:xfrm>
            <a:off x="0" y="0"/>
            <a:ext cx="9144000" cy="6858000"/>
          </a:xfrm>
          <a:prstGeom prst="rect">
            <a:avLst/>
          </a:prstGeom>
        </p:spPr>
      </p:pic>
    </p:spTree>
    <p:extLst>
      <p:ext uri="{BB962C8B-B14F-4D97-AF65-F5344CB8AC3E}">
        <p14:creationId xmlns:p14="http://schemas.microsoft.com/office/powerpoint/2010/main" val="36769569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altLang="en-US"/>
              <a:t>Example of Computing CPU time</a:t>
            </a:r>
          </a:p>
        </p:txBody>
      </p:sp>
      <p:pic>
        <p:nvPicPr>
          <p:cNvPr id="3" name="Picture 2"/>
          <p:cNvPicPr/>
          <p:nvPr/>
        </p:nvPicPr>
        <p:blipFill>
          <a:blip r:embed="rId2"/>
          <a:stretch>
            <a:fillRect/>
          </a:stretch>
        </p:blipFill>
        <p:spPr>
          <a:xfrm>
            <a:off x="0" y="0"/>
            <a:ext cx="9144000" cy="6858000"/>
          </a:xfrm>
          <a:prstGeom prst="rect">
            <a:avLst/>
          </a:prstGeom>
        </p:spPr>
      </p:pic>
    </p:spTree>
    <p:extLst>
      <p:ext uri="{BB962C8B-B14F-4D97-AF65-F5344CB8AC3E}">
        <p14:creationId xmlns:p14="http://schemas.microsoft.com/office/powerpoint/2010/main" val="40807648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altLang="en-US"/>
              <a:t>Computing CPI</a:t>
            </a:r>
          </a:p>
        </p:txBody>
      </p:sp>
      <p:pic>
        <p:nvPicPr>
          <p:cNvPr id="3" name="Picture 2"/>
          <p:cNvPicPr/>
          <p:nvPr/>
        </p:nvPicPr>
        <p:blipFill>
          <a:blip r:embed="rId2"/>
          <a:stretch>
            <a:fillRect/>
          </a:stretch>
        </p:blipFill>
        <p:spPr>
          <a:xfrm>
            <a:off x="0" y="0"/>
            <a:ext cx="9144000" cy="6858000"/>
          </a:xfrm>
          <a:prstGeom prst="rect">
            <a:avLst/>
          </a:prstGeom>
        </p:spPr>
      </p:pic>
    </p:spTree>
    <p:extLst>
      <p:ext uri="{BB962C8B-B14F-4D97-AF65-F5344CB8AC3E}">
        <p14:creationId xmlns:p14="http://schemas.microsoft.com/office/powerpoint/2010/main" val="12609003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altLang="en-US"/>
              <a:t>Poor Performance Metrics</a:t>
            </a:r>
          </a:p>
        </p:txBody>
      </p:sp>
      <p:pic>
        <p:nvPicPr>
          <p:cNvPr id="3" name="Picture 2"/>
          <p:cNvPicPr/>
          <p:nvPr/>
        </p:nvPicPr>
        <p:blipFill>
          <a:blip r:embed="rId2"/>
          <a:stretch>
            <a:fillRect/>
          </a:stretch>
        </p:blipFill>
        <p:spPr>
          <a:xfrm>
            <a:off x="-19889" y="26785"/>
            <a:ext cx="9144000" cy="6858000"/>
          </a:xfrm>
          <a:prstGeom prst="rect">
            <a:avLst/>
          </a:prstGeom>
        </p:spPr>
      </p:pic>
    </p:spTree>
    <p:extLst>
      <p:ext uri="{BB962C8B-B14F-4D97-AF65-F5344CB8AC3E}">
        <p14:creationId xmlns:p14="http://schemas.microsoft.com/office/powerpoint/2010/main" val="20288031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MY" altLang="en-US" b="0"/>
              <a:t>Mhz (MegaHertz) and Ghz (GigaHertz)</a:t>
            </a:r>
            <a:endParaRPr lang="en-MY" altLang="en-US"/>
          </a:p>
        </p:txBody>
      </p:sp>
      <p:pic>
        <p:nvPicPr>
          <p:cNvPr id="3" name="Picture 2"/>
          <p:cNvPicPr/>
          <p:nvPr/>
        </p:nvPicPr>
        <p:blipFill>
          <a:blip r:embed="rId2"/>
          <a:stretch>
            <a:fillRect/>
          </a:stretch>
        </p:blipFill>
        <p:spPr>
          <a:xfrm>
            <a:off x="0" y="0"/>
            <a:ext cx="9144000" cy="6858000"/>
          </a:xfrm>
          <a:prstGeom prst="rect">
            <a:avLst/>
          </a:prstGeom>
        </p:spPr>
      </p:pic>
    </p:spTree>
    <p:extLst>
      <p:ext uri="{BB962C8B-B14F-4D97-AF65-F5344CB8AC3E}">
        <p14:creationId xmlns:p14="http://schemas.microsoft.com/office/powerpoint/2010/main" val="22108867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en-US" dirty="0"/>
              <a:t>Benchmark Principles</a:t>
            </a:r>
          </a:p>
        </p:txBody>
      </p:sp>
      <p:sp>
        <p:nvSpPr>
          <p:cNvPr id="10" name="Content Placeholder 9"/>
          <p:cNvSpPr>
            <a:spLocks noGrp="1"/>
          </p:cNvSpPr>
          <p:nvPr>
            <p:ph type="body" idx="1"/>
          </p:nvPr>
        </p:nvSpPr>
        <p:spPr/>
        <p:txBody>
          <a:bodyPr>
            <a:normAutofit/>
          </a:bodyPr>
          <a:lstStyle/>
          <a:p>
            <a:pPr marL="317500" indent="-317500">
              <a:lnSpc>
                <a:spcPct val="90000"/>
              </a:lnSpc>
              <a:spcBef>
                <a:spcPts val="0"/>
              </a:spcBef>
            </a:pPr>
            <a:r>
              <a:rPr lang="en-US" sz="2800" dirty="0"/>
              <a:t>Desirable characteristics of a benchmark program:</a:t>
            </a:r>
          </a:p>
          <a:p>
            <a:pPr marL="0" indent="0">
              <a:lnSpc>
                <a:spcPct val="90000"/>
              </a:lnSpc>
              <a:spcBef>
                <a:spcPts val="0"/>
              </a:spcBef>
              <a:buNone/>
            </a:pPr>
            <a:endParaRPr lang="en-US" sz="2800" dirty="0"/>
          </a:p>
          <a:p>
            <a:pPr marL="628650" lvl="1" indent="-320675">
              <a:lnSpc>
                <a:spcPct val="90000"/>
              </a:lnSpc>
              <a:spcBef>
                <a:spcPts val="0"/>
              </a:spcBef>
              <a:buClr>
                <a:schemeClr val="accent2">
                  <a:lumMod val="75000"/>
                  <a:lumOff val="25000"/>
                </a:schemeClr>
              </a:buClr>
              <a:buSzPct val="100000"/>
              <a:buFont typeface="+mj-lt"/>
              <a:buAutoNum type="arabicPeriod"/>
            </a:pPr>
            <a:r>
              <a:rPr lang="en-US" sz="2400" dirty="0"/>
              <a:t>It is written in a high-level language, making it portable across different machines</a:t>
            </a:r>
          </a:p>
          <a:p>
            <a:pPr marL="628650" lvl="1" indent="-320675">
              <a:buClr>
                <a:schemeClr val="accent2">
                  <a:lumMod val="75000"/>
                  <a:lumOff val="25000"/>
                </a:schemeClr>
              </a:buClr>
              <a:buSzPct val="100000"/>
              <a:buFont typeface="+mj-lt"/>
              <a:buAutoNum type="arabicPeriod"/>
            </a:pPr>
            <a:r>
              <a:rPr lang="en-US" sz="2400" dirty="0"/>
              <a:t>It is representative of a particular kind of programming domain or paradigm, such as systems programming, numerical programming, or commercial programming</a:t>
            </a:r>
          </a:p>
          <a:p>
            <a:pPr marL="628650" lvl="1" indent="-320675">
              <a:buClr>
                <a:schemeClr val="accent2">
                  <a:lumMod val="75000"/>
                  <a:lumOff val="25000"/>
                </a:schemeClr>
              </a:buClr>
              <a:buSzPct val="100000"/>
              <a:buFont typeface="+mj-lt"/>
              <a:buAutoNum type="arabicPeriod"/>
            </a:pPr>
            <a:r>
              <a:rPr lang="en-US" sz="2400" dirty="0"/>
              <a:t>It can be measured easily</a:t>
            </a:r>
          </a:p>
          <a:p>
            <a:pPr marL="628650" lvl="1" indent="-320675">
              <a:buClr>
                <a:schemeClr val="accent2">
                  <a:lumMod val="75000"/>
                  <a:lumOff val="25000"/>
                </a:schemeClr>
              </a:buClr>
              <a:buSzPct val="100000"/>
              <a:buFont typeface="+mj-lt"/>
              <a:buAutoNum type="arabicPeriod"/>
            </a:pPr>
            <a:r>
              <a:rPr lang="en-US" sz="2400" dirty="0"/>
              <a:t>It has wide distribution</a:t>
            </a:r>
          </a:p>
          <a:p>
            <a:pPr lvl="1"/>
            <a:endParaRPr lang="en-US" dirty="0"/>
          </a:p>
        </p:txBody>
      </p:sp>
    </p:spTree>
    <p:extLst>
      <p:ext uri="{BB962C8B-B14F-4D97-AF65-F5344CB8AC3E}">
        <p14:creationId xmlns:p14="http://schemas.microsoft.com/office/powerpoint/2010/main" val="15438854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p:cNvSpPr>
            <a:spLocks noGrp="1" noChangeArrowheads="1"/>
          </p:cNvSpPr>
          <p:nvPr>
            <p:ph type="title"/>
          </p:nvPr>
        </p:nvSpPr>
        <p:spPr/>
        <p:txBody>
          <a:bodyPr/>
          <a:lstStyle/>
          <a:p>
            <a:r>
              <a:rPr lang="en-GB" dirty="0"/>
              <a:t>System Performance Evaluation Corporation (SPEC)</a:t>
            </a:r>
          </a:p>
        </p:txBody>
      </p:sp>
      <p:sp>
        <p:nvSpPr>
          <p:cNvPr id="7" name="Content Placeholder 6"/>
          <p:cNvSpPr>
            <a:spLocks noGrp="1"/>
          </p:cNvSpPr>
          <p:nvPr>
            <p:ph type="body" idx="1"/>
          </p:nvPr>
        </p:nvSpPr>
        <p:spPr/>
        <p:txBody>
          <a:bodyPr/>
          <a:lstStyle/>
          <a:p>
            <a:pPr marL="317500" indent="-317500"/>
            <a:r>
              <a:rPr lang="en-US" dirty="0"/>
              <a:t>Benchmark suite</a:t>
            </a:r>
          </a:p>
          <a:p>
            <a:pPr marL="635000" lvl="1" indent="-304800"/>
            <a:r>
              <a:rPr lang="en-US" sz="1800" dirty="0"/>
              <a:t>A collection of programs, defined in a high-level language</a:t>
            </a:r>
          </a:p>
          <a:p>
            <a:pPr marL="635000" lvl="1" indent="-304800"/>
            <a:r>
              <a:rPr lang="en-US" sz="1800" dirty="0"/>
              <a:t>Together attempt to provide a representative test of a computer in a particular application or system programming area</a:t>
            </a:r>
          </a:p>
          <a:p>
            <a:pPr marL="330200" lvl="1" indent="-285750">
              <a:spcBef>
                <a:spcPts val="2000"/>
              </a:spcBef>
            </a:pPr>
            <a:r>
              <a:rPr lang="en-US" sz="2000" dirty="0"/>
              <a:t>SPEC</a:t>
            </a:r>
          </a:p>
          <a:p>
            <a:pPr marL="635000" lvl="1" indent="-304800"/>
            <a:r>
              <a:rPr lang="en-US" sz="1800" dirty="0"/>
              <a:t>An industry consortium</a:t>
            </a:r>
          </a:p>
          <a:p>
            <a:pPr marL="635000" lvl="1" indent="-304800"/>
            <a:r>
              <a:rPr lang="en-US" sz="1800" dirty="0"/>
              <a:t>Defines and maintains the best known collection of benchmark suites aimed at evaluating computer systems</a:t>
            </a:r>
          </a:p>
          <a:p>
            <a:pPr marL="635000" lvl="1" indent="-304800"/>
            <a:r>
              <a:rPr lang="en-US" sz="1800" dirty="0"/>
              <a:t>Performance measurements are widely used for comparison and research purposes</a:t>
            </a:r>
          </a:p>
          <a:p>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Title 61"/>
          <p:cNvSpPr>
            <a:spLocks noGrp="1"/>
          </p:cNvSpPr>
          <p:nvPr>
            <p:ph type="title"/>
          </p:nvPr>
        </p:nvSpPr>
        <p:spPr>
          <a:xfrm>
            <a:off x="457200" y="465330"/>
            <a:ext cx="8229600" cy="849787"/>
          </a:xfrm>
        </p:spPr>
        <p:txBody>
          <a:bodyPr>
            <a:noAutofit/>
          </a:bodyPr>
          <a:lstStyle/>
          <a:p>
            <a:r>
              <a:rPr lang="en-US" dirty="0"/>
              <a:t>SPEC CPU2017</a:t>
            </a:r>
          </a:p>
        </p:txBody>
      </p:sp>
      <p:sp>
        <p:nvSpPr>
          <p:cNvPr id="66" name="Content Placeholder 65"/>
          <p:cNvSpPr>
            <a:spLocks noGrp="1"/>
          </p:cNvSpPr>
          <p:nvPr>
            <p:ph type="body" idx="1"/>
          </p:nvPr>
        </p:nvSpPr>
        <p:spPr/>
        <p:txBody>
          <a:bodyPr/>
          <a:lstStyle/>
          <a:p>
            <a:pPr marL="317500" indent="-317500"/>
            <a:r>
              <a:rPr lang="en-US" sz="2200" dirty="0"/>
              <a:t>Best known SPEC benchmark suite</a:t>
            </a:r>
          </a:p>
          <a:p>
            <a:pPr marL="317500" indent="-317500"/>
            <a:r>
              <a:rPr lang="en-US" sz="2200" dirty="0"/>
              <a:t>Industry standard suite for processor intensive applications</a:t>
            </a:r>
          </a:p>
          <a:p>
            <a:pPr marL="317500" indent="-317500"/>
            <a:r>
              <a:rPr lang="en-US" sz="2200" dirty="0"/>
              <a:t>Appropriate for measuring performance for applications that spend most of their time doing computation rather than I/O</a:t>
            </a:r>
          </a:p>
          <a:p>
            <a:pPr marL="317500" indent="-317500"/>
            <a:r>
              <a:rPr lang="en-US" sz="2200" dirty="0"/>
              <a:t>Consists of 20 integer benchmarks and 23 floating-point benchmarks written in C, C++, and Fortran</a:t>
            </a:r>
          </a:p>
          <a:p>
            <a:pPr marL="317500" indent="-317500"/>
            <a:r>
              <a:rPr lang="en-US" sz="2200" dirty="0"/>
              <a:t>For all of the integer benchmarks and most of the floating-point benchmarks, there are both rate and speed benchmark programs</a:t>
            </a:r>
          </a:p>
          <a:p>
            <a:pPr marL="317500" indent="-317500"/>
            <a:r>
              <a:rPr lang="en-US" sz="2200" dirty="0"/>
              <a:t>The suite contains over 11 million lines of code</a:t>
            </a:r>
          </a:p>
        </p:txBody>
      </p:sp>
    </p:spTree>
  </p:cSld>
  <p:clrMapOvr>
    <a:masterClrMapping/>
  </p:clrMapOvr>
  <p:transition spd="med">
    <p:wipe dir="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6048672" y="6203404"/>
            <a:ext cx="3347864" cy="253916"/>
          </a:xfrm>
          <a:prstGeom prst="rect">
            <a:avLst/>
          </a:prstGeom>
          <a:noFill/>
        </p:spPr>
        <p:txBody>
          <a:bodyPr wrap="square" rtlCol="0">
            <a:spAutoFit/>
          </a:bodyPr>
          <a:lstStyle/>
          <a:p>
            <a:r>
              <a:rPr lang="en-US" sz="1050" dirty="0">
                <a:latin typeface="+mn-lt"/>
              </a:rPr>
              <a:t>(Table can be found on page 61 in the textbook.)</a:t>
            </a:r>
          </a:p>
        </p:txBody>
      </p:sp>
      <p:sp>
        <p:nvSpPr>
          <p:cNvPr id="9" name="Rectangle 1"/>
          <p:cNvSpPr>
            <a:spLocks noChangeArrowheads="1"/>
          </p:cNvSpPr>
          <p:nvPr/>
        </p:nvSpPr>
        <p:spPr bwMode="auto">
          <a:xfrm>
            <a:off x="9198" y="6190589"/>
            <a:ext cx="1008352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x-none" altLang="x-none" sz="1200" b="0" i="0" u="none" strike="noStrike" cap="none" normalizeH="0" baseline="0" dirty="0">
                <a:ln>
                  <a:noFill/>
                </a:ln>
                <a:solidFill>
                  <a:schemeClr val="tx1"/>
                </a:solidFill>
                <a:effectLst/>
                <a:latin typeface="Arial" charset="0"/>
              </a:rPr>
              <a:t>Kloc  =  line count (including comments/whitespace) for source files used in a build/1000</a:t>
            </a:r>
          </a:p>
        </p:txBody>
      </p:sp>
      <p:graphicFrame>
        <p:nvGraphicFramePr>
          <p:cNvPr id="11" name="Table 10" descr="The first table, corresponding to integer, has 5 columns labeled, rate, speed, language, kloc, application area. The rows read in that order as follows from left to right. Row 1. 500 dot p e r l b e n c h underscore r. 600 dot p e r l b e n c h underscore s. C. 363. Perl interpreter. Row 2. 502 dot g c c underscore r. 602 dot g c c underscore s. C. 1304. G N U C compiler. Row 3. 505 dot m c f underscore r. 605 dot m c f underscore s. C. 3. Route planning. Row 4. 520 dot o m n e t p p underscore r. 620 dot o m n e t p p underscore s. C. plus plus. 134. Discrete event simulation, computer network. Row 5. 523 dot x a l a n c b m k underscore r. 623 dot x a l a n c b m k underscore s. C plus plus. 520. X M L to H T M L conversion via X S L T. Row 6. 525 dot x 2 6 4 underscore r. 625 dot x 264 underscore s. C. 96. Video compression. Row 7. 531 dot deeps j e n g underscore r. 631 dot deeps jeng underscore s. c plus plus. 10. A I, alpha beta tree search, chess. Row 8. 541 l e e l a underscore r. 641 dot l e e l a underscore s. C plus plus. 21. A I, monte Carlo tree search, go. Row 9. 548 dot exchange 2 underscore r. 648 dot exchange 2 underscore s. Fortran. 1. A I, recursive solution generator, sudoku. Row 10557 dot xz underscore r. 657 dot x z underscore s. C. 33. General data compression. The second table, corresponding to floating point, has 5 columns labeled, rate, speed, language, kloc, application area. The rows read in that order as follows from left to right. Row 1. 503 dot b waves underscore r. 603 dot b waves underscore s. F o r t r a n. 1. Explosion modeling. Row 2. 507 dot c a c t u b s s n underscore r. 607 dot c a c t u b s s n underscore s. c plus plus, c and f o r t r a n. 257. Physics, relativity. Row 3. 508 dot n a m d underscore r. blank. C plus plus, C. 257. Physics, relativity. Row 4. 508 dot n a m d underscore r. blank c plus plus. 427. Biomedical imaging, optical tomography with finite elements. Row 5. 511 dot p o v ray underscore r. blank. C plus plus. 170. Ray tracing. Row 6. 519 dot I b m underscore r. blank. C plus plus. 170. Ray tracing. Row 7. 521 dot w r f underscore r. 621 dot w r f underscore s. F o r t r a n, C. 991. Weather forecasting. Row 8. 526 point blender underscore r. blank. C plus plus. 1577. 3 d rendering and animation. Row 9. 527 dot cam 4 underscore r. 627 dot cam 4 underscore s. F o r t r a n, C. 407, atmosphere modeling. Row 10. Blank. 628 point pop 2 underscore s. F o r t r a n, C. 338. Wide scale ocean modeling at the climate level. Row 11. 538 dot I m a g I c k underscore r. 638 dot I m a g I c k underscore s. C. 259. Image manipulation. Row 12. 544 dot nab underscore r. 644 dot nab underscore s. C. 24. Molecular dynamics. Row 13. 549 dot f o t o n I k 3 d underscore r. 649 dot f o t o n I k 3 d underscore s. f o r t r a n. 14. Computational electromagnetics. Row 14. 554 dot r o m s underscore r. 654 dot r o m s underscore s. F o r t r a n. 210. Regional ocean modeling." title="2 tables labeled integer and floating point."/>
          <p:cNvGraphicFramePr>
            <a:graphicFrameLocks noGrp="1"/>
          </p:cNvGraphicFramePr>
          <p:nvPr>
            <p:extLst>
              <p:ext uri="{D42A27DB-BD31-4B8C-83A1-F6EECF244321}">
                <p14:modId xmlns:p14="http://schemas.microsoft.com/office/powerpoint/2010/main" val="35259867"/>
              </p:ext>
            </p:extLst>
          </p:nvPr>
        </p:nvGraphicFramePr>
        <p:xfrm>
          <a:off x="179513" y="306015"/>
          <a:ext cx="7416824" cy="5905653"/>
        </p:xfrm>
        <a:graphic>
          <a:graphicData uri="http://schemas.openxmlformats.org/drawingml/2006/table">
            <a:tbl>
              <a:tblPr firstRow="1" firstCol="1" bandRow="1"/>
              <a:tblGrid>
                <a:gridCol w="1463847">
                  <a:extLst>
                    <a:ext uri="{9D8B030D-6E8A-4147-A177-3AD203B41FA5}">
                      <a16:colId xmlns:a16="http://schemas.microsoft.com/office/drawing/2014/main" xmlns="" val="20000"/>
                    </a:ext>
                  </a:extLst>
                </a:gridCol>
                <a:gridCol w="1463847">
                  <a:extLst>
                    <a:ext uri="{9D8B030D-6E8A-4147-A177-3AD203B41FA5}">
                      <a16:colId xmlns:a16="http://schemas.microsoft.com/office/drawing/2014/main" xmlns="" val="20001"/>
                    </a:ext>
                  </a:extLst>
                </a:gridCol>
                <a:gridCol w="1037860">
                  <a:extLst>
                    <a:ext uri="{9D8B030D-6E8A-4147-A177-3AD203B41FA5}">
                      <a16:colId xmlns:a16="http://schemas.microsoft.com/office/drawing/2014/main" xmlns="" val="20002"/>
                    </a:ext>
                  </a:extLst>
                </a:gridCol>
                <a:gridCol w="718756">
                  <a:extLst>
                    <a:ext uri="{9D8B030D-6E8A-4147-A177-3AD203B41FA5}">
                      <a16:colId xmlns:a16="http://schemas.microsoft.com/office/drawing/2014/main" xmlns="" val="20003"/>
                    </a:ext>
                  </a:extLst>
                </a:gridCol>
                <a:gridCol w="2732514">
                  <a:extLst>
                    <a:ext uri="{9D8B030D-6E8A-4147-A177-3AD203B41FA5}">
                      <a16:colId xmlns:a16="http://schemas.microsoft.com/office/drawing/2014/main" xmlns="" val="20004"/>
                    </a:ext>
                  </a:extLst>
                </a:gridCol>
              </a:tblGrid>
              <a:tr h="651032">
                <a:tc>
                  <a:txBody>
                    <a:bodyPr/>
                    <a:lstStyle>
                      <a:lvl1pPr marR="0" algn="l" rtl="0">
                        <a:lnSpc>
                          <a:spcPct val="100000"/>
                        </a:lnSpc>
                        <a:spcBef>
                          <a:spcPts val="0"/>
                        </a:spcBef>
                        <a:spcAft>
                          <a:spcPts val="0"/>
                        </a:spcAft>
                        <a:buNone/>
                        <a:defRPr sz="1400" b="1" i="0" u="none" strike="noStrike" cap="none">
                          <a:solidFill>
                            <a:schemeClr val="lt1"/>
                          </a:solidFill>
                          <a:latin typeface="Rockwell"/>
                          <a:sym typeface="Arial"/>
                        </a:defRPr>
                      </a:lvl1pPr>
                      <a:lvl2pPr marR="0" algn="l" rtl="0">
                        <a:lnSpc>
                          <a:spcPct val="100000"/>
                        </a:lnSpc>
                        <a:spcBef>
                          <a:spcPts val="0"/>
                        </a:spcBef>
                        <a:spcAft>
                          <a:spcPts val="0"/>
                        </a:spcAft>
                        <a:buNone/>
                        <a:defRPr sz="1400" b="1" i="0" u="none" strike="noStrike" cap="none">
                          <a:solidFill>
                            <a:schemeClr val="lt1"/>
                          </a:solidFill>
                          <a:latin typeface="Rockwell"/>
                          <a:sym typeface="Arial"/>
                        </a:defRPr>
                      </a:lvl2pPr>
                      <a:lvl3pPr marR="0" algn="l" rtl="0">
                        <a:lnSpc>
                          <a:spcPct val="100000"/>
                        </a:lnSpc>
                        <a:spcBef>
                          <a:spcPts val="0"/>
                        </a:spcBef>
                        <a:spcAft>
                          <a:spcPts val="0"/>
                        </a:spcAft>
                        <a:buNone/>
                        <a:defRPr sz="1400" b="1" i="0" u="none" strike="noStrike" cap="none">
                          <a:solidFill>
                            <a:schemeClr val="lt1"/>
                          </a:solidFill>
                          <a:latin typeface="Rockwell"/>
                          <a:sym typeface="Arial"/>
                        </a:defRPr>
                      </a:lvl3pPr>
                      <a:lvl4pPr marR="0" algn="l" rtl="0">
                        <a:lnSpc>
                          <a:spcPct val="100000"/>
                        </a:lnSpc>
                        <a:spcBef>
                          <a:spcPts val="0"/>
                        </a:spcBef>
                        <a:spcAft>
                          <a:spcPts val="0"/>
                        </a:spcAft>
                        <a:buNone/>
                        <a:defRPr sz="1400" b="1" i="0" u="none" strike="noStrike" cap="none">
                          <a:solidFill>
                            <a:schemeClr val="lt1"/>
                          </a:solidFill>
                          <a:latin typeface="Rockwell"/>
                          <a:sym typeface="Arial"/>
                        </a:defRPr>
                      </a:lvl4pPr>
                      <a:lvl5pPr marR="0" algn="l" rtl="0">
                        <a:lnSpc>
                          <a:spcPct val="100000"/>
                        </a:lnSpc>
                        <a:spcBef>
                          <a:spcPts val="0"/>
                        </a:spcBef>
                        <a:spcAft>
                          <a:spcPts val="0"/>
                        </a:spcAft>
                        <a:buNone/>
                        <a:defRPr sz="1400" b="1" i="0" u="none" strike="noStrike" cap="none">
                          <a:solidFill>
                            <a:schemeClr val="lt1"/>
                          </a:solidFill>
                          <a:latin typeface="Rockwell"/>
                          <a:sym typeface="Arial"/>
                        </a:defRPr>
                      </a:lvl5pPr>
                      <a:lvl6pPr marR="0" algn="l" rtl="0">
                        <a:lnSpc>
                          <a:spcPct val="100000"/>
                        </a:lnSpc>
                        <a:spcBef>
                          <a:spcPts val="0"/>
                        </a:spcBef>
                        <a:spcAft>
                          <a:spcPts val="0"/>
                        </a:spcAft>
                        <a:buNone/>
                        <a:defRPr sz="1400" b="1" i="0" u="none" strike="noStrike" cap="none">
                          <a:solidFill>
                            <a:schemeClr val="lt1"/>
                          </a:solidFill>
                          <a:latin typeface="Rockwell"/>
                          <a:sym typeface="Arial"/>
                        </a:defRPr>
                      </a:lvl6pPr>
                      <a:lvl7pPr marR="0" algn="l" rtl="0">
                        <a:lnSpc>
                          <a:spcPct val="100000"/>
                        </a:lnSpc>
                        <a:spcBef>
                          <a:spcPts val="0"/>
                        </a:spcBef>
                        <a:spcAft>
                          <a:spcPts val="0"/>
                        </a:spcAft>
                        <a:buNone/>
                        <a:defRPr sz="1400" b="1" i="0" u="none" strike="noStrike" cap="none">
                          <a:solidFill>
                            <a:schemeClr val="lt1"/>
                          </a:solidFill>
                          <a:latin typeface="Rockwell"/>
                          <a:sym typeface="Arial"/>
                        </a:defRPr>
                      </a:lvl7pPr>
                      <a:lvl8pPr marR="0" algn="l" rtl="0">
                        <a:lnSpc>
                          <a:spcPct val="100000"/>
                        </a:lnSpc>
                        <a:spcBef>
                          <a:spcPts val="0"/>
                        </a:spcBef>
                        <a:spcAft>
                          <a:spcPts val="0"/>
                        </a:spcAft>
                        <a:buNone/>
                        <a:defRPr sz="1400" b="1" i="0" u="none" strike="noStrike" cap="none">
                          <a:solidFill>
                            <a:schemeClr val="lt1"/>
                          </a:solidFill>
                          <a:latin typeface="Rockwell"/>
                          <a:sym typeface="Arial"/>
                        </a:defRPr>
                      </a:lvl8pPr>
                      <a:lvl9pPr marR="0" algn="l" rtl="0">
                        <a:lnSpc>
                          <a:spcPct val="100000"/>
                        </a:lnSpc>
                        <a:spcBef>
                          <a:spcPts val="0"/>
                        </a:spcBef>
                        <a:spcAft>
                          <a:spcPts val="0"/>
                        </a:spcAft>
                        <a:buNone/>
                        <a:defRPr sz="1400" b="1" i="0" u="none" strike="noStrike" cap="none">
                          <a:solidFill>
                            <a:schemeClr val="lt1"/>
                          </a:solidFill>
                          <a:latin typeface="Rockwell"/>
                          <a:sym typeface="Arial"/>
                        </a:defRPr>
                      </a:lvl9pPr>
                    </a:lstStyle>
                    <a:p>
                      <a:pPr marL="0" marR="0" algn="ctr">
                        <a:spcBef>
                          <a:spcPts val="0"/>
                        </a:spcBef>
                        <a:spcAft>
                          <a:spcPts val="0"/>
                        </a:spcAft>
                      </a:pPr>
                      <a:r>
                        <a:rPr lang="en-US" sz="1200">
                          <a:effectLst/>
                        </a:rPr>
                        <a:t>Rate</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663366"/>
                    </a:solidFill>
                  </a:tcPr>
                </a:tc>
                <a:tc>
                  <a:txBody>
                    <a:bodyPr/>
                    <a:lstStyle>
                      <a:lvl1pPr marR="0" algn="l" rtl="0">
                        <a:lnSpc>
                          <a:spcPct val="100000"/>
                        </a:lnSpc>
                        <a:spcBef>
                          <a:spcPts val="0"/>
                        </a:spcBef>
                        <a:spcAft>
                          <a:spcPts val="0"/>
                        </a:spcAft>
                        <a:buNone/>
                        <a:defRPr sz="1400" b="1" i="0" u="none" strike="noStrike" cap="none">
                          <a:solidFill>
                            <a:schemeClr val="lt1"/>
                          </a:solidFill>
                          <a:latin typeface="Rockwell"/>
                          <a:sym typeface="Arial"/>
                        </a:defRPr>
                      </a:lvl1pPr>
                      <a:lvl2pPr marR="0" algn="l" rtl="0">
                        <a:lnSpc>
                          <a:spcPct val="100000"/>
                        </a:lnSpc>
                        <a:spcBef>
                          <a:spcPts val="0"/>
                        </a:spcBef>
                        <a:spcAft>
                          <a:spcPts val="0"/>
                        </a:spcAft>
                        <a:buNone/>
                        <a:defRPr sz="1400" b="1" i="0" u="none" strike="noStrike" cap="none">
                          <a:solidFill>
                            <a:schemeClr val="lt1"/>
                          </a:solidFill>
                          <a:latin typeface="Rockwell"/>
                          <a:sym typeface="Arial"/>
                        </a:defRPr>
                      </a:lvl2pPr>
                      <a:lvl3pPr marR="0" algn="l" rtl="0">
                        <a:lnSpc>
                          <a:spcPct val="100000"/>
                        </a:lnSpc>
                        <a:spcBef>
                          <a:spcPts val="0"/>
                        </a:spcBef>
                        <a:spcAft>
                          <a:spcPts val="0"/>
                        </a:spcAft>
                        <a:buNone/>
                        <a:defRPr sz="1400" b="1" i="0" u="none" strike="noStrike" cap="none">
                          <a:solidFill>
                            <a:schemeClr val="lt1"/>
                          </a:solidFill>
                          <a:latin typeface="Rockwell"/>
                          <a:sym typeface="Arial"/>
                        </a:defRPr>
                      </a:lvl3pPr>
                      <a:lvl4pPr marR="0" algn="l" rtl="0">
                        <a:lnSpc>
                          <a:spcPct val="100000"/>
                        </a:lnSpc>
                        <a:spcBef>
                          <a:spcPts val="0"/>
                        </a:spcBef>
                        <a:spcAft>
                          <a:spcPts val="0"/>
                        </a:spcAft>
                        <a:buNone/>
                        <a:defRPr sz="1400" b="1" i="0" u="none" strike="noStrike" cap="none">
                          <a:solidFill>
                            <a:schemeClr val="lt1"/>
                          </a:solidFill>
                          <a:latin typeface="Rockwell"/>
                          <a:sym typeface="Arial"/>
                        </a:defRPr>
                      </a:lvl4pPr>
                      <a:lvl5pPr marR="0" algn="l" rtl="0">
                        <a:lnSpc>
                          <a:spcPct val="100000"/>
                        </a:lnSpc>
                        <a:spcBef>
                          <a:spcPts val="0"/>
                        </a:spcBef>
                        <a:spcAft>
                          <a:spcPts val="0"/>
                        </a:spcAft>
                        <a:buNone/>
                        <a:defRPr sz="1400" b="1" i="0" u="none" strike="noStrike" cap="none">
                          <a:solidFill>
                            <a:schemeClr val="lt1"/>
                          </a:solidFill>
                          <a:latin typeface="Rockwell"/>
                          <a:sym typeface="Arial"/>
                        </a:defRPr>
                      </a:lvl5pPr>
                      <a:lvl6pPr marR="0" algn="l" rtl="0">
                        <a:lnSpc>
                          <a:spcPct val="100000"/>
                        </a:lnSpc>
                        <a:spcBef>
                          <a:spcPts val="0"/>
                        </a:spcBef>
                        <a:spcAft>
                          <a:spcPts val="0"/>
                        </a:spcAft>
                        <a:buNone/>
                        <a:defRPr sz="1400" b="1" i="0" u="none" strike="noStrike" cap="none">
                          <a:solidFill>
                            <a:schemeClr val="lt1"/>
                          </a:solidFill>
                          <a:latin typeface="Rockwell"/>
                          <a:sym typeface="Arial"/>
                        </a:defRPr>
                      </a:lvl6pPr>
                      <a:lvl7pPr marR="0" algn="l" rtl="0">
                        <a:lnSpc>
                          <a:spcPct val="100000"/>
                        </a:lnSpc>
                        <a:spcBef>
                          <a:spcPts val="0"/>
                        </a:spcBef>
                        <a:spcAft>
                          <a:spcPts val="0"/>
                        </a:spcAft>
                        <a:buNone/>
                        <a:defRPr sz="1400" b="1" i="0" u="none" strike="noStrike" cap="none">
                          <a:solidFill>
                            <a:schemeClr val="lt1"/>
                          </a:solidFill>
                          <a:latin typeface="Rockwell"/>
                          <a:sym typeface="Arial"/>
                        </a:defRPr>
                      </a:lvl7pPr>
                      <a:lvl8pPr marR="0" algn="l" rtl="0">
                        <a:lnSpc>
                          <a:spcPct val="100000"/>
                        </a:lnSpc>
                        <a:spcBef>
                          <a:spcPts val="0"/>
                        </a:spcBef>
                        <a:spcAft>
                          <a:spcPts val="0"/>
                        </a:spcAft>
                        <a:buNone/>
                        <a:defRPr sz="1400" b="1" i="0" u="none" strike="noStrike" cap="none">
                          <a:solidFill>
                            <a:schemeClr val="lt1"/>
                          </a:solidFill>
                          <a:latin typeface="Rockwell"/>
                          <a:sym typeface="Arial"/>
                        </a:defRPr>
                      </a:lvl8pPr>
                      <a:lvl9pPr marR="0" algn="l" rtl="0">
                        <a:lnSpc>
                          <a:spcPct val="100000"/>
                        </a:lnSpc>
                        <a:spcBef>
                          <a:spcPts val="0"/>
                        </a:spcBef>
                        <a:spcAft>
                          <a:spcPts val="0"/>
                        </a:spcAft>
                        <a:buNone/>
                        <a:defRPr sz="1400" b="1" i="0" u="none" strike="noStrike" cap="none">
                          <a:solidFill>
                            <a:schemeClr val="lt1"/>
                          </a:solidFill>
                          <a:latin typeface="Rockwell"/>
                          <a:sym typeface="Arial"/>
                        </a:defRPr>
                      </a:lvl9pPr>
                    </a:lstStyle>
                    <a:p>
                      <a:pPr marL="0" marR="0" algn="ctr">
                        <a:spcBef>
                          <a:spcPts val="0"/>
                        </a:spcBef>
                        <a:spcAft>
                          <a:spcPts val="0"/>
                        </a:spcAft>
                      </a:pPr>
                      <a:r>
                        <a:rPr lang="en-US" sz="1200">
                          <a:effectLst/>
                        </a:rPr>
                        <a:t>Speed</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663366"/>
                    </a:solidFill>
                  </a:tcPr>
                </a:tc>
                <a:tc>
                  <a:txBody>
                    <a:bodyPr/>
                    <a:lstStyle>
                      <a:lvl1pPr marR="0" algn="l" rtl="0">
                        <a:lnSpc>
                          <a:spcPct val="100000"/>
                        </a:lnSpc>
                        <a:spcBef>
                          <a:spcPts val="0"/>
                        </a:spcBef>
                        <a:spcAft>
                          <a:spcPts val="0"/>
                        </a:spcAft>
                        <a:buNone/>
                        <a:defRPr sz="1400" b="1" i="0" u="none" strike="noStrike" cap="none">
                          <a:solidFill>
                            <a:schemeClr val="lt1"/>
                          </a:solidFill>
                          <a:latin typeface="Rockwell"/>
                          <a:sym typeface="Arial"/>
                        </a:defRPr>
                      </a:lvl1pPr>
                      <a:lvl2pPr marR="0" algn="l" rtl="0">
                        <a:lnSpc>
                          <a:spcPct val="100000"/>
                        </a:lnSpc>
                        <a:spcBef>
                          <a:spcPts val="0"/>
                        </a:spcBef>
                        <a:spcAft>
                          <a:spcPts val="0"/>
                        </a:spcAft>
                        <a:buNone/>
                        <a:defRPr sz="1400" b="1" i="0" u="none" strike="noStrike" cap="none">
                          <a:solidFill>
                            <a:schemeClr val="lt1"/>
                          </a:solidFill>
                          <a:latin typeface="Rockwell"/>
                          <a:sym typeface="Arial"/>
                        </a:defRPr>
                      </a:lvl2pPr>
                      <a:lvl3pPr marR="0" algn="l" rtl="0">
                        <a:lnSpc>
                          <a:spcPct val="100000"/>
                        </a:lnSpc>
                        <a:spcBef>
                          <a:spcPts val="0"/>
                        </a:spcBef>
                        <a:spcAft>
                          <a:spcPts val="0"/>
                        </a:spcAft>
                        <a:buNone/>
                        <a:defRPr sz="1400" b="1" i="0" u="none" strike="noStrike" cap="none">
                          <a:solidFill>
                            <a:schemeClr val="lt1"/>
                          </a:solidFill>
                          <a:latin typeface="Rockwell"/>
                          <a:sym typeface="Arial"/>
                        </a:defRPr>
                      </a:lvl3pPr>
                      <a:lvl4pPr marR="0" algn="l" rtl="0">
                        <a:lnSpc>
                          <a:spcPct val="100000"/>
                        </a:lnSpc>
                        <a:spcBef>
                          <a:spcPts val="0"/>
                        </a:spcBef>
                        <a:spcAft>
                          <a:spcPts val="0"/>
                        </a:spcAft>
                        <a:buNone/>
                        <a:defRPr sz="1400" b="1" i="0" u="none" strike="noStrike" cap="none">
                          <a:solidFill>
                            <a:schemeClr val="lt1"/>
                          </a:solidFill>
                          <a:latin typeface="Rockwell"/>
                          <a:sym typeface="Arial"/>
                        </a:defRPr>
                      </a:lvl4pPr>
                      <a:lvl5pPr marR="0" algn="l" rtl="0">
                        <a:lnSpc>
                          <a:spcPct val="100000"/>
                        </a:lnSpc>
                        <a:spcBef>
                          <a:spcPts val="0"/>
                        </a:spcBef>
                        <a:spcAft>
                          <a:spcPts val="0"/>
                        </a:spcAft>
                        <a:buNone/>
                        <a:defRPr sz="1400" b="1" i="0" u="none" strike="noStrike" cap="none">
                          <a:solidFill>
                            <a:schemeClr val="lt1"/>
                          </a:solidFill>
                          <a:latin typeface="Rockwell"/>
                          <a:sym typeface="Arial"/>
                        </a:defRPr>
                      </a:lvl5pPr>
                      <a:lvl6pPr marR="0" algn="l" rtl="0">
                        <a:lnSpc>
                          <a:spcPct val="100000"/>
                        </a:lnSpc>
                        <a:spcBef>
                          <a:spcPts val="0"/>
                        </a:spcBef>
                        <a:spcAft>
                          <a:spcPts val="0"/>
                        </a:spcAft>
                        <a:buNone/>
                        <a:defRPr sz="1400" b="1" i="0" u="none" strike="noStrike" cap="none">
                          <a:solidFill>
                            <a:schemeClr val="lt1"/>
                          </a:solidFill>
                          <a:latin typeface="Rockwell"/>
                          <a:sym typeface="Arial"/>
                        </a:defRPr>
                      </a:lvl6pPr>
                      <a:lvl7pPr marR="0" algn="l" rtl="0">
                        <a:lnSpc>
                          <a:spcPct val="100000"/>
                        </a:lnSpc>
                        <a:spcBef>
                          <a:spcPts val="0"/>
                        </a:spcBef>
                        <a:spcAft>
                          <a:spcPts val="0"/>
                        </a:spcAft>
                        <a:buNone/>
                        <a:defRPr sz="1400" b="1" i="0" u="none" strike="noStrike" cap="none">
                          <a:solidFill>
                            <a:schemeClr val="lt1"/>
                          </a:solidFill>
                          <a:latin typeface="Rockwell"/>
                          <a:sym typeface="Arial"/>
                        </a:defRPr>
                      </a:lvl7pPr>
                      <a:lvl8pPr marR="0" algn="l" rtl="0">
                        <a:lnSpc>
                          <a:spcPct val="100000"/>
                        </a:lnSpc>
                        <a:spcBef>
                          <a:spcPts val="0"/>
                        </a:spcBef>
                        <a:spcAft>
                          <a:spcPts val="0"/>
                        </a:spcAft>
                        <a:buNone/>
                        <a:defRPr sz="1400" b="1" i="0" u="none" strike="noStrike" cap="none">
                          <a:solidFill>
                            <a:schemeClr val="lt1"/>
                          </a:solidFill>
                          <a:latin typeface="Rockwell"/>
                          <a:sym typeface="Arial"/>
                        </a:defRPr>
                      </a:lvl8pPr>
                      <a:lvl9pPr marR="0" algn="l" rtl="0">
                        <a:lnSpc>
                          <a:spcPct val="100000"/>
                        </a:lnSpc>
                        <a:spcBef>
                          <a:spcPts val="0"/>
                        </a:spcBef>
                        <a:spcAft>
                          <a:spcPts val="0"/>
                        </a:spcAft>
                        <a:buNone/>
                        <a:defRPr sz="1400" b="1" i="0" u="none" strike="noStrike" cap="none">
                          <a:solidFill>
                            <a:schemeClr val="lt1"/>
                          </a:solidFill>
                          <a:latin typeface="Rockwell"/>
                          <a:sym typeface="Arial"/>
                        </a:defRPr>
                      </a:lvl9pPr>
                    </a:lstStyle>
                    <a:p>
                      <a:pPr marL="0" marR="0" algn="ctr">
                        <a:spcBef>
                          <a:spcPts val="0"/>
                        </a:spcBef>
                        <a:spcAft>
                          <a:spcPts val="0"/>
                        </a:spcAft>
                      </a:pPr>
                      <a:r>
                        <a:rPr lang="en-US" sz="1200">
                          <a:effectLst/>
                        </a:rPr>
                        <a:t>Language</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663366"/>
                    </a:solidFill>
                  </a:tcPr>
                </a:tc>
                <a:tc>
                  <a:txBody>
                    <a:bodyPr/>
                    <a:lstStyle>
                      <a:lvl1pPr marR="0" algn="l" rtl="0">
                        <a:lnSpc>
                          <a:spcPct val="100000"/>
                        </a:lnSpc>
                        <a:spcBef>
                          <a:spcPts val="0"/>
                        </a:spcBef>
                        <a:spcAft>
                          <a:spcPts val="0"/>
                        </a:spcAft>
                        <a:buNone/>
                        <a:defRPr sz="1400" b="1" i="0" u="none" strike="noStrike" cap="none">
                          <a:solidFill>
                            <a:schemeClr val="lt1"/>
                          </a:solidFill>
                          <a:latin typeface="Rockwell"/>
                          <a:sym typeface="Arial"/>
                        </a:defRPr>
                      </a:lvl1pPr>
                      <a:lvl2pPr marR="0" algn="l" rtl="0">
                        <a:lnSpc>
                          <a:spcPct val="100000"/>
                        </a:lnSpc>
                        <a:spcBef>
                          <a:spcPts val="0"/>
                        </a:spcBef>
                        <a:spcAft>
                          <a:spcPts val="0"/>
                        </a:spcAft>
                        <a:buNone/>
                        <a:defRPr sz="1400" b="1" i="0" u="none" strike="noStrike" cap="none">
                          <a:solidFill>
                            <a:schemeClr val="lt1"/>
                          </a:solidFill>
                          <a:latin typeface="Rockwell"/>
                          <a:sym typeface="Arial"/>
                        </a:defRPr>
                      </a:lvl2pPr>
                      <a:lvl3pPr marR="0" algn="l" rtl="0">
                        <a:lnSpc>
                          <a:spcPct val="100000"/>
                        </a:lnSpc>
                        <a:spcBef>
                          <a:spcPts val="0"/>
                        </a:spcBef>
                        <a:spcAft>
                          <a:spcPts val="0"/>
                        </a:spcAft>
                        <a:buNone/>
                        <a:defRPr sz="1400" b="1" i="0" u="none" strike="noStrike" cap="none">
                          <a:solidFill>
                            <a:schemeClr val="lt1"/>
                          </a:solidFill>
                          <a:latin typeface="Rockwell"/>
                          <a:sym typeface="Arial"/>
                        </a:defRPr>
                      </a:lvl3pPr>
                      <a:lvl4pPr marR="0" algn="l" rtl="0">
                        <a:lnSpc>
                          <a:spcPct val="100000"/>
                        </a:lnSpc>
                        <a:spcBef>
                          <a:spcPts val="0"/>
                        </a:spcBef>
                        <a:spcAft>
                          <a:spcPts val="0"/>
                        </a:spcAft>
                        <a:buNone/>
                        <a:defRPr sz="1400" b="1" i="0" u="none" strike="noStrike" cap="none">
                          <a:solidFill>
                            <a:schemeClr val="lt1"/>
                          </a:solidFill>
                          <a:latin typeface="Rockwell"/>
                          <a:sym typeface="Arial"/>
                        </a:defRPr>
                      </a:lvl4pPr>
                      <a:lvl5pPr marR="0" algn="l" rtl="0">
                        <a:lnSpc>
                          <a:spcPct val="100000"/>
                        </a:lnSpc>
                        <a:spcBef>
                          <a:spcPts val="0"/>
                        </a:spcBef>
                        <a:spcAft>
                          <a:spcPts val="0"/>
                        </a:spcAft>
                        <a:buNone/>
                        <a:defRPr sz="1400" b="1" i="0" u="none" strike="noStrike" cap="none">
                          <a:solidFill>
                            <a:schemeClr val="lt1"/>
                          </a:solidFill>
                          <a:latin typeface="Rockwell"/>
                          <a:sym typeface="Arial"/>
                        </a:defRPr>
                      </a:lvl5pPr>
                      <a:lvl6pPr marR="0" algn="l" rtl="0">
                        <a:lnSpc>
                          <a:spcPct val="100000"/>
                        </a:lnSpc>
                        <a:spcBef>
                          <a:spcPts val="0"/>
                        </a:spcBef>
                        <a:spcAft>
                          <a:spcPts val="0"/>
                        </a:spcAft>
                        <a:buNone/>
                        <a:defRPr sz="1400" b="1" i="0" u="none" strike="noStrike" cap="none">
                          <a:solidFill>
                            <a:schemeClr val="lt1"/>
                          </a:solidFill>
                          <a:latin typeface="Rockwell"/>
                          <a:sym typeface="Arial"/>
                        </a:defRPr>
                      </a:lvl6pPr>
                      <a:lvl7pPr marR="0" algn="l" rtl="0">
                        <a:lnSpc>
                          <a:spcPct val="100000"/>
                        </a:lnSpc>
                        <a:spcBef>
                          <a:spcPts val="0"/>
                        </a:spcBef>
                        <a:spcAft>
                          <a:spcPts val="0"/>
                        </a:spcAft>
                        <a:buNone/>
                        <a:defRPr sz="1400" b="1" i="0" u="none" strike="noStrike" cap="none">
                          <a:solidFill>
                            <a:schemeClr val="lt1"/>
                          </a:solidFill>
                          <a:latin typeface="Rockwell"/>
                          <a:sym typeface="Arial"/>
                        </a:defRPr>
                      </a:lvl7pPr>
                      <a:lvl8pPr marR="0" algn="l" rtl="0">
                        <a:lnSpc>
                          <a:spcPct val="100000"/>
                        </a:lnSpc>
                        <a:spcBef>
                          <a:spcPts val="0"/>
                        </a:spcBef>
                        <a:spcAft>
                          <a:spcPts val="0"/>
                        </a:spcAft>
                        <a:buNone/>
                        <a:defRPr sz="1400" b="1" i="0" u="none" strike="noStrike" cap="none">
                          <a:solidFill>
                            <a:schemeClr val="lt1"/>
                          </a:solidFill>
                          <a:latin typeface="Rockwell"/>
                          <a:sym typeface="Arial"/>
                        </a:defRPr>
                      </a:lvl8pPr>
                      <a:lvl9pPr marR="0" algn="l" rtl="0">
                        <a:lnSpc>
                          <a:spcPct val="100000"/>
                        </a:lnSpc>
                        <a:spcBef>
                          <a:spcPts val="0"/>
                        </a:spcBef>
                        <a:spcAft>
                          <a:spcPts val="0"/>
                        </a:spcAft>
                        <a:buNone/>
                        <a:defRPr sz="1400" b="1" i="0" u="none" strike="noStrike" cap="none">
                          <a:solidFill>
                            <a:schemeClr val="lt1"/>
                          </a:solidFill>
                          <a:latin typeface="Rockwell"/>
                          <a:sym typeface="Arial"/>
                        </a:defRPr>
                      </a:lvl9pPr>
                    </a:lstStyle>
                    <a:p>
                      <a:pPr marL="0" marR="0" algn="ctr">
                        <a:spcBef>
                          <a:spcPts val="0"/>
                        </a:spcBef>
                        <a:spcAft>
                          <a:spcPts val="0"/>
                        </a:spcAft>
                      </a:pPr>
                      <a:r>
                        <a:rPr lang="en-US" sz="1200">
                          <a:effectLst/>
                        </a:rPr>
                        <a:t>Kloc</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663366"/>
                    </a:solidFill>
                  </a:tcPr>
                </a:tc>
                <a:tc>
                  <a:txBody>
                    <a:bodyPr/>
                    <a:lstStyle>
                      <a:lvl1pPr marR="0" algn="l" rtl="0">
                        <a:lnSpc>
                          <a:spcPct val="100000"/>
                        </a:lnSpc>
                        <a:spcBef>
                          <a:spcPts val="0"/>
                        </a:spcBef>
                        <a:spcAft>
                          <a:spcPts val="0"/>
                        </a:spcAft>
                        <a:buNone/>
                        <a:defRPr sz="1400" b="1" i="0" u="none" strike="noStrike" cap="none">
                          <a:solidFill>
                            <a:schemeClr val="lt1"/>
                          </a:solidFill>
                          <a:latin typeface="Rockwell"/>
                          <a:sym typeface="Arial"/>
                        </a:defRPr>
                      </a:lvl1pPr>
                      <a:lvl2pPr marR="0" algn="l" rtl="0">
                        <a:lnSpc>
                          <a:spcPct val="100000"/>
                        </a:lnSpc>
                        <a:spcBef>
                          <a:spcPts val="0"/>
                        </a:spcBef>
                        <a:spcAft>
                          <a:spcPts val="0"/>
                        </a:spcAft>
                        <a:buNone/>
                        <a:defRPr sz="1400" b="1" i="0" u="none" strike="noStrike" cap="none">
                          <a:solidFill>
                            <a:schemeClr val="lt1"/>
                          </a:solidFill>
                          <a:latin typeface="Rockwell"/>
                          <a:sym typeface="Arial"/>
                        </a:defRPr>
                      </a:lvl2pPr>
                      <a:lvl3pPr marR="0" algn="l" rtl="0">
                        <a:lnSpc>
                          <a:spcPct val="100000"/>
                        </a:lnSpc>
                        <a:spcBef>
                          <a:spcPts val="0"/>
                        </a:spcBef>
                        <a:spcAft>
                          <a:spcPts val="0"/>
                        </a:spcAft>
                        <a:buNone/>
                        <a:defRPr sz="1400" b="1" i="0" u="none" strike="noStrike" cap="none">
                          <a:solidFill>
                            <a:schemeClr val="lt1"/>
                          </a:solidFill>
                          <a:latin typeface="Rockwell"/>
                          <a:sym typeface="Arial"/>
                        </a:defRPr>
                      </a:lvl3pPr>
                      <a:lvl4pPr marR="0" algn="l" rtl="0">
                        <a:lnSpc>
                          <a:spcPct val="100000"/>
                        </a:lnSpc>
                        <a:spcBef>
                          <a:spcPts val="0"/>
                        </a:spcBef>
                        <a:spcAft>
                          <a:spcPts val="0"/>
                        </a:spcAft>
                        <a:buNone/>
                        <a:defRPr sz="1400" b="1" i="0" u="none" strike="noStrike" cap="none">
                          <a:solidFill>
                            <a:schemeClr val="lt1"/>
                          </a:solidFill>
                          <a:latin typeface="Rockwell"/>
                          <a:sym typeface="Arial"/>
                        </a:defRPr>
                      </a:lvl4pPr>
                      <a:lvl5pPr marR="0" algn="l" rtl="0">
                        <a:lnSpc>
                          <a:spcPct val="100000"/>
                        </a:lnSpc>
                        <a:spcBef>
                          <a:spcPts val="0"/>
                        </a:spcBef>
                        <a:spcAft>
                          <a:spcPts val="0"/>
                        </a:spcAft>
                        <a:buNone/>
                        <a:defRPr sz="1400" b="1" i="0" u="none" strike="noStrike" cap="none">
                          <a:solidFill>
                            <a:schemeClr val="lt1"/>
                          </a:solidFill>
                          <a:latin typeface="Rockwell"/>
                          <a:sym typeface="Arial"/>
                        </a:defRPr>
                      </a:lvl5pPr>
                      <a:lvl6pPr marR="0" algn="l" rtl="0">
                        <a:lnSpc>
                          <a:spcPct val="100000"/>
                        </a:lnSpc>
                        <a:spcBef>
                          <a:spcPts val="0"/>
                        </a:spcBef>
                        <a:spcAft>
                          <a:spcPts val="0"/>
                        </a:spcAft>
                        <a:buNone/>
                        <a:defRPr sz="1400" b="1" i="0" u="none" strike="noStrike" cap="none">
                          <a:solidFill>
                            <a:schemeClr val="lt1"/>
                          </a:solidFill>
                          <a:latin typeface="Rockwell"/>
                          <a:sym typeface="Arial"/>
                        </a:defRPr>
                      </a:lvl6pPr>
                      <a:lvl7pPr marR="0" algn="l" rtl="0">
                        <a:lnSpc>
                          <a:spcPct val="100000"/>
                        </a:lnSpc>
                        <a:spcBef>
                          <a:spcPts val="0"/>
                        </a:spcBef>
                        <a:spcAft>
                          <a:spcPts val="0"/>
                        </a:spcAft>
                        <a:buNone/>
                        <a:defRPr sz="1400" b="1" i="0" u="none" strike="noStrike" cap="none">
                          <a:solidFill>
                            <a:schemeClr val="lt1"/>
                          </a:solidFill>
                          <a:latin typeface="Rockwell"/>
                          <a:sym typeface="Arial"/>
                        </a:defRPr>
                      </a:lvl7pPr>
                      <a:lvl8pPr marR="0" algn="l" rtl="0">
                        <a:lnSpc>
                          <a:spcPct val="100000"/>
                        </a:lnSpc>
                        <a:spcBef>
                          <a:spcPts val="0"/>
                        </a:spcBef>
                        <a:spcAft>
                          <a:spcPts val="0"/>
                        </a:spcAft>
                        <a:buNone/>
                        <a:defRPr sz="1400" b="1" i="0" u="none" strike="noStrike" cap="none">
                          <a:solidFill>
                            <a:schemeClr val="lt1"/>
                          </a:solidFill>
                          <a:latin typeface="Rockwell"/>
                          <a:sym typeface="Arial"/>
                        </a:defRPr>
                      </a:lvl8pPr>
                      <a:lvl9pPr marR="0" algn="l" rtl="0">
                        <a:lnSpc>
                          <a:spcPct val="100000"/>
                        </a:lnSpc>
                        <a:spcBef>
                          <a:spcPts val="0"/>
                        </a:spcBef>
                        <a:spcAft>
                          <a:spcPts val="0"/>
                        </a:spcAft>
                        <a:buNone/>
                        <a:defRPr sz="1400" b="1" i="0" u="none" strike="noStrike" cap="none">
                          <a:solidFill>
                            <a:schemeClr val="lt1"/>
                          </a:solidFill>
                          <a:latin typeface="Rockwell"/>
                          <a:sym typeface="Arial"/>
                        </a:defRPr>
                      </a:lvl9pPr>
                    </a:lstStyle>
                    <a:p>
                      <a:pPr marL="0" marR="0" algn="ctr">
                        <a:spcBef>
                          <a:spcPts val="0"/>
                        </a:spcBef>
                        <a:spcAft>
                          <a:spcPts val="0"/>
                        </a:spcAft>
                      </a:pPr>
                      <a:r>
                        <a:rPr lang="en-US" sz="1200" dirty="0">
                          <a:effectLst/>
                        </a:rPr>
                        <a:t>Application Area</a:t>
                      </a:r>
                      <a:endParaRPr lang="en-US" sz="1200" dirty="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663366"/>
                    </a:solidFill>
                  </a:tcPr>
                </a:tc>
                <a:extLst>
                  <a:ext uri="{0D108BD9-81ED-4DB2-BD59-A6C34878D82A}">
                    <a16:rowId xmlns:a16="http://schemas.microsoft.com/office/drawing/2014/main" xmlns="" val="10000"/>
                  </a:ext>
                </a:extLst>
              </a:tr>
              <a:tr h="651032">
                <a:tc>
                  <a:txBody>
                    <a:bodyPr/>
                    <a:lstStyle>
                      <a:lvl1pPr marR="0" algn="l" rtl="0">
                        <a:lnSpc>
                          <a:spcPct val="100000"/>
                        </a:lnSpc>
                        <a:spcBef>
                          <a:spcPts val="0"/>
                        </a:spcBef>
                        <a:spcAft>
                          <a:spcPts val="0"/>
                        </a:spcAft>
                        <a:buNone/>
                        <a:defRPr sz="1400" b="1" i="0" u="none" strike="noStrike" cap="none">
                          <a:solidFill>
                            <a:schemeClr val="lt1"/>
                          </a:solidFill>
                          <a:latin typeface="Rockwell"/>
                          <a:sym typeface="Arial"/>
                        </a:defRPr>
                      </a:lvl1pPr>
                      <a:lvl2pPr marR="0" algn="l" rtl="0">
                        <a:lnSpc>
                          <a:spcPct val="100000"/>
                        </a:lnSpc>
                        <a:spcBef>
                          <a:spcPts val="0"/>
                        </a:spcBef>
                        <a:spcAft>
                          <a:spcPts val="0"/>
                        </a:spcAft>
                        <a:buNone/>
                        <a:defRPr sz="1400" b="1" i="0" u="none" strike="noStrike" cap="none">
                          <a:solidFill>
                            <a:schemeClr val="lt1"/>
                          </a:solidFill>
                          <a:latin typeface="Rockwell"/>
                          <a:sym typeface="Arial"/>
                        </a:defRPr>
                      </a:lvl2pPr>
                      <a:lvl3pPr marR="0" algn="l" rtl="0">
                        <a:lnSpc>
                          <a:spcPct val="100000"/>
                        </a:lnSpc>
                        <a:spcBef>
                          <a:spcPts val="0"/>
                        </a:spcBef>
                        <a:spcAft>
                          <a:spcPts val="0"/>
                        </a:spcAft>
                        <a:buNone/>
                        <a:defRPr sz="1400" b="1" i="0" u="none" strike="noStrike" cap="none">
                          <a:solidFill>
                            <a:schemeClr val="lt1"/>
                          </a:solidFill>
                          <a:latin typeface="Rockwell"/>
                          <a:sym typeface="Arial"/>
                        </a:defRPr>
                      </a:lvl3pPr>
                      <a:lvl4pPr marR="0" algn="l" rtl="0">
                        <a:lnSpc>
                          <a:spcPct val="100000"/>
                        </a:lnSpc>
                        <a:spcBef>
                          <a:spcPts val="0"/>
                        </a:spcBef>
                        <a:spcAft>
                          <a:spcPts val="0"/>
                        </a:spcAft>
                        <a:buNone/>
                        <a:defRPr sz="1400" b="1" i="0" u="none" strike="noStrike" cap="none">
                          <a:solidFill>
                            <a:schemeClr val="lt1"/>
                          </a:solidFill>
                          <a:latin typeface="Rockwell"/>
                          <a:sym typeface="Arial"/>
                        </a:defRPr>
                      </a:lvl4pPr>
                      <a:lvl5pPr marR="0" algn="l" rtl="0">
                        <a:lnSpc>
                          <a:spcPct val="100000"/>
                        </a:lnSpc>
                        <a:spcBef>
                          <a:spcPts val="0"/>
                        </a:spcBef>
                        <a:spcAft>
                          <a:spcPts val="0"/>
                        </a:spcAft>
                        <a:buNone/>
                        <a:defRPr sz="1400" b="1" i="0" u="none" strike="noStrike" cap="none">
                          <a:solidFill>
                            <a:schemeClr val="lt1"/>
                          </a:solidFill>
                          <a:latin typeface="Rockwell"/>
                          <a:sym typeface="Arial"/>
                        </a:defRPr>
                      </a:lvl5pPr>
                      <a:lvl6pPr marR="0" algn="l" rtl="0">
                        <a:lnSpc>
                          <a:spcPct val="100000"/>
                        </a:lnSpc>
                        <a:spcBef>
                          <a:spcPts val="0"/>
                        </a:spcBef>
                        <a:spcAft>
                          <a:spcPts val="0"/>
                        </a:spcAft>
                        <a:buNone/>
                        <a:defRPr sz="1400" b="1" i="0" u="none" strike="noStrike" cap="none">
                          <a:solidFill>
                            <a:schemeClr val="lt1"/>
                          </a:solidFill>
                          <a:latin typeface="Rockwell"/>
                          <a:sym typeface="Arial"/>
                        </a:defRPr>
                      </a:lvl6pPr>
                      <a:lvl7pPr marR="0" algn="l" rtl="0">
                        <a:lnSpc>
                          <a:spcPct val="100000"/>
                        </a:lnSpc>
                        <a:spcBef>
                          <a:spcPts val="0"/>
                        </a:spcBef>
                        <a:spcAft>
                          <a:spcPts val="0"/>
                        </a:spcAft>
                        <a:buNone/>
                        <a:defRPr sz="1400" b="1" i="0" u="none" strike="noStrike" cap="none">
                          <a:solidFill>
                            <a:schemeClr val="lt1"/>
                          </a:solidFill>
                          <a:latin typeface="Rockwell"/>
                          <a:sym typeface="Arial"/>
                        </a:defRPr>
                      </a:lvl7pPr>
                      <a:lvl8pPr marR="0" algn="l" rtl="0">
                        <a:lnSpc>
                          <a:spcPct val="100000"/>
                        </a:lnSpc>
                        <a:spcBef>
                          <a:spcPts val="0"/>
                        </a:spcBef>
                        <a:spcAft>
                          <a:spcPts val="0"/>
                        </a:spcAft>
                        <a:buNone/>
                        <a:defRPr sz="1400" b="1" i="0" u="none" strike="noStrike" cap="none">
                          <a:solidFill>
                            <a:schemeClr val="lt1"/>
                          </a:solidFill>
                          <a:latin typeface="Rockwell"/>
                          <a:sym typeface="Arial"/>
                        </a:defRPr>
                      </a:lvl8pPr>
                      <a:lvl9pPr marR="0" algn="l" rtl="0">
                        <a:lnSpc>
                          <a:spcPct val="100000"/>
                        </a:lnSpc>
                        <a:spcBef>
                          <a:spcPts val="0"/>
                        </a:spcBef>
                        <a:spcAft>
                          <a:spcPts val="0"/>
                        </a:spcAft>
                        <a:buNone/>
                        <a:defRPr sz="1400" b="1" i="0" u="none" strike="noStrike" cap="none">
                          <a:solidFill>
                            <a:schemeClr val="lt1"/>
                          </a:solidFill>
                          <a:latin typeface="Rockwell"/>
                          <a:sym typeface="Arial"/>
                        </a:defRPr>
                      </a:lvl9pPr>
                    </a:lstStyle>
                    <a:p>
                      <a:pPr marL="0" marR="0">
                        <a:spcBef>
                          <a:spcPts val="0"/>
                        </a:spcBef>
                        <a:spcAft>
                          <a:spcPts val="0"/>
                        </a:spcAft>
                      </a:pPr>
                      <a:r>
                        <a:rPr lang="en-US" sz="1200">
                          <a:effectLst/>
                        </a:rPr>
                        <a:t>500.perlbench_r</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spcBef>
                          <a:spcPts val="0"/>
                        </a:spcBef>
                        <a:spcAft>
                          <a:spcPts val="0"/>
                        </a:spcAft>
                      </a:pPr>
                      <a:r>
                        <a:rPr lang="en-US" sz="1200">
                          <a:effectLst/>
                        </a:rPr>
                        <a:t>600.perlbench_s</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4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ctr">
                        <a:spcBef>
                          <a:spcPts val="0"/>
                        </a:spcBef>
                        <a:spcAft>
                          <a:spcPts val="0"/>
                        </a:spcAft>
                      </a:pPr>
                      <a:r>
                        <a:rPr lang="en-US" sz="1200">
                          <a:effectLst/>
                        </a:rPr>
                        <a:t>C</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4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r">
                        <a:spcBef>
                          <a:spcPts val="0"/>
                        </a:spcBef>
                        <a:spcAft>
                          <a:spcPts val="0"/>
                        </a:spcAft>
                      </a:pPr>
                      <a:r>
                        <a:rPr lang="en-US" sz="1200">
                          <a:effectLst/>
                        </a:rPr>
                        <a:t>363</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4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spcBef>
                          <a:spcPts val="0"/>
                        </a:spcBef>
                        <a:spcAft>
                          <a:spcPts val="0"/>
                        </a:spcAft>
                      </a:pPr>
                      <a:r>
                        <a:rPr lang="en-US" sz="1200" dirty="0">
                          <a:effectLst/>
                        </a:rPr>
                        <a:t>Perl interpreter</a:t>
                      </a:r>
                      <a:endParaRPr lang="en-US" sz="1200" dirty="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40000"/>
                      </a:srgbClr>
                    </a:solidFill>
                  </a:tcPr>
                </a:tc>
                <a:extLst>
                  <a:ext uri="{0D108BD9-81ED-4DB2-BD59-A6C34878D82A}">
                    <a16:rowId xmlns:a16="http://schemas.microsoft.com/office/drawing/2014/main" xmlns="" val="10001"/>
                  </a:ext>
                </a:extLst>
              </a:tr>
              <a:tr h="325516">
                <a:tc>
                  <a:txBody>
                    <a:bodyPr/>
                    <a:lstStyle>
                      <a:lvl1pPr marR="0" algn="l" rtl="0">
                        <a:lnSpc>
                          <a:spcPct val="100000"/>
                        </a:lnSpc>
                        <a:spcBef>
                          <a:spcPts val="0"/>
                        </a:spcBef>
                        <a:spcAft>
                          <a:spcPts val="0"/>
                        </a:spcAft>
                        <a:buNone/>
                        <a:defRPr sz="1400" b="1" i="0" u="none" strike="noStrike" cap="none">
                          <a:solidFill>
                            <a:schemeClr val="lt1"/>
                          </a:solidFill>
                          <a:latin typeface="Rockwell"/>
                          <a:sym typeface="Arial"/>
                        </a:defRPr>
                      </a:lvl1pPr>
                      <a:lvl2pPr marR="0" algn="l" rtl="0">
                        <a:lnSpc>
                          <a:spcPct val="100000"/>
                        </a:lnSpc>
                        <a:spcBef>
                          <a:spcPts val="0"/>
                        </a:spcBef>
                        <a:spcAft>
                          <a:spcPts val="0"/>
                        </a:spcAft>
                        <a:buNone/>
                        <a:defRPr sz="1400" b="1" i="0" u="none" strike="noStrike" cap="none">
                          <a:solidFill>
                            <a:schemeClr val="lt1"/>
                          </a:solidFill>
                          <a:latin typeface="Rockwell"/>
                          <a:sym typeface="Arial"/>
                        </a:defRPr>
                      </a:lvl2pPr>
                      <a:lvl3pPr marR="0" algn="l" rtl="0">
                        <a:lnSpc>
                          <a:spcPct val="100000"/>
                        </a:lnSpc>
                        <a:spcBef>
                          <a:spcPts val="0"/>
                        </a:spcBef>
                        <a:spcAft>
                          <a:spcPts val="0"/>
                        </a:spcAft>
                        <a:buNone/>
                        <a:defRPr sz="1400" b="1" i="0" u="none" strike="noStrike" cap="none">
                          <a:solidFill>
                            <a:schemeClr val="lt1"/>
                          </a:solidFill>
                          <a:latin typeface="Rockwell"/>
                          <a:sym typeface="Arial"/>
                        </a:defRPr>
                      </a:lvl3pPr>
                      <a:lvl4pPr marR="0" algn="l" rtl="0">
                        <a:lnSpc>
                          <a:spcPct val="100000"/>
                        </a:lnSpc>
                        <a:spcBef>
                          <a:spcPts val="0"/>
                        </a:spcBef>
                        <a:spcAft>
                          <a:spcPts val="0"/>
                        </a:spcAft>
                        <a:buNone/>
                        <a:defRPr sz="1400" b="1" i="0" u="none" strike="noStrike" cap="none">
                          <a:solidFill>
                            <a:schemeClr val="lt1"/>
                          </a:solidFill>
                          <a:latin typeface="Rockwell"/>
                          <a:sym typeface="Arial"/>
                        </a:defRPr>
                      </a:lvl4pPr>
                      <a:lvl5pPr marR="0" algn="l" rtl="0">
                        <a:lnSpc>
                          <a:spcPct val="100000"/>
                        </a:lnSpc>
                        <a:spcBef>
                          <a:spcPts val="0"/>
                        </a:spcBef>
                        <a:spcAft>
                          <a:spcPts val="0"/>
                        </a:spcAft>
                        <a:buNone/>
                        <a:defRPr sz="1400" b="1" i="0" u="none" strike="noStrike" cap="none">
                          <a:solidFill>
                            <a:schemeClr val="lt1"/>
                          </a:solidFill>
                          <a:latin typeface="Rockwell"/>
                          <a:sym typeface="Arial"/>
                        </a:defRPr>
                      </a:lvl5pPr>
                      <a:lvl6pPr marR="0" algn="l" rtl="0">
                        <a:lnSpc>
                          <a:spcPct val="100000"/>
                        </a:lnSpc>
                        <a:spcBef>
                          <a:spcPts val="0"/>
                        </a:spcBef>
                        <a:spcAft>
                          <a:spcPts val="0"/>
                        </a:spcAft>
                        <a:buNone/>
                        <a:defRPr sz="1400" b="1" i="0" u="none" strike="noStrike" cap="none">
                          <a:solidFill>
                            <a:schemeClr val="lt1"/>
                          </a:solidFill>
                          <a:latin typeface="Rockwell"/>
                          <a:sym typeface="Arial"/>
                        </a:defRPr>
                      </a:lvl6pPr>
                      <a:lvl7pPr marR="0" algn="l" rtl="0">
                        <a:lnSpc>
                          <a:spcPct val="100000"/>
                        </a:lnSpc>
                        <a:spcBef>
                          <a:spcPts val="0"/>
                        </a:spcBef>
                        <a:spcAft>
                          <a:spcPts val="0"/>
                        </a:spcAft>
                        <a:buNone/>
                        <a:defRPr sz="1400" b="1" i="0" u="none" strike="noStrike" cap="none">
                          <a:solidFill>
                            <a:schemeClr val="lt1"/>
                          </a:solidFill>
                          <a:latin typeface="Rockwell"/>
                          <a:sym typeface="Arial"/>
                        </a:defRPr>
                      </a:lvl7pPr>
                      <a:lvl8pPr marR="0" algn="l" rtl="0">
                        <a:lnSpc>
                          <a:spcPct val="100000"/>
                        </a:lnSpc>
                        <a:spcBef>
                          <a:spcPts val="0"/>
                        </a:spcBef>
                        <a:spcAft>
                          <a:spcPts val="0"/>
                        </a:spcAft>
                        <a:buNone/>
                        <a:defRPr sz="1400" b="1" i="0" u="none" strike="noStrike" cap="none">
                          <a:solidFill>
                            <a:schemeClr val="lt1"/>
                          </a:solidFill>
                          <a:latin typeface="Rockwell"/>
                          <a:sym typeface="Arial"/>
                        </a:defRPr>
                      </a:lvl8pPr>
                      <a:lvl9pPr marR="0" algn="l" rtl="0">
                        <a:lnSpc>
                          <a:spcPct val="100000"/>
                        </a:lnSpc>
                        <a:spcBef>
                          <a:spcPts val="0"/>
                        </a:spcBef>
                        <a:spcAft>
                          <a:spcPts val="0"/>
                        </a:spcAft>
                        <a:buNone/>
                        <a:defRPr sz="1400" b="1" i="0" u="none" strike="noStrike" cap="none">
                          <a:solidFill>
                            <a:schemeClr val="lt1"/>
                          </a:solidFill>
                          <a:latin typeface="Rockwell"/>
                          <a:sym typeface="Arial"/>
                        </a:defRPr>
                      </a:lvl9pPr>
                    </a:lstStyle>
                    <a:p>
                      <a:pPr marL="0" marR="0">
                        <a:spcBef>
                          <a:spcPts val="0"/>
                        </a:spcBef>
                        <a:spcAft>
                          <a:spcPts val="0"/>
                        </a:spcAft>
                      </a:pPr>
                      <a:r>
                        <a:rPr lang="en-US" sz="1200">
                          <a:effectLst/>
                        </a:rPr>
                        <a:t>502.gcc_r</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spcBef>
                          <a:spcPts val="0"/>
                        </a:spcBef>
                        <a:spcAft>
                          <a:spcPts val="0"/>
                        </a:spcAft>
                      </a:pPr>
                      <a:r>
                        <a:rPr lang="en-US" sz="1200">
                          <a:effectLst/>
                        </a:rPr>
                        <a:t>602.gcc_s</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2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ctr">
                        <a:spcBef>
                          <a:spcPts val="0"/>
                        </a:spcBef>
                        <a:spcAft>
                          <a:spcPts val="0"/>
                        </a:spcAft>
                      </a:pPr>
                      <a:r>
                        <a:rPr lang="en-US" sz="1200">
                          <a:effectLst/>
                        </a:rPr>
                        <a:t>C</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2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r">
                        <a:spcBef>
                          <a:spcPts val="0"/>
                        </a:spcBef>
                        <a:spcAft>
                          <a:spcPts val="0"/>
                        </a:spcAft>
                      </a:pPr>
                      <a:r>
                        <a:rPr lang="en-US" sz="1200">
                          <a:effectLst/>
                        </a:rPr>
                        <a:t>1304</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2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spcBef>
                          <a:spcPts val="0"/>
                        </a:spcBef>
                        <a:spcAft>
                          <a:spcPts val="0"/>
                        </a:spcAft>
                      </a:pPr>
                      <a:r>
                        <a:rPr lang="en-US" sz="1200" dirty="0">
                          <a:effectLst/>
                        </a:rPr>
                        <a:t>GNU C compiler</a:t>
                      </a:r>
                      <a:endParaRPr lang="en-US" sz="1200" dirty="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20000"/>
                      </a:srgbClr>
                    </a:solidFill>
                  </a:tcPr>
                </a:tc>
                <a:extLst>
                  <a:ext uri="{0D108BD9-81ED-4DB2-BD59-A6C34878D82A}">
                    <a16:rowId xmlns:a16="http://schemas.microsoft.com/office/drawing/2014/main" xmlns="" val="10002"/>
                  </a:ext>
                </a:extLst>
              </a:tr>
              <a:tr h="325516">
                <a:tc>
                  <a:txBody>
                    <a:bodyPr/>
                    <a:lstStyle>
                      <a:lvl1pPr marR="0" algn="l" rtl="0">
                        <a:lnSpc>
                          <a:spcPct val="100000"/>
                        </a:lnSpc>
                        <a:spcBef>
                          <a:spcPts val="0"/>
                        </a:spcBef>
                        <a:spcAft>
                          <a:spcPts val="0"/>
                        </a:spcAft>
                        <a:buNone/>
                        <a:defRPr sz="1400" b="1" i="0" u="none" strike="noStrike" cap="none">
                          <a:solidFill>
                            <a:schemeClr val="lt1"/>
                          </a:solidFill>
                          <a:latin typeface="Rockwell"/>
                          <a:sym typeface="Arial"/>
                        </a:defRPr>
                      </a:lvl1pPr>
                      <a:lvl2pPr marR="0" algn="l" rtl="0">
                        <a:lnSpc>
                          <a:spcPct val="100000"/>
                        </a:lnSpc>
                        <a:spcBef>
                          <a:spcPts val="0"/>
                        </a:spcBef>
                        <a:spcAft>
                          <a:spcPts val="0"/>
                        </a:spcAft>
                        <a:buNone/>
                        <a:defRPr sz="1400" b="1" i="0" u="none" strike="noStrike" cap="none">
                          <a:solidFill>
                            <a:schemeClr val="lt1"/>
                          </a:solidFill>
                          <a:latin typeface="Rockwell"/>
                          <a:sym typeface="Arial"/>
                        </a:defRPr>
                      </a:lvl2pPr>
                      <a:lvl3pPr marR="0" algn="l" rtl="0">
                        <a:lnSpc>
                          <a:spcPct val="100000"/>
                        </a:lnSpc>
                        <a:spcBef>
                          <a:spcPts val="0"/>
                        </a:spcBef>
                        <a:spcAft>
                          <a:spcPts val="0"/>
                        </a:spcAft>
                        <a:buNone/>
                        <a:defRPr sz="1400" b="1" i="0" u="none" strike="noStrike" cap="none">
                          <a:solidFill>
                            <a:schemeClr val="lt1"/>
                          </a:solidFill>
                          <a:latin typeface="Rockwell"/>
                          <a:sym typeface="Arial"/>
                        </a:defRPr>
                      </a:lvl3pPr>
                      <a:lvl4pPr marR="0" algn="l" rtl="0">
                        <a:lnSpc>
                          <a:spcPct val="100000"/>
                        </a:lnSpc>
                        <a:spcBef>
                          <a:spcPts val="0"/>
                        </a:spcBef>
                        <a:spcAft>
                          <a:spcPts val="0"/>
                        </a:spcAft>
                        <a:buNone/>
                        <a:defRPr sz="1400" b="1" i="0" u="none" strike="noStrike" cap="none">
                          <a:solidFill>
                            <a:schemeClr val="lt1"/>
                          </a:solidFill>
                          <a:latin typeface="Rockwell"/>
                          <a:sym typeface="Arial"/>
                        </a:defRPr>
                      </a:lvl4pPr>
                      <a:lvl5pPr marR="0" algn="l" rtl="0">
                        <a:lnSpc>
                          <a:spcPct val="100000"/>
                        </a:lnSpc>
                        <a:spcBef>
                          <a:spcPts val="0"/>
                        </a:spcBef>
                        <a:spcAft>
                          <a:spcPts val="0"/>
                        </a:spcAft>
                        <a:buNone/>
                        <a:defRPr sz="1400" b="1" i="0" u="none" strike="noStrike" cap="none">
                          <a:solidFill>
                            <a:schemeClr val="lt1"/>
                          </a:solidFill>
                          <a:latin typeface="Rockwell"/>
                          <a:sym typeface="Arial"/>
                        </a:defRPr>
                      </a:lvl5pPr>
                      <a:lvl6pPr marR="0" algn="l" rtl="0">
                        <a:lnSpc>
                          <a:spcPct val="100000"/>
                        </a:lnSpc>
                        <a:spcBef>
                          <a:spcPts val="0"/>
                        </a:spcBef>
                        <a:spcAft>
                          <a:spcPts val="0"/>
                        </a:spcAft>
                        <a:buNone/>
                        <a:defRPr sz="1400" b="1" i="0" u="none" strike="noStrike" cap="none">
                          <a:solidFill>
                            <a:schemeClr val="lt1"/>
                          </a:solidFill>
                          <a:latin typeface="Rockwell"/>
                          <a:sym typeface="Arial"/>
                        </a:defRPr>
                      </a:lvl6pPr>
                      <a:lvl7pPr marR="0" algn="l" rtl="0">
                        <a:lnSpc>
                          <a:spcPct val="100000"/>
                        </a:lnSpc>
                        <a:spcBef>
                          <a:spcPts val="0"/>
                        </a:spcBef>
                        <a:spcAft>
                          <a:spcPts val="0"/>
                        </a:spcAft>
                        <a:buNone/>
                        <a:defRPr sz="1400" b="1" i="0" u="none" strike="noStrike" cap="none">
                          <a:solidFill>
                            <a:schemeClr val="lt1"/>
                          </a:solidFill>
                          <a:latin typeface="Rockwell"/>
                          <a:sym typeface="Arial"/>
                        </a:defRPr>
                      </a:lvl7pPr>
                      <a:lvl8pPr marR="0" algn="l" rtl="0">
                        <a:lnSpc>
                          <a:spcPct val="100000"/>
                        </a:lnSpc>
                        <a:spcBef>
                          <a:spcPts val="0"/>
                        </a:spcBef>
                        <a:spcAft>
                          <a:spcPts val="0"/>
                        </a:spcAft>
                        <a:buNone/>
                        <a:defRPr sz="1400" b="1" i="0" u="none" strike="noStrike" cap="none">
                          <a:solidFill>
                            <a:schemeClr val="lt1"/>
                          </a:solidFill>
                          <a:latin typeface="Rockwell"/>
                          <a:sym typeface="Arial"/>
                        </a:defRPr>
                      </a:lvl8pPr>
                      <a:lvl9pPr marR="0" algn="l" rtl="0">
                        <a:lnSpc>
                          <a:spcPct val="100000"/>
                        </a:lnSpc>
                        <a:spcBef>
                          <a:spcPts val="0"/>
                        </a:spcBef>
                        <a:spcAft>
                          <a:spcPts val="0"/>
                        </a:spcAft>
                        <a:buNone/>
                        <a:defRPr sz="1400" b="1" i="0" u="none" strike="noStrike" cap="none">
                          <a:solidFill>
                            <a:schemeClr val="lt1"/>
                          </a:solidFill>
                          <a:latin typeface="Rockwell"/>
                          <a:sym typeface="Arial"/>
                        </a:defRPr>
                      </a:lvl9pPr>
                    </a:lstStyle>
                    <a:p>
                      <a:pPr marL="0" marR="0">
                        <a:spcBef>
                          <a:spcPts val="0"/>
                        </a:spcBef>
                        <a:spcAft>
                          <a:spcPts val="0"/>
                        </a:spcAft>
                      </a:pPr>
                      <a:r>
                        <a:rPr lang="en-US" sz="1200">
                          <a:effectLst/>
                        </a:rPr>
                        <a:t>505.mcf_r</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spcBef>
                          <a:spcPts val="0"/>
                        </a:spcBef>
                        <a:spcAft>
                          <a:spcPts val="0"/>
                        </a:spcAft>
                      </a:pPr>
                      <a:r>
                        <a:rPr lang="en-US" sz="1200">
                          <a:effectLst/>
                        </a:rPr>
                        <a:t>605.mcf_s</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4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ctr">
                        <a:spcBef>
                          <a:spcPts val="0"/>
                        </a:spcBef>
                        <a:spcAft>
                          <a:spcPts val="0"/>
                        </a:spcAft>
                      </a:pPr>
                      <a:r>
                        <a:rPr lang="en-US" sz="1200">
                          <a:effectLst/>
                        </a:rPr>
                        <a:t>C</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4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r">
                        <a:spcBef>
                          <a:spcPts val="0"/>
                        </a:spcBef>
                        <a:spcAft>
                          <a:spcPts val="0"/>
                        </a:spcAft>
                      </a:pPr>
                      <a:r>
                        <a:rPr lang="en-US" sz="1200">
                          <a:effectLst/>
                        </a:rPr>
                        <a:t>3</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4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spcBef>
                          <a:spcPts val="0"/>
                        </a:spcBef>
                        <a:spcAft>
                          <a:spcPts val="0"/>
                        </a:spcAft>
                      </a:pPr>
                      <a:r>
                        <a:rPr lang="en-US" sz="1200" dirty="0">
                          <a:effectLst/>
                        </a:rPr>
                        <a:t>Route planning</a:t>
                      </a:r>
                      <a:endParaRPr lang="en-US" sz="1200" dirty="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40000"/>
                      </a:srgbClr>
                    </a:solidFill>
                  </a:tcPr>
                </a:tc>
                <a:extLst>
                  <a:ext uri="{0D108BD9-81ED-4DB2-BD59-A6C34878D82A}">
                    <a16:rowId xmlns:a16="http://schemas.microsoft.com/office/drawing/2014/main" xmlns="" val="10003"/>
                  </a:ext>
                </a:extLst>
              </a:tr>
              <a:tr h="651032">
                <a:tc>
                  <a:txBody>
                    <a:bodyPr/>
                    <a:lstStyle>
                      <a:lvl1pPr marR="0" algn="l" rtl="0">
                        <a:lnSpc>
                          <a:spcPct val="100000"/>
                        </a:lnSpc>
                        <a:spcBef>
                          <a:spcPts val="0"/>
                        </a:spcBef>
                        <a:spcAft>
                          <a:spcPts val="0"/>
                        </a:spcAft>
                        <a:buNone/>
                        <a:defRPr sz="1400" b="1" i="0" u="none" strike="noStrike" cap="none">
                          <a:solidFill>
                            <a:schemeClr val="lt1"/>
                          </a:solidFill>
                          <a:latin typeface="Rockwell"/>
                          <a:sym typeface="Arial"/>
                        </a:defRPr>
                      </a:lvl1pPr>
                      <a:lvl2pPr marR="0" algn="l" rtl="0">
                        <a:lnSpc>
                          <a:spcPct val="100000"/>
                        </a:lnSpc>
                        <a:spcBef>
                          <a:spcPts val="0"/>
                        </a:spcBef>
                        <a:spcAft>
                          <a:spcPts val="0"/>
                        </a:spcAft>
                        <a:buNone/>
                        <a:defRPr sz="1400" b="1" i="0" u="none" strike="noStrike" cap="none">
                          <a:solidFill>
                            <a:schemeClr val="lt1"/>
                          </a:solidFill>
                          <a:latin typeface="Rockwell"/>
                          <a:sym typeface="Arial"/>
                        </a:defRPr>
                      </a:lvl2pPr>
                      <a:lvl3pPr marR="0" algn="l" rtl="0">
                        <a:lnSpc>
                          <a:spcPct val="100000"/>
                        </a:lnSpc>
                        <a:spcBef>
                          <a:spcPts val="0"/>
                        </a:spcBef>
                        <a:spcAft>
                          <a:spcPts val="0"/>
                        </a:spcAft>
                        <a:buNone/>
                        <a:defRPr sz="1400" b="1" i="0" u="none" strike="noStrike" cap="none">
                          <a:solidFill>
                            <a:schemeClr val="lt1"/>
                          </a:solidFill>
                          <a:latin typeface="Rockwell"/>
                          <a:sym typeface="Arial"/>
                        </a:defRPr>
                      </a:lvl3pPr>
                      <a:lvl4pPr marR="0" algn="l" rtl="0">
                        <a:lnSpc>
                          <a:spcPct val="100000"/>
                        </a:lnSpc>
                        <a:spcBef>
                          <a:spcPts val="0"/>
                        </a:spcBef>
                        <a:spcAft>
                          <a:spcPts val="0"/>
                        </a:spcAft>
                        <a:buNone/>
                        <a:defRPr sz="1400" b="1" i="0" u="none" strike="noStrike" cap="none">
                          <a:solidFill>
                            <a:schemeClr val="lt1"/>
                          </a:solidFill>
                          <a:latin typeface="Rockwell"/>
                          <a:sym typeface="Arial"/>
                        </a:defRPr>
                      </a:lvl4pPr>
                      <a:lvl5pPr marR="0" algn="l" rtl="0">
                        <a:lnSpc>
                          <a:spcPct val="100000"/>
                        </a:lnSpc>
                        <a:spcBef>
                          <a:spcPts val="0"/>
                        </a:spcBef>
                        <a:spcAft>
                          <a:spcPts val="0"/>
                        </a:spcAft>
                        <a:buNone/>
                        <a:defRPr sz="1400" b="1" i="0" u="none" strike="noStrike" cap="none">
                          <a:solidFill>
                            <a:schemeClr val="lt1"/>
                          </a:solidFill>
                          <a:latin typeface="Rockwell"/>
                          <a:sym typeface="Arial"/>
                        </a:defRPr>
                      </a:lvl5pPr>
                      <a:lvl6pPr marR="0" algn="l" rtl="0">
                        <a:lnSpc>
                          <a:spcPct val="100000"/>
                        </a:lnSpc>
                        <a:spcBef>
                          <a:spcPts val="0"/>
                        </a:spcBef>
                        <a:spcAft>
                          <a:spcPts val="0"/>
                        </a:spcAft>
                        <a:buNone/>
                        <a:defRPr sz="1400" b="1" i="0" u="none" strike="noStrike" cap="none">
                          <a:solidFill>
                            <a:schemeClr val="lt1"/>
                          </a:solidFill>
                          <a:latin typeface="Rockwell"/>
                          <a:sym typeface="Arial"/>
                        </a:defRPr>
                      </a:lvl6pPr>
                      <a:lvl7pPr marR="0" algn="l" rtl="0">
                        <a:lnSpc>
                          <a:spcPct val="100000"/>
                        </a:lnSpc>
                        <a:spcBef>
                          <a:spcPts val="0"/>
                        </a:spcBef>
                        <a:spcAft>
                          <a:spcPts val="0"/>
                        </a:spcAft>
                        <a:buNone/>
                        <a:defRPr sz="1400" b="1" i="0" u="none" strike="noStrike" cap="none">
                          <a:solidFill>
                            <a:schemeClr val="lt1"/>
                          </a:solidFill>
                          <a:latin typeface="Rockwell"/>
                          <a:sym typeface="Arial"/>
                        </a:defRPr>
                      </a:lvl7pPr>
                      <a:lvl8pPr marR="0" algn="l" rtl="0">
                        <a:lnSpc>
                          <a:spcPct val="100000"/>
                        </a:lnSpc>
                        <a:spcBef>
                          <a:spcPts val="0"/>
                        </a:spcBef>
                        <a:spcAft>
                          <a:spcPts val="0"/>
                        </a:spcAft>
                        <a:buNone/>
                        <a:defRPr sz="1400" b="1" i="0" u="none" strike="noStrike" cap="none">
                          <a:solidFill>
                            <a:schemeClr val="lt1"/>
                          </a:solidFill>
                          <a:latin typeface="Rockwell"/>
                          <a:sym typeface="Arial"/>
                        </a:defRPr>
                      </a:lvl8pPr>
                      <a:lvl9pPr marR="0" algn="l" rtl="0">
                        <a:lnSpc>
                          <a:spcPct val="100000"/>
                        </a:lnSpc>
                        <a:spcBef>
                          <a:spcPts val="0"/>
                        </a:spcBef>
                        <a:spcAft>
                          <a:spcPts val="0"/>
                        </a:spcAft>
                        <a:buNone/>
                        <a:defRPr sz="1400" b="1" i="0" u="none" strike="noStrike" cap="none">
                          <a:solidFill>
                            <a:schemeClr val="lt1"/>
                          </a:solidFill>
                          <a:latin typeface="Rockwell"/>
                          <a:sym typeface="Arial"/>
                        </a:defRPr>
                      </a:lvl9pPr>
                    </a:lstStyle>
                    <a:p>
                      <a:pPr marL="0" marR="0">
                        <a:spcBef>
                          <a:spcPts val="0"/>
                        </a:spcBef>
                        <a:spcAft>
                          <a:spcPts val="0"/>
                        </a:spcAft>
                      </a:pPr>
                      <a:r>
                        <a:rPr lang="en-US" sz="1200">
                          <a:effectLst/>
                        </a:rPr>
                        <a:t>520.omnetpp_r</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spcBef>
                          <a:spcPts val="0"/>
                        </a:spcBef>
                        <a:spcAft>
                          <a:spcPts val="0"/>
                        </a:spcAft>
                      </a:pPr>
                      <a:r>
                        <a:rPr lang="en-US" sz="1200">
                          <a:effectLst/>
                        </a:rPr>
                        <a:t>620.omnetpp_s</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2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ctr">
                        <a:spcBef>
                          <a:spcPts val="0"/>
                        </a:spcBef>
                        <a:spcAft>
                          <a:spcPts val="0"/>
                        </a:spcAft>
                      </a:pPr>
                      <a:r>
                        <a:rPr lang="en-US" sz="1200">
                          <a:effectLst/>
                        </a:rPr>
                        <a:t>C++</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2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r">
                        <a:spcBef>
                          <a:spcPts val="0"/>
                        </a:spcBef>
                        <a:spcAft>
                          <a:spcPts val="0"/>
                        </a:spcAft>
                      </a:pPr>
                      <a:r>
                        <a:rPr lang="en-US" sz="1200" dirty="0">
                          <a:effectLst/>
                        </a:rPr>
                        <a:t>134</a:t>
                      </a:r>
                      <a:endParaRPr lang="en-US" sz="1200" dirty="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2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spcBef>
                          <a:spcPts val="0"/>
                        </a:spcBef>
                        <a:spcAft>
                          <a:spcPts val="0"/>
                        </a:spcAft>
                      </a:pPr>
                      <a:r>
                        <a:rPr lang="en-US" sz="1200" dirty="0">
                          <a:effectLst/>
                        </a:rPr>
                        <a:t>Discrete event simulation - computer network</a:t>
                      </a:r>
                      <a:endParaRPr lang="en-US" sz="1200" dirty="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20000"/>
                      </a:srgbClr>
                    </a:solidFill>
                  </a:tcPr>
                </a:tc>
                <a:extLst>
                  <a:ext uri="{0D108BD9-81ED-4DB2-BD59-A6C34878D82A}">
                    <a16:rowId xmlns:a16="http://schemas.microsoft.com/office/drawing/2014/main" xmlns="" val="10004"/>
                  </a:ext>
                </a:extLst>
              </a:tr>
              <a:tr h="651032">
                <a:tc>
                  <a:txBody>
                    <a:bodyPr/>
                    <a:lstStyle>
                      <a:lvl1pPr marR="0" algn="l" rtl="0">
                        <a:lnSpc>
                          <a:spcPct val="100000"/>
                        </a:lnSpc>
                        <a:spcBef>
                          <a:spcPts val="0"/>
                        </a:spcBef>
                        <a:spcAft>
                          <a:spcPts val="0"/>
                        </a:spcAft>
                        <a:buNone/>
                        <a:defRPr sz="1400" b="1" i="0" u="none" strike="noStrike" cap="none">
                          <a:solidFill>
                            <a:schemeClr val="lt1"/>
                          </a:solidFill>
                          <a:latin typeface="Rockwell"/>
                          <a:sym typeface="Arial"/>
                        </a:defRPr>
                      </a:lvl1pPr>
                      <a:lvl2pPr marR="0" algn="l" rtl="0">
                        <a:lnSpc>
                          <a:spcPct val="100000"/>
                        </a:lnSpc>
                        <a:spcBef>
                          <a:spcPts val="0"/>
                        </a:spcBef>
                        <a:spcAft>
                          <a:spcPts val="0"/>
                        </a:spcAft>
                        <a:buNone/>
                        <a:defRPr sz="1400" b="1" i="0" u="none" strike="noStrike" cap="none">
                          <a:solidFill>
                            <a:schemeClr val="lt1"/>
                          </a:solidFill>
                          <a:latin typeface="Rockwell"/>
                          <a:sym typeface="Arial"/>
                        </a:defRPr>
                      </a:lvl2pPr>
                      <a:lvl3pPr marR="0" algn="l" rtl="0">
                        <a:lnSpc>
                          <a:spcPct val="100000"/>
                        </a:lnSpc>
                        <a:spcBef>
                          <a:spcPts val="0"/>
                        </a:spcBef>
                        <a:spcAft>
                          <a:spcPts val="0"/>
                        </a:spcAft>
                        <a:buNone/>
                        <a:defRPr sz="1400" b="1" i="0" u="none" strike="noStrike" cap="none">
                          <a:solidFill>
                            <a:schemeClr val="lt1"/>
                          </a:solidFill>
                          <a:latin typeface="Rockwell"/>
                          <a:sym typeface="Arial"/>
                        </a:defRPr>
                      </a:lvl3pPr>
                      <a:lvl4pPr marR="0" algn="l" rtl="0">
                        <a:lnSpc>
                          <a:spcPct val="100000"/>
                        </a:lnSpc>
                        <a:spcBef>
                          <a:spcPts val="0"/>
                        </a:spcBef>
                        <a:spcAft>
                          <a:spcPts val="0"/>
                        </a:spcAft>
                        <a:buNone/>
                        <a:defRPr sz="1400" b="1" i="0" u="none" strike="noStrike" cap="none">
                          <a:solidFill>
                            <a:schemeClr val="lt1"/>
                          </a:solidFill>
                          <a:latin typeface="Rockwell"/>
                          <a:sym typeface="Arial"/>
                        </a:defRPr>
                      </a:lvl4pPr>
                      <a:lvl5pPr marR="0" algn="l" rtl="0">
                        <a:lnSpc>
                          <a:spcPct val="100000"/>
                        </a:lnSpc>
                        <a:spcBef>
                          <a:spcPts val="0"/>
                        </a:spcBef>
                        <a:spcAft>
                          <a:spcPts val="0"/>
                        </a:spcAft>
                        <a:buNone/>
                        <a:defRPr sz="1400" b="1" i="0" u="none" strike="noStrike" cap="none">
                          <a:solidFill>
                            <a:schemeClr val="lt1"/>
                          </a:solidFill>
                          <a:latin typeface="Rockwell"/>
                          <a:sym typeface="Arial"/>
                        </a:defRPr>
                      </a:lvl5pPr>
                      <a:lvl6pPr marR="0" algn="l" rtl="0">
                        <a:lnSpc>
                          <a:spcPct val="100000"/>
                        </a:lnSpc>
                        <a:spcBef>
                          <a:spcPts val="0"/>
                        </a:spcBef>
                        <a:spcAft>
                          <a:spcPts val="0"/>
                        </a:spcAft>
                        <a:buNone/>
                        <a:defRPr sz="1400" b="1" i="0" u="none" strike="noStrike" cap="none">
                          <a:solidFill>
                            <a:schemeClr val="lt1"/>
                          </a:solidFill>
                          <a:latin typeface="Rockwell"/>
                          <a:sym typeface="Arial"/>
                        </a:defRPr>
                      </a:lvl6pPr>
                      <a:lvl7pPr marR="0" algn="l" rtl="0">
                        <a:lnSpc>
                          <a:spcPct val="100000"/>
                        </a:lnSpc>
                        <a:spcBef>
                          <a:spcPts val="0"/>
                        </a:spcBef>
                        <a:spcAft>
                          <a:spcPts val="0"/>
                        </a:spcAft>
                        <a:buNone/>
                        <a:defRPr sz="1400" b="1" i="0" u="none" strike="noStrike" cap="none">
                          <a:solidFill>
                            <a:schemeClr val="lt1"/>
                          </a:solidFill>
                          <a:latin typeface="Rockwell"/>
                          <a:sym typeface="Arial"/>
                        </a:defRPr>
                      </a:lvl7pPr>
                      <a:lvl8pPr marR="0" algn="l" rtl="0">
                        <a:lnSpc>
                          <a:spcPct val="100000"/>
                        </a:lnSpc>
                        <a:spcBef>
                          <a:spcPts val="0"/>
                        </a:spcBef>
                        <a:spcAft>
                          <a:spcPts val="0"/>
                        </a:spcAft>
                        <a:buNone/>
                        <a:defRPr sz="1400" b="1" i="0" u="none" strike="noStrike" cap="none">
                          <a:solidFill>
                            <a:schemeClr val="lt1"/>
                          </a:solidFill>
                          <a:latin typeface="Rockwell"/>
                          <a:sym typeface="Arial"/>
                        </a:defRPr>
                      </a:lvl8pPr>
                      <a:lvl9pPr marR="0" algn="l" rtl="0">
                        <a:lnSpc>
                          <a:spcPct val="100000"/>
                        </a:lnSpc>
                        <a:spcBef>
                          <a:spcPts val="0"/>
                        </a:spcBef>
                        <a:spcAft>
                          <a:spcPts val="0"/>
                        </a:spcAft>
                        <a:buNone/>
                        <a:defRPr sz="1400" b="1" i="0" u="none" strike="noStrike" cap="none">
                          <a:solidFill>
                            <a:schemeClr val="lt1"/>
                          </a:solidFill>
                          <a:latin typeface="Rockwell"/>
                          <a:sym typeface="Arial"/>
                        </a:defRPr>
                      </a:lvl9pPr>
                    </a:lstStyle>
                    <a:p>
                      <a:pPr marL="0" marR="0">
                        <a:spcBef>
                          <a:spcPts val="0"/>
                        </a:spcBef>
                        <a:spcAft>
                          <a:spcPts val="0"/>
                        </a:spcAft>
                      </a:pPr>
                      <a:r>
                        <a:rPr lang="en-US" sz="1200">
                          <a:effectLst/>
                        </a:rPr>
                        <a:t>523.xalancbmk_r</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spcBef>
                          <a:spcPts val="0"/>
                        </a:spcBef>
                        <a:spcAft>
                          <a:spcPts val="0"/>
                        </a:spcAft>
                      </a:pPr>
                      <a:r>
                        <a:rPr lang="en-US" sz="1200">
                          <a:effectLst/>
                        </a:rPr>
                        <a:t>623.xalancbmk_s</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4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ctr">
                        <a:spcBef>
                          <a:spcPts val="0"/>
                        </a:spcBef>
                        <a:spcAft>
                          <a:spcPts val="0"/>
                        </a:spcAft>
                      </a:pPr>
                      <a:r>
                        <a:rPr lang="en-US" sz="1200" dirty="0">
                          <a:effectLst/>
                        </a:rPr>
                        <a:t>C++</a:t>
                      </a:r>
                      <a:endParaRPr lang="en-US" sz="1200" dirty="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4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r">
                        <a:spcBef>
                          <a:spcPts val="0"/>
                        </a:spcBef>
                        <a:spcAft>
                          <a:spcPts val="0"/>
                        </a:spcAft>
                      </a:pPr>
                      <a:r>
                        <a:rPr lang="en-US" sz="1200">
                          <a:effectLst/>
                        </a:rPr>
                        <a:t>520</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4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spcBef>
                          <a:spcPts val="0"/>
                        </a:spcBef>
                        <a:spcAft>
                          <a:spcPts val="0"/>
                        </a:spcAft>
                      </a:pPr>
                      <a:r>
                        <a:rPr lang="en-US" sz="1200" dirty="0">
                          <a:effectLst/>
                        </a:rPr>
                        <a:t>XML to HTML conversion via XSLT</a:t>
                      </a:r>
                      <a:endParaRPr lang="en-US" sz="1200" dirty="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40000"/>
                      </a:srgbClr>
                    </a:solidFill>
                  </a:tcPr>
                </a:tc>
                <a:extLst>
                  <a:ext uri="{0D108BD9-81ED-4DB2-BD59-A6C34878D82A}">
                    <a16:rowId xmlns:a16="http://schemas.microsoft.com/office/drawing/2014/main" xmlns="" val="10005"/>
                  </a:ext>
                </a:extLst>
              </a:tr>
              <a:tr h="371881">
                <a:tc>
                  <a:txBody>
                    <a:bodyPr/>
                    <a:lstStyle>
                      <a:lvl1pPr marR="0" algn="l" rtl="0">
                        <a:lnSpc>
                          <a:spcPct val="100000"/>
                        </a:lnSpc>
                        <a:spcBef>
                          <a:spcPts val="0"/>
                        </a:spcBef>
                        <a:spcAft>
                          <a:spcPts val="0"/>
                        </a:spcAft>
                        <a:buNone/>
                        <a:defRPr sz="1400" b="1" i="0" u="none" strike="noStrike" cap="none">
                          <a:solidFill>
                            <a:schemeClr val="lt1"/>
                          </a:solidFill>
                          <a:latin typeface="Rockwell"/>
                          <a:sym typeface="Arial"/>
                        </a:defRPr>
                      </a:lvl1pPr>
                      <a:lvl2pPr marR="0" algn="l" rtl="0">
                        <a:lnSpc>
                          <a:spcPct val="100000"/>
                        </a:lnSpc>
                        <a:spcBef>
                          <a:spcPts val="0"/>
                        </a:spcBef>
                        <a:spcAft>
                          <a:spcPts val="0"/>
                        </a:spcAft>
                        <a:buNone/>
                        <a:defRPr sz="1400" b="1" i="0" u="none" strike="noStrike" cap="none">
                          <a:solidFill>
                            <a:schemeClr val="lt1"/>
                          </a:solidFill>
                          <a:latin typeface="Rockwell"/>
                          <a:sym typeface="Arial"/>
                        </a:defRPr>
                      </a:lvl2pPr>
                      <a:lvl3pPr marR="0" algn="l" rtl="0">
                        <a:lnSpc>
                          <a:spcPct val="100000"/>
                        </a:lnSpc>
                        <a:spcBef>
                          <a:spcPts val="0"/>
                        </a:spcBef>
                        <a:spcAft>
                          <a:spcPts val="0"/>
                        </a:spcAft>
                        <a:buNone/>
                        <a:defRPr sz="1400" b="1" i="0" u="none" strike="noStrike" cap="none">
                          <a:solidFill>
                            <a:schemeClr val="lt1"/>
                          </a:solidFill>
                          <a:latin typeface="Rockwell"/>
                          <a:sym typeface="Arial"/>
                        </a:defRPr>
                      </a:lvl3pPr>
                      <a:lvl4pPr marR="0" algn="l" rtl="0">
                        <a:lnSpc>
                          <a:spcPct val="100000"/>
                        </a:lnSpc>
                        <a:spcBef>
                          <a:spcPts val="0"/>
                        </a:spcBef>
                        <a:spcAft>
                          <a:spcPts val="0"/>
                        </a:spcAft>
                        <a:buNone/>
                        <a:defRPr sz="1400" b="1" i="0" u="none" strike="noStrike" cap="none">
                          <a:solidFill>
                            <a:schemeClr val="lt1"/>
                          </a:solidFill>
                          <a:latin typeface="Rockwell"/>
                          <a:sym typeface="Arial"/>
                        </a:defRPr>
                      </a:lvl4pPr>
                      <a:lvl5pPr marR="0" algn="l" rtl="0">
                        <a:lnSpc>
                          <a:spcPct val="100000"/>
                        </a:lnSpc>
                        <a:spcBef>
                          <a:spcPts val="0"/>
                        </a:spcBef>
                        <a:spcAft>
                          <a:spcPts val="0"/>
                        </a:spcAft>
                        <a:buNone/>
                        <a:defRPr sz="1400" b="1" i="0" u="none" strike="noStrike" cap="none">
                          <a:solidFill>
                            <a:schemeClr val="lt1"/>
                          </a:solidFill>
                          <a:latin typeface="Rockwell"/>
                          <a:sym typeface="Arial"/>
                        </a:defRPr>
                      </a:lvl5pPr>
                      <a:lvl6pPr marR="0" algn="l" rtl="0">
                        <a:lnSpc>
                          <a:spcPct val="100000"/>
                        </a:lnSpc>
                        <a:spcBef>
                          <a:spcPts val="0"/>
                        </a:spcBef>
                        <a:spcAft>
                          <a:spcPts val="0"/>
                        </a:spcAft>
                        <a:buNone/>
                        <a:defRPr sz="1400" b="1" i="0" u="none" strike="noStrike" cap="none">
                          <a:solidFill>
                            <a:schemeClr val="lt1"/>
                          </a:solidFill>
                          <a:latin typeface="Rockwell"/>
                          <a:sym typeface="Arial"/>
                        </a:defRPr>
                      </a:lvl6pPr>
                      <a:lvl7pPr marR="0" algn="l" rtl="0">
                        <a:lnSpc>
                          <a:spcPct val="100000"/>
                        </a:lnSpc>
                        <a:spcBef>
                          <a:spcPts val="0"/>
                        </a:spcBef>
                        <a:spcAft>
                          <a:spcPts val="0"/>
                        </a:spcAft>
                        <a:buNone/>
                        <a:defRPr sz="1400" b="1" i="0" u="none" strike="noStrike" cap="none">
                          <a:solidFill>
                            <a:schemeClr val="lt1"/>
                          </a:solidFill>
                          <a:latin typeface="Rockwell"/>
                          <a:sym typeface="Arial"/>
                        </a:defRPr>
                      </a:lvl7pPr>
                      <a:lvl8pPr marR="0" algn="l" rtl="0">
                        <a:lnSpc>
                          <a:spcPct val="100000"/>
                        </a:lnSpc>
                        <a:spcBef>
                          <a:spcPts val="0"/>
                        </a:spcBef>
                        <a:spcAft>
                          <a:spcPts val="0"/>
                        </a:spcAft>
                        <a:buNone/>
                        <a:defRPr sz="1400" b="1" i="0" u="none" strike="noStrike" cap="none">
                          <a:solidFill>
                            <a:schemeClr val="lt1"/>
                          </a:solidFill>
                          <a:latin typeface="Rockwell"/>
                          <a:sym typeface="Arial"/>
                        </a:defRPr>
                      </a:lvl8pPr>
                      <a:lvl9pPr marR="0" algn="l" rtl="0">
                        <a:lnSpc>
                          <a:spcPct val="100000"/>
                        </a:lnSpc>
                        <a:spcBef>
                          <a:spcPts val="0"/>
                        </a:spcBef>
                        <a:spcAft>
                          <a:spcPts val="0"/>
                        </a:spcAft>
                        <a:buNone/>
                        <a:defRPr sz="1400" b="1" i="0" u="none" strike="noStrike" cap="none">
                          <a:solidFill>
                            <a:schemeClr val="lt1"/>
                          </a:solidFill>
                          <a:latin typeface="Rockwell"/>
                          <a:sym typeface="Arial"/>
                        </a:defRPr>
                      </a:lvl9pPr>
                    </a:lstStyle>
                    <a:p>
                      <a:pPr marL="0" marR="0">
                        <a:spcBef>
                          <a:spcPts val="0"/>
                        </a:spcBef>
                        <a:spcAft>
                          <a:spcPts val="0"/>
                        </a:spcAft>
                      </a:pPr>
                      <a:r>
                        <a:rPr lang="en-US" sz="1200">
                          <a:effectLst/>
                        </a:rPr>
                        <a:t>525.x264_r</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spcBef>
                          <a:spcPts val="0"/>
                        </a:spcBef>
                        <a:spcAft>
                          <a:spcPts val="0"/>
                        </a:spcAft>
                      </a:pPr>
                      <a:r>
                        <a:rPr lang="en-US" sz="1200">
                          <a:effectLst/>
                        </a:rPr>
                        <a:t>625.x264_s</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2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ctr">
                        <a:spcBef>
                          <a:spcPts val="0"/>
                        </a:spcBef>
                        <a:spcAft>
                          <a:spcPts val="0"/>
                        </a:spcAft>
                      </a:pPr>
                      <a:r>
                        <a:rPr lang="en-US" sz="1200">
                          <a:effectLst/>
                        </a:rPr>
                        <a:t>C</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2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r">
                        <a:spcBef>
                          <a:spcPts val="0"/>
                        </a:spcBef>
                        <a:spcAft>
                          <a:spcPts val="0"/>
                        </a:spcAft>
                      </a:pPr>
                      <a:r>
                        <a:rPr lang="en-US" sz="1200">
                          <a:effectLst/>
                        </a:rPr>
                        <a:t>96</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2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spcBef>
                          <a:spcPts val="0"/>
                        </a:spcBef>
                        <a:spcAft>
                          <a:spcPts val="0"/>
                        </a:spcAft>
                      </a:pPr>
                      <a:r>
                        <a:rPr lang="en-US" sz="1200">
                          <a:effectLst/>
                        </a:rPr>
                        <a:t>Video compression</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20000"/>
                      </a:srgbClr>
                    </a:solidFill>
                  </a:tcPr>
                </a:tc>
                <a:extLst>
                  <a:ext uri="{0D108BD9-81ED-4DB2-BD59-A6C34878D82A}">
                    <a16:rowId xmlns:a16="http://schemas.microsoft.com/office/drawing/2014/main" xmlns="" val="10006"/>
                  </a:ext>
                </a:extLst>
              </a:tr>
              <a:tr h="651032">
                <a:tc>
                  <a:txBody>
                    <a:bodyPr/>
                    <a:lstStyle>
                      <a:lvl1pPr marR="0" algn="l" rtl="0">
                        <a:lnSpc>
                          <a:spcPct val="100000"/>
                        </a:lnSpc>
                        <a:spcBef>
                          <a:spcPts val="0"/>
                        </a:spcBef>
                        <a:spcAft>
                          <a:spcPts val="0"/>
                        </a:spcAft>
                        <a:buNone/>
                        <a:defRPr sz="1400" b="1" i="0" u="none" strike="noStrike" cap="none">
                          <a:solidFill>
                            <a:schemeClr val="lt1"/>
                          </a:solidFill>
                          <a:latin typeface="Rockwell"/>
                          <a:sym typeface="Arial"/>
                        </a:defRPr>
                      </a:lvl1pPr>
                      <a:lvl2pPr marR="0" algn="l" rtl="0">
                        <a:lnSpc>
                          <a:spcPct val="100000"/>
                        </a:lnSpc>
                        <a:spcBef>
                          <a:spcPts val="0"/>
                        </a:spcBef>
                        <a:spcAft>
                          <a:spcPts val="0"/>
                        </a:spcAft>
                        <a:buNone/>
                        <a:defRPr sz="1400" b="1" i="0" u="none" strike="noStrike" cap="none">
                          <a:solidFill>
                            <a:schemeClr val="lt1"/>
                          </a:solidFill>
                          <a:latin typeface="Rockwell"/>
                          <a:sym typeface="Arial"/>
                        </a:defRPr>
                      </a:lvl2pPr>
                      <a:lvl3pPr marR="0" algn="l" rtl="0">
                        <a:lnSpc>
                          <a:spcPct val="100000"/>
                        </a:lnSpc>
                        <a:spcBef>
                          <a:spcPts val="0"/>
                        </a:spcBef>
                        <a:spcAft>
                          <a:spcPts val="0"/>
                        </a:spcAft>
                        <a:buNone/>
                        <a:defRPr sz="1400" b="1" i="0" u="none" strike="noStrike" cap="none">
                          <a:solidFill>
                            <a:schemeClr val="lt1"/>
                          </a:solidFill>
                          <a:latin typeface="Rockwell"/>
                          <a:sym typeface="Arial"/>
                        </a:defRPr>
                      </a:lvl3pPr>
                      <a:lvl4pPr marR="0" algn="l" rtl="0">
                        <a:lnSpc>
                          <a:spcPct val="100000"/>
                        </a:lnSpc>
                        <a:spcBef>
                          <a:spcPts val="0"/>
                        </a:spcBef>
                        <a:spcAft>
                          <a:spcPts val="0"/>
                        </a:spcAft>
                        <a:buNone/>
                        <a:defRPr sz="1400" b="1" i="0" u="none" strike="noStrike" cap="none">
                          <a:solidFill>
                            <a:schemeClr val="lt1"/>
                          </a:solidFill>
                          <a:latin typeface="Rockwell"/>
                          <a:sym typeface="Arial"/>
                        </a:defRPr>
                      </a:lvl4pPr>
                      <a:lvl5pPr marR="0" algn="l" rtl="0">
                        <a:lnSpc>
                          <a:spcPct val="100000"/>
                        </a:lnSpc>
                        <a:spcBef>
                          <a:spcPts val="0"/>
                        </a:spcBef>
                        <a:spcAft>
                          <a:spcPts val="0"/>
                        </a:spcAft>
                        <a:buNone/>
                        <a:defRPr sz="1400" b="1" i="0" u="none" strike="noStrike" cap="none">
                          <a:solidFill>
                            <a:schemeClr val="lt1"/>
                          </a:solidFill>
                          <a:latin typeface="Rockwell"/>
                          <a:sym typeface="Arial"/>
                        </a:defRPr>
                      </a:lvl5pPr>
                      <a:lvl6pPr marR="0" algn="l" rtl="0">
                        <a:lnSpc>
                          <a:spcPct val="100000"/>
                        </a:lnSpc>
                        <a:spcBef>
                          <a:spcPts val="0"/>
                        </a:spcBef>
                        <a:spcAft>
                          <a:spcPts val="0"/>
                        </a:spcAft>
                        <a:buNone/>
                        <a:defRPr sz="1400" b="1" i="0" u="none" strike="noStrike" cap="none">
                          <a:solidFill>
                            <a:schemeClr val="lt1"/>
                          </a:solidFill>
                          <a:latin typeface="Rockwell"/>
                          <a:sym typeface="Arial"/>
                        </a:defRPr>
                      </a:lvl6pPr>
                      <a:lvl7pPr marR="0" algn="l" rtl="0">
                        <a:lnSpc>
                          <a:spcPct val="100000"/>
                        </a:lnSpc>
                        <a:spcBef>
                          <a:spcPts val="0"/>
                        </a:spcBef>
                        <a:spcAft>
                          <a:spcPts val="0"/>
                        </a:spcAft>
                        <a:buNone/>
                        <a:defRPr sz="1400" b="1" i="0" u="none" strike="noStrike" cap="none">
                          <a:solidFill>
                            <a:schemeClr val="lt1"/>
                          </a:solidFill>
                          <a:latin typeface="Rockwell"/>
                          <a:sym typeface="Arial"/>
                        </a:defRPr>
                      </a:lvl7pPr>
                      <a:lvl8pPr marR="0" algn="l" rtl="0">
                        <a:lnSpc>
                          <a:spcPct val="100000"/>
                        </a:lnSpc>
                        <a:spcBef>
                          <a:spcPts val="0"/>
                        </a:spcBef>
                        <a:spcAft>
                          <a:spcPts val="0"/>
                        </a:spcAft>
                        <a:buNone/>
                        <a:defRPr sz="1400" b="1" i="0" u="none" strike="noStrike" cap="none">
                          <a:solidFill>
                            <a:schemeClr val="lt1"/>
                          </a:solidFill>
                          <a:latin typeface="Rockwell"/>
                          <a:sym typeface="Arial"/>
                        </a:defRPr>
                      </a:lvl8pPr>
                      <a:lvl9pPr marR="0" algn="l" rtl="0">
                        <a:lnSpc>
                          <a:spcPct val="100000"/>
                        </a:lnSpc>
                        <a:spcBef>
                          <a:spcPts val="0"/>
                        </a:spcBef>
                        <a:spcAft>
                          <a:spcPts val="0"/>
                        </a:spcAft>
                        <a:buNone/>
                        <a:defRPr sz="1400" b="1" i="0" u="none" strike="noStrike" cap="none">
                          <a:solidFill>
                            <a:schemeClr val="lt1"/>
                          </a:solidFill>
                          <a:latin typeface="Rockwell"/>
                          <a:sym typeface="Arial"/>
                        </a:defRPr>
                      </a:lvl9pPr>
                    </a:lstStyle>
                    <a:p>
                      <a:pPr marL="0" marR="0">
                        <a:spcBef>
                          <a:spcPts val="0"/>
                        </a:spcBef>
                        <a:spcAft>
                          <a:spcPts val="0"/>
                        </a:spcAft>
                      </a:pPr>
                      <a:r>
                        <a:rPr lang="en-US" sz="1200">
                          <a:effectLst/>
                        </a:rPr>
                        <a:t>531.deepsjeng_r</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spcBef>
                          <a:spcPts val="0"/>
                        </a:spcBef>
                        <a:spcAft>
                          <a:spcPts val="0"/>
                        </a:spcAft>
                      </a:pPr>
                      <a:r>
                        <a:rPr lang="en-US" sz="1200">
                          <a:effectLst/>
                        </a:rPr>
                        <a:t>631.deepsjeng_s</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4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ctr">
                        <a:spcBef>
                          <a:spcPts val="0"/>
                        </a:spcBef>
                        <a:spcAft>
                          <a:spcPts val="0"/>
                        </a:spcAft>
                      </a:pPr>
                      <a:r>
                        <a:rPr lang="en-US" sz="1200">
                          <a:effectLst/>
                        </a:rPr>
                        <a:t>C++</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4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r">
                        <a:spcBef>
                          <a:spcPts val="0"/>
                        </a:spcBef>
                        <a:spcAft>
                          <a:spcPts val="0"/>
                        </a:spcAft>
                      </a:pPr>
                      <a:r>
                        <a:rPr lang="en-US" sz="1200">
                          <a:effectLst/>
                        </a:rPr>
                        <a:t>10</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4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spcBef>
                          <a:spcPts val="0"/>
                        </a:spcBef>
                        <a:spcAft>
                          <a:spcPts val="0"/>
                        </a:spcAft>
                      </a:pPr>
                      <a:r>
                        <a:rPr lang="en-US" sz="1200" dirty="0">
                          <a:effectLst/>
                        </a:rPr>
                        <a:t>AI: alpha-beta tree search (chess)</a:t>
                      </a:r>
                      <a:endParaRPr lang="en-US" sz="1200" dirty="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40000"/>
                      </a:srgbClr>
                    </a:solidFill>
                  </a:tcPr>
                </a:tc>
                <a:extLst>
                  <a:ext uri="{0D108BD9-81ED-4DB2-BD59-A6C34878D82A}">
                    <a16:rowId xmlns:a16="http://schemas.microsoft.com/office/drawing/2014/main" xmlns="" val="10007"/>
                  </a:ext>
                </a:extLst>
              </a:tr>
              <a:tr h="651032">
                <a:tc>
                  <a:txBody>
                    <a:bodyPr/>
                    <a:lstStyle>
                      <a:lvl1pPr marR="0" algn="l" rtl="0">
                        <a:lnSpc>
                          <a:spcPct val="100000"/>
                        </a:lnSpc>
                        <a:spcBef>
                          <a:spcPts val="0"/>
                        </a:spcBef>
                        <a:spcAft>
                          <a:spcPts val="0"/>
                        </a:spcAft>
                        <a:buNone/>
                        <a:defRPr sz="1400" b="1" i="0" u="none" strike="noStrike" cap="none">
                          <a:solidFill>
                            <a:schemeClr val="lt1"/>
                          </a:solidFill>
                          <a:latin typeface="Rockwell"/>
                          <a:sym typeface="Arial"/>
                        </a:defRPr>
                      </a:lvl1pPr>
                      <a:lvl2pPr marR="0" algn="l" rtl="0">
                        <a:lnSpc>
                          <a:spcPct val="100000"/>
                        </a:lnSpc>
                        <a:spcBef>
                          <a:spcPts val="0"/>
                        </a:spcBef>
                        <a:spcAft>
                          <a:spcPts val="0"/>
                        </a:spcAft>
                        <a:buNone/>
                        <a:defRPr sz="1400" b="1" i="0" u="none" strike="noStrike" cap="none">
                          <a:solidFill>
                            <a:schemeClr val="lt1"/>
                          </a:solidFill>
                          <a:latin typeface="Rockwell"/>
                          <a:sym typeface="Arial"/>
                        </a:defRPr>
                      </a:lvl2pPr>
                      <a:lvl3pPr marR="0" algn="l" rtl="0">
                        <a:lnSpc>
                          <a:spcPct val="100000"/>
                        </a:lnSpc>
                        <a:spcBef>
                          <a:spcPts val="0"/>
                        </a:spcBef>
                        <a:spcAft>
                          <a:spcPts val="0"/>
                        </a:spcAft>
                        <a:buNone/>
                        <a:defRPr sz="1400" b="1" i="0" u="none" strike="noStrike" cap="none">
                          <a:solidFill>
                            <a:schemeClr val="lt1"/>
                          </a:solidFill>
                          <a:latin typeface="Rockwell"/>
                          <a:sym typeface="Arial"/>
                        </a:defRPr>
                      </a:lvl3pPr>
                      <a:lvl4pPr marR="0" algn="l" rtl="0">
                        <a:lnSpc>
                          <a:spcPct val="100000"/>
                        </a:lnSpc>
                        <a:spcBef>
                          <a:spcPts val="0"/>
                        </a:spcBef>
                        <a:spcAft>
                          <a:spcPts val="0"/>
                        </a:spcAft>
                        <a:buNone/>
                        <a:defRPr sz="1400" b="1" i="0" u="none" strike="noStrike" cap="none">
                          <a:solidFill>
                            <a:schemeClr val="lt1"/>
                          </a:solidFill>
                          <a:latin typeface="Rockwell"/>
                          <a:sym typeface="Arial"/>
                        </a:defRPr>
                      </a:lvl4pPr>
                      <a:lvl5pPr marR="0" algn="l" rtl="0">
                        <a:lnSpc>
                          <a:spcPct val="100000"/>
                        </a:lnSpc>
                        <a:spcBef>
                          <a:spcPts val="0"/>
                        </a:spcBef>
                        <a:spcAft>
                          <a:spcPts val="0"/>
                        </a:spcAft>
                        <a:buNone/>
                        <a:defRPr sz="1400" b="1" i="0" u="none" strike="noStrike" cap="none">
                          <a:solidFill>
                            <a:schemeClr val="lt1"/>
                          </a:solidFill>
                          <a:latin typeface="Rockwell"/>
                          <a:sym typeface="Arial"/>
                        </a:defRPr>
                      </a:lvl5pPr>
                      <a:lvl6pPr marR="0" algn="l" rtl="0">
                        <a:lnSpc>
                          <a:spcPct val="100000"/>
                        </a:lnSpc>
                        <a:spcBef>
                          <a:spcPts val="0"/>
                        </a:spcBef>
                        <a:spcAft>
                          <a:spcPts val="0"/>
                        </a:spcAft>
                        <a:buNone/>
                        <a:defRPr sz="1400" b="1" i="0" u="none" strike="noStrike" cap="none">
                          <a:solidFill>
                            <a:schemeClr val="lt1"/>
                          </a:solidFill>
                          <a:latin typeface="Rockwell"/>
                          <a:sym typeface="Arial"/>
                        </a:defRPr>
                      </a:lvl6pPr>
                      <a:lvl7pPr marR="0" algn="l" rtl="0">
                        <a:lnSpc>
                          <a:spcPct val="100000"/>
                        </a:lnSpc>
                        <a:spcBef>
                          <a:spcPts val="0"/>
                        </a:spcBef>
                        <a:spcAft>
                          <a:spcPts val="0"/>
                        </a:spcAft>
                        <a:buNone/>
                        <a:defRPr sz="1400" b="1" i="0" u="none" strike="noStrike" cap="none">
                          <a:solidFill>
                            <a:schemeClr val="lt1"/>
                          </a:solidFill>
                          <a:latin typeface="Rockwell"/>
                          <a:sym typeface="Arial"/>
                        </a:defRPr>
                      </a:lvl7pPr>
                      <a:lvl8pPr marR="0" algn="l" rtl="0">
                        <a:lnSpc>
                          <a:spcPct val="100000"/>
                        </a:lnSpc>
                        <a:spcBef>
                          <a:spcPts val="0"/>
                        </a:spcBef>
                        <a:spcAft>
                          <a:spcPts val="0"/>
                        </a:spcAft>
                        <a:buNone/>
                        <a:defRPr sz="1400" b="1" i="0" u="none" strike="noStrike" cap="none">
                          <a:solidFill>
                            <a:schemeClr val="lt1"/>
                          </a:solidFill>
                          <a:latin typeface="Rockwell"/>
                          <a:sym typeface="Arial"/>
                        </a:defRPr>
                      </a:lvl8pPr>
                      <a:lvl9pPr marR="0" algn="l" rtl="0">
                        <a:lnSpc>
                          <a:spcPct val="100000"/>
                        </a:lnSpc>
                        <a:spcBef>
                          <a:spcPts val="0"/>
                        </a:spcBef>
                        <a:spcAft>
                          <a:spcPts val="0"/>
                        </a:spcAft>
                        <a:buNone/>
                        <a:defRPr sz="1400" b="1" i="0" u="none" strike="noStrike" cap="none">
                          <a:solidFill>
                            <a:schemeClr val="lt1"/>
                          </a:solidFill>
                          <a:latin typeface="Rockwell"/>
                          <a:sym typeface="Arial"/>
                        </a:defRPr>
                      </a:lvl9pPr>
                    </a:lstStyle>
                    <a:p>
                      <a:pPr marL="0" marR="0">
                        <a:spcBef>
                          <a:spcPts val="0"/>
                        </a:spcBef>
                        <a:spcAft>
                          <a:spcPts val="0"/>
                        </a:spcAft>
                      </a:pPr>
                      <a:r>
                        <a:rPr lang="en-US" sz="1200">
                          <a:effectLst/>
                        </a:rPr>
                        <a:t>541.leela_r</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spcBef>
                          <a:spcPts val="0"/>
                        </a:spcBef>
                        <a:spcAft>
                          <a:spcPts val="0"/>
                        </a:spcAft>
                      </a:pPr>
                      <a:r>
                        <a:rPr lang="en-US" sz="1200">
                          <a:effectLst/>
                        </a:rPr>
                        <a:t>641.leela_s</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2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ctr">
                        <a:spcBef>
                          <a:spcPts val="0"/>
                        </a:spcBef>
                        <a:spcAft>
                          <a:spcPts val="0"/>
                        </a:spcAft>
                      </a:pPr>
                      <a:r>
                        <a:rPr lang="en-US" sz="1200">
                          <a:effectLst/>
                        </a:rPr>
                        <a:t>C++</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2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r">
                        <a:spcBef>
                          <a:spcPts val="0"/>
                        </a:spcBef>
                        <a:spcAft>
                          <a:spcPts val="0"/>
                        </a:spcAft>
                      </a:pPr>
                      <a:r>
                        <a:rPr lang="en-US" sz="1200">
                          <a:effectLst/>
                        </a:rPr>
                        <a:t>21</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2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spcBef>
                          <a:spcPts val="0"/>
                        </a:spcBef>
                        <a:spcAft>
                          <a:spcPts val="0"/>
                        </a:spcAft>
                      </a:pPr>
                      <a:r>
                        <a:rPr lang="en-US" sz="1200">
                          <a:effectLst/>
                        </a:rPr>
                        <a:t>AI: Monte Carlo tree search (Go)</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20000"/>
                      </a:srgbClr>
                    </a:solidFill>
                  </a:tcPr>
                </a:tc>
                <a:extLst>
                  <a:ext uri="{0D108BD9-81ED-4DB2-BD59-A6C34878D82A}">
                    <a16:rowId xmlns:a16="http://schemas.microsoft.com/office/drawing/2014/main" xmlns="" val="10008"/>
                  </a:ext>
                </a:extLst>
              </a:tr>
              <a:tr h="651032">
                <a:tc>
                  <a:txBody>
                    <a:bodyPr/>
                    <a:lstStyle>
                      <a:lvl1pPr marR="0" algn="l" rtl="0">
                        <a:lnSpc>
                          <a:spcPct val="100000"/>
                        </a:lnSpc>
                        <a:spcBef>
                          <a:spcPts val="0"/>
                        </a:spcBef>
                        <a:spcAft>
                          <a:spcPts val="0"/>
                        </a:spcAft>
                        <a:buNone/>
                        <a:defRPr sz="1400" b="1" i="0" u="none" strike="noStrike" cap="none">
                          <a:solidFill>
                            <a:schemeClr val="lt1"/>
                          </a:solidFill>
                          <a:latin typeface="Rockwell"/>
                          <a:sym typeface="Arial"/>
                        </a:defRPr>
                      </a:lvl1pPr>
                      <a:lvl2pPr marR="0" algn="l" rtl="0">
                        <a:lnSpc>
                          <a:spcPct val="100000"/>
                        </a:lnSpc>
                        <a:spcBef>
                          <a:spcPts val="0"/>
                        </a:spcBef>
                        <a:spcAft>
                          <a:spcPts val="0"/>
                        </a:spcAft>
                        <a:buNone/>
                        <a:defRPr sz="1400" b="1" i="0" u="none" strike="noStrike" cap="none">
                          <a:solidFill>
                            <a:schemeClr val="lt1"/>
                          </a:solidFill>
                          <a:latin typeface="Rockwell"/>
                          <a:sym typeface="Arial"/>
                        </a:defRPr>
                      </a:lvl2pPr>
                      <a:lvl3pPr marR="0" algn="l" rtl="0">
                        <a:lnSpc>
                          <a:spcPct val="100000"/>
                        </a:lnSpc>
                        <a:spcBef>
                          <a:spcPts val="0"/>
                        </a:spcBef>
                        <a:spcAft>
                          <a:spcPts val="0"/>
                        </a:spcAft>
                        <a:buNone/>
                        <a:defRPr sz="1400" b="1" i="0" u="none" strike="noStrike" cap="none">
                          <a:solidFill>
                            <a:schemeClr val="lt1"/>
                          </a:solidFill>
                          <a:latin typeface="Rockwell"/>
                          <a:sym typeface="Arial"/>
                        </a:defRPr>
                      </a:lvl3pPr>
                      <a:lvl4pPr marR="0" algn="l" rtl="0">
                        <a:lnSpc>
                          <a:spcPct val="100000"/>
                        </a:lnSpc>
                        <a:spcBef>
                          <a:spcPts val="0"/>
                        </a:spcBef>
                        <a:spcAft>
                          <a:spcPts val="0"/>
                        </a:spcAft>
                        <a:buNone/>
                        <a:defRPr sz="1400" b="1" i="0" u="none" strike="noStrike" cap="none">
                          <a:solidFill>
                            <a:schemeClr val="lt1"/>
                          </a:solidFill>
                          <a:latin typeface="Rockwell"/>
                          <a:sym typeface="Arial"/>
                        </a:defRPr>
                      </a:lvl4pPr>
                      <a:lvl5pPr marR="0" algn="l" rtl="0">
                        <a:lnSpc>
                          <a:spcPct val="100000"/>
                        </a:lnSpc>
                        <a:spcBef>
                          <a:spcPts val="0"/>
                        </a:spcBef>
                        <a:spcAft>
                          <a:spcPts val="0"/>
                        </a:spcAft>
                        <a:buNone/>
                        <a:defRPr sz="1400" b="1" i="0" u="none" strike="noStrike" cap="none">
                          <a:solidFill>
                            <a:schemeClr val="lt1"/>
                          </a:solidFill>
                          <a:latin typeface="Rockwell"/>
                          <a:sym typeface="Arial"/>
                        </a:defRPr>
                      </a:lvl5pPr>
                      <a:lvl6pPr marR="0" algn="l" rtl="0">
                        <a:lnSpc>
                          <a:spcPct val="100000"/>
                        </a:lnSpc>
                        <a:spcBef>
                          <a:spcPts val="0"/>
                        </a:spcBef>
                        <a:spcAft>
                          <a:spcPts val="0"/>
                        </a:spcAft>
                        <a:buNone/>
                        <a:defRPr sz="1400" b="1" i="0" u="none" strike="noStrike" cap="none">
                          <a:solidFill>
                            <a:schemeClr val="lt1"/>
                          </a:solidFill>
                          <a:latin typeface="Rockwell"/>
                          <a:sym typeface="Arial"/>
                        </a:defRPr>
                      </a:lvl6pPr>
                      <a:lvl7pPr marR="0" algn="l" rtl="0">
                        <a:lnSpc>
                          <a:spcPct val="100000"/>
                        </a:lnSpc>
                        <a:spcBef>
                          <a:spcPts val="0"/>
                        </a:spcBef>
                        <a:spcAft>
                          <a:spcPts val="0"/>
                        </a:spcAft>
                        <a:buNone/>
                        <a:defRPr sz="1400" b="1" i="0" u="none" strike="noStrike" cap="none">
                          <a:solidFill>
                            <a:schemeClr val="lt1"/>
                          </a:solidFill>
                          <a:latin typeface="Rockwell"/>
                          <a:sym typeface="Arial"/>
                        </a:defRPr>
                      </a:lvl7pPr>
                      <a:lvl8pPr marR="0" algn="l" rtl="0">
                        <a:lnSpc>
                          <a:spcPct val="100000"/>
                        </a:lnSpc>
                        <a:spcBef>
                          <a:spcPts val="0"/>
                        </a:spcBef>
                        <a:spcAft>
                          <a:spcPts val="0"/>
                        </a:spcAft>
                        <a:buNone/>
                        <a:defRPr sz="1400" b="1" i="0" u="none" strike="noStrike" cap="none">
                          <a:solidFill>
                            <a:schemeClr val="lt1"/>
                          </a:solidFill>
                          <a:latin typeface="Rockwell"/>
                          <a:sym typeface="Arial"/>
                        </a:defRPr>
                      </a:lvl8pPr>
                      <a:lvl9pPr marR="0" algn="l" rtl="0">
                        <a:lnSpc>
                          <a:spcPct val="100000"/>
                        </a:lnSpc>
                        <a:spcBef>
                          <a:spcPts val="0"/>
                        </a:spcBef>
                        <a:spcAft>
                          <a:spcPts val="0"/>
                        </a:spcAft>
                        <a:buNone/>
                        <a:defRPr sz="1400" b="1" i="0" u="none" strike="noStrike" cap="none">
                          <a:solidFill>
                            <a:schemeClr val="lt1"/>
                          </a:solidFill>
                          <a:latin typeface="Rockwell"/>
                          <a:sym typeface="Arial"/>
                        </a:defRPr>
                      </a:lvl9pPr>
                    </a:lstStyle>
                    <a:p>
                      <a:pPr marL="0" marR="0">
                        <a:spcBef>
                          <a:spcPts val="0"/>
                        </a:spcBef>
                        <a:spcAft>
                          <a:spcPts val="0"/>
                        </a:spcAft>
                      </a:pPr>
                      <a:r>
                        <a:rPr lang="en-US" sz="1200">
                          <a:effectLst/>
                        </a:rPr>
                        <a:t>548.exchange2_r</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spcBef>
                          <a:spcPts val="0"/>
                        </a:spcBef>
                        <a:spcAft>
                          <a:spcPts val="0"/>
                        </a:spcAft>
                      </a:pPr>
                      <a:r>
                        <a:rPr lang="en-US" sz="1200">
                          <a:effectLst/>
                        </a:rPr>
                        <a:t>648.exchange2_s</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4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ctr">
                        <a:spcBef>
                          <a:spcPts val="0"/>
                        </a:spcBef>
                        <a:spcAft>
                          <a:spcPts val="0"/>
                        </a:spcAft>
                      </a:pPr>
                      <a:r>
                        <a:rPr lang="en-US" sz="1200">
                          <a:effectLst/>
                        </a:rPr>
                        <a:t>Fortran</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4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r">
                        <a:spcBef>
                          <a:spcPts val="0"/>
                        </a:spcBef>
                        <a:spcAft>
                          <a:spcPts val="0"/>
                        </a:spcAft>
                      </a:pPr>
                      <a:r>
                        <a:rPr lang="en-US" sz="1200">
                          <a:effectLst/>
                        </a:rPr>
                        <a:t>1</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4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spcBef>
                          <a:spcPts val="0"/>
                        </a:spcBef>
                        <a:spcAft>
                          <a:spcPts val="0"/>
                        </a:spcAft>
                      </a:pPr>
                      <a:r>
                        <a:rPr lang="en-US" sz="1200">
                          <a:effectLst/>
                        </a:rPr>
                        <a:t>AI: recursive solution generator (Sudoku)</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40000"/>
                      </a:srgbClr>
                    </a:solidFill>
                  </a:tcPr>
                </a:tc>
                <a:extLst>
                  <a:ext uri="{0D108BD9-81ED-4DB2-BD59-A6C34878D82A}">
                    <a16:rowId xmlns:a16="http://schemas.microsoft.com/office/drawing/2014/main" xmlns="" val="10009"/>
                  </a:ext>
                </a:extLst>
              </a:tr>
              <a:tr h="325516">
                <a:tc>
                  <a:txBody>
                    <a:bodyPr/>
                    <a:lstStyle>
                      <a:lvl1pPr marR="0" algn="l" rtl="0">
                        <a:lnSpc>
                          <a:spcPct val="100000"/>
                        </a:lnSpc>
                        <a:spcBef>
                          <a:spcPts val="0"/>
                        </a:spcBef>
                        <a:spcAft>
                          <a:spcPts val="0"/>
                        </a:spcAft>
                        <a:buNone/>
                        <a:defRPr sz="1400" b="1" i="0" u="none" strike="noStrike" cap="none">
                          <a:solidFill>
                            <a:schemeClr val="lt1"/>
                          </a:solidFill>
                          <a:latin typeface="Rockwell"/>
                          <a:sym typeface="Arial"/>
                        </a:defRPr>
                      </a:lvl1pPr>
                      <a:lvl2pPr marR="0" algn="l" rtl="0">
                        <a:lnSpc>
                          <a:spcPct val="100000"/>
                        </a:lnSpc>
                        <a:spcBef>
                          <a:spcPts val="0"/>
                        </a:spcBef>
                        <a:spcAft>
                          <a:spcPts val="0"/>
                        </a:spcAft>
                        <a:buNone/>
                        <a:defRPr sz="1400" b="1" i="0" u="none" strike="noStrike" cap="none">
                          <a:solidFill>
                            <a:schemeClr val="lt1"/>
                          </a:solidFill>
                          <a:latin typeface="Rockwell"/>
                          <a:sym typeface="Arial"/>
                        </a:defRPr>
                      </a:lvl2pPr>
                      <a:lvl3pPr marR="0" algn="l" rtl="0">
                        <a:lnSpc>
                          <a:spcPct val="100000"/>
                        </a:lnSpc>
                        <a:spcBef>
                          <a:spcPts val="0"/>
                        </a:spcBef>
                        <a:spcAft>
                          <a:spcPts val="0"/>
                        </a:spcAft>
                        <a:buNone/>
                        <a:defRPr sz="1400" b="1" i="0" u="none" strike="noStrike" cap="none">
                          <a:solidFill>
                            <a:schemeClr val="lt1"/>
                          </a:solidFill>
                          <a:latin typeface="Rockwell"/>
                          <a:sym typeface="Arial"/>
                        </a:defRPr>
                      </a:lvl3pPr>
                      <a:lvl4pPr marR="0" algn="l" rtl="0">
                        <a:lnSpc>
                          <a:spcPct val="100000"/>
                        </a:lnSpc>
                        <a:spcBef>
                          <a:spcPts val="0"/>
                        </a:spcBef>
                        <a:spcAft>
                          <a:spcPts val="0"/>
                        </a:spcAft>
                        <a:buNone/>
                        <a:defRPr sz="1400" b="1" i="0" u="none" strike="noStrike" cap="none">
                          <a:solidFill>
                            <a:schemeClr val="lt1"/>
                          </a:solidFill>
                          <a:latin typeface="Rockwell"/>
                          <a:sym typeface="Arial"/>
                        </a:defRPr>
                      </a:lvl4pPr>
                      <a:lvl5pPr marR="0" algn="l" rtl="0">
                        <a:lnSpc>
                          <a:spcPct val="100000"/>
                        </a:lnSpc>
                        <a:spcBef>
                          <a:spcPts val="0"/>
                        </a:spcBef>
                        <a:spcAft>
                          <a:spcPts val="0"/>
                        </a:spcAft>
                        <a:buNone/>
                        <a:defRPr sz="1400" b="1" i="0" u="none" strike="noStrike" cap="none">
                          <a:solidFill>
                            <a:schemeClr val="lt1"/>
                          </a:solidFill>
                          <a:latin typeface="Rockwell"/>
                          <a:sym typeface="Arial"/>
                        </a:defRPr>
                      </a:lvl5pPr>
                      <a:lvl6pPr marR="0" algn="l" rtl="0">
                        <a:lnSpc>
                          <a:spcPct val="100000"/>
                        </a:lnSpc>
                        <a:spcBef>
                          <a:spcPts val="0"/>
                        </a:spcBef>
                        <a:spcAft>
                          <a:spcPts val="0"/>
                        </a:spcAft>
                        <a:buNone/>
                        <a:defRPr sz="1400" b="1" i="0" u="none" strike="noStrike" cap="none">
                          <a:solidFill>
                            <a:schemeClr val="lt1"/>
                          </a:solidFill>
                          <a:latin typeface="Rockwell"/>
                          <a:sym typeface="Arial"/>
                        </a:defRPr>
                      </a:lvl6pPr>
                      <a:lvl7pPr marR="0" algn="l" rtl="0">
                        <a:lnSpc>
                          <a:spcPct val="100000"/>
                        </a:lnSpc>
                        <a:spcBef>
                          <a:spcPts val="0"/>
                        </a:spcBef>
                        <a:spcAft>
                          <a:spcPts val="0"/>
                        </a:spcAft>
                        <a:buNone/>
                        <a:defRPr sz="1400" b="1" i="0" u="none" strike="noStrike" cap="none">
                          <a:solidFill>
                            <a:schemeClr val="lt1"/>
                          </a:solidFill>
                          <a:latin typeface="Rockwell"/>
                          <a:sym typeface="Arial"/>
                        </a:defRPr>
                      </a:lvl7pPr>
                      <a:lvl8pPr marR="0" algn="l" rtl="0">
                        <a:lnSpc>
                          <a:spcPct val="100000"/>
                        </a:lnSpc>
                        <a:spcBef>
                          <a:spcPts val="0"/>
                        </a:spcBef>
                        <a:spcAft>
                          <a:spcPts val="0"/>
                        </a:spcAft>
                        <a:buNone/>
                        <a:defRPr sz="1400" b="1" i="0" u="none" strike="noStrike" cap="none">
                          <a:solidFill>
                            <a:schemeClr val="lt1"/>
                          </a:solidFill>
                          <a:latin typeface="Rockwell"/>
                          <a:sym typeface="Arial"/>
                        </a:defRPr>
                      </a:lvl8pPr>
                      <a:lvl9pPr marR="0" algn="l" rtl="0">
                        <a:lnSpc>
                          <a:spcPct val="100000"/>
                        </a:lnSpc>
                        <a:spcBef>
                          <a:spcPts val="0"/>
                        </a:spcBef>
                        <a:spcAft>
                          <a:spcPts val="0"/>
                        </a:spcAft>
                        <a:buNone/>
                        <a:defRPr sz="1400" b="1" i="0" u="none" strike="noStrike" cap="none">
                          <a:solidFill>
                            <a:schemeClr val="lt1"/>
                          </a:solidFill>
                          <a:latin typeface="Rockwell"/>
                          <a:sym typeface="Arial"/>
                        </a:defRPr>
                      </a:lvl9pPr>
                    </a:lstStyle>
                    <a:p>
                      <a:pPr marL="0" marR="0">
                        <a:spcBef>
                          <a:spcPts val="0"/>
                        </a:spcBef>
                        <a:spcAft>
                          <a:spcPts val="0"/>
                        </a:spcAft>
                      </a:pPr>
                      <a:r>
                        <a:rPr lang="en-US" sz="1200">
                          <a:effectLst/>
                        </a:rPr>
                        <a:t>557.xz_r</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spcBef>
                          <a:spcPts val="0"/>
                        </a:spcBef>
                        <a:spcAft>
                          <a:spcPts val="0"/>
                        </a:spcAft>
                      </a:pPr>
                      <a:r>
                        <a:rPr lang="en-US" sz="1200">
                          <a:effectLst/>
                        </a:rPr>
                        <a:t>657.xz_s</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2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ctr">
                        <a:spcBef>
                          <a:spcPts val="0"/>
                        </a:spcBef>
                        <a:spcAft>
                          <a:spcPts val="0"/>
                        </a:spcAft>
                      </a:pPr>
                      <a:r>
                        <a:rPr lang="en-US" sz="1200" dirty="0">
                          <a:effectLst/>
                        </a:rPr>
                        <a:t>C</a:t>
                      </a:r>
                      <a:endParaRPr lang="en-US" sz="1200" dirty="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2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r">
                        <a:spcBef>
                          <a:spcPts val="0"/>
                        </a:spcBef>
                        <a:spcAft>
                          <a:spcPts val="0"/>
                        </a:spcAft>
                      </a:pPr>
                      <a:r>
                        <a:rPr lang="en-US" sz="1200">
                          <a:effectLst/>
                        </a:rPr>
                        <a:t>33</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2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spcBef>
                          <a:spcPts val="0"/>
                        </a:spcBef>
                        <a:spcAft>
                          <a:spcPts val="0"/>
                        </a:spcAft>
                      </a:pPr>
                      <a:r>
                        <a:rPr lang="en-US" sz="1200" dirty="0">
                          <a:effectLst/>
                        </a:rPr>
                        <a:t>General data compression</a:t>
                      </a:r>
                      <a:endParaRPr lang="en-US" sz="1200" dirty="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20000"/>
                      </a:srgbClr>
                    </a:solidFill>
                  </a:tcPr>
                </a:tc>
                <a:extLst>
                  <a:ext uri="{0D108BD9-81ED-4DB2-BD59-A6C34878D82A}">
                    <a16:rowId xmlns:a16="http://schemas.microsoft.com/office/drawing/2014/main" xmlns="" val="10010"/>
                  </a:ext>
                </a:extLst>
              </a:tr>
            </a:tbl>
          </a:graphicData>
        </a:graphic>
      </p:graphicFrame>
      <p:sp>
        <p:nvSpPr>
          <p:cNvPr id="2" name="Title 1">
            <a:extLst>
              <a:ext uri="{FF2B5EF4-FFF2-40B4-BE49-F238E27FC236}">
                <a16:creationId xmlns:a16="http://schemas.microsoft.com/office/drawing/2014/main" xmlns="" id="{69950AD8-441A-4C00-BF24-2819FC8F2C44}"/>
              </a:ext>
            </a:extLst>
          </p:cNvPr>
          <p:cNvSpPr>
            <a:spLocks noGrp="1"/>
          </p:cNvSpPr>
          <p:nvPr>
            <p:ph type="title"/>
          </p:nvPr>
        </p:nvSpPr>
        <p:spPr>
          <a:xfrm>
            <a:off x="7320510" y="1607334"/>
            <a:ext cx="2170584" cy="2829778"/>
          </a:xfrm>
        </p:spPr>
        <p:txBody>
          <a:bodyPr/>
          <a:lstStyle/>
          <a:p>
            <a:pPr algn="ctr"/>
            <a:r>
              <a:rPr lang="en-US" sz="2000" dirty="0"/>
              <a:t>Table 2.5</a:t>
            </a:r>
            <a:br>
              <a:rPr lang="en-US" sz="2000" dirty="0"/>
            </a:br>
            <a:r>
              <a:rPr lang="en-US" sz="2000" dirty="0"/>
              <a:t>(A)</a:t>
            </a:r>
            <a:br>
              <a:rPr lang="en-US" sz="2000" dirty="0"/>
            </a:br>
            <a:r>
              <a:rPr lang="en-US" sz="2000" dirty="0"/>
              <a:t/>
            </a:r>
            <a:br>
              <a:rPr lang="en-US" sz="2000" dirty="0"/>
            </a:br>
            <a:r>
              <a:rPr lang="en-US" sz="2000" dirty="0"/>
              <a:t>SPEC</a:t>
            </a:r>
            <a:br>
              <a:rPr lang="en-US" sz="2000" dirty="0"/>
            </a:br>
            <a:r>
              <a:rPr lang="en-US" sz="2000" dirty="0"/>
              <a:t>CPU2017</a:t>
            </a:r>
            <a:br>
              <a:rPr lang="en-US" sz="2000" dirty="0"/>
            </a:br>
            <a:r>
              <a:rPr lang="en-US" sz="2000" dirty="0"/>
              <a:t>Benchmarks</a:t>
            </a:r>
          </a:p>
        </p:txBody>
      </p:sp>
    </p:spTree>
    <p:extLst>
      <p:ext uri="{BB962C8B-B14F-4D97-AF65-F5344CB8AC3E}">
        <p14:creationId xmlns:p14="http://schemas.microsoft.com/office/powerpoint/2010/main" val="24143587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6066420" y="6202130"/>
            <a:ext cx="3347864" cy="253916"/>
          </a:xfrm>
          <a:prstGeom prst="rect">
            <a:avLst/>
          </a:prstGeom>
          <a:noFill/>
        </p:spPr>
        <p:txBody>
          <a:bodyPr wrap="square" rtlCol="0">
            <a:spAutoFit/>
          </a:bodyPr>
          <a:lstStyle/>
          <a:p>
            <a:r>
              <a:rPr lang="en-US" sz="1050" dirty="0">
                <a:latin typeface="+mn-lt"/>
              </a:rPr>
              <a:t>(Table can be found on page 61 in the textbook.)</a:t>
            </a:r>
          </a:p>
        </p:txBody>
      </p:sp>
      <p:sp>
        <p:nvSpPr>
          <p:cNvPr id="11" name="Rectangle 1"/>
          <p:cNvSpPr>
            <a:spLocks noChangeArrowheads="1"/>
          </p:cNvSpPr>
          <p:nvPr/>
        </p:nvSpPr>
        <p:spPr bwMode="auto">
          <a:xfrm>
            <a:off x="9198" y="6190589"/>
            <a:ext cx="1008352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x-none" altLang="x-none" sz="1200" b="0" i="0" u="none" strike="noStrike" cap="none" normalizeH="0" baseline="0">
                <a:ln>
                  <a:noFill/>
                </a:ln>
                <a:solidFill>
                  <a:schemeClr val="tx1"/>
                </a:solidFill>
                <a:effectLst/>
                <a:latin typeface="Arial" charset="0"/>
              </a:rPr>
              <a:t>Kloc  </a:t>
            </a:r>
            <a:r>
              <a:rPr kumimoji="0" lang="x-none" altLang="x-none" sz="1200" b="0" i="0" u="none" strike="noStrike" cap="none" normalizeH="0" baseline="0" dirty="0">
                <a:ln>
                  <a:noFill/>
                </a:ln>
                <a:solidFill>
                  <a:schemeClr val="tx1"/>
                </a:solidFill>
                <a:effectLst/>
                <a:latin typeface="Arial" charset="0"/>
              </a:rPr>
              <a:t>=  line count (including comments/whitespace) for source files used in a build/1000</a:t>
            </a:r>
          </a:p>
        </p:txBody>
      </p:sp>
      <p:graphicFrame>
        <p:nvGraphicFramePr>
          <p:cNvPr id="9" name="Table 8"/>
          <p:cNvGraphicFramePr>
            <a:graphicFrameLocks noGrp="1"/>
          </p:cNvGraphicFramePr>
          <p:nvPr>
            <p:extLst>
              <p:ext uri="{D42A27DB-BD31-4B8C-83A1-F6EECF244321}">
                <p14:modId xmlns:p14="http://schemas.microsoft.com/office/powerpoint/2010/main" val="3475775146"/>
              </p:ext>
            </p:extLst>
          </p:nvPr>
        </p:nvGraphicFramePr>
        <p:xfrm>
          <a:off x="164110" y="188640"/>
          <a:ext cx="7432226" cy="5899785"/>
        </p:xfrm>
        <a:graphic>
          <a:graphicData uri="http://schemas.openxmlformats.org/drawingml/2006/table">
            <a:tbl>
              <a:tblPr firstRow="1" firstCol="1" bandRow="1"/>
              <a:tblGrid>
                <a:gridCol w="1508797">
                  <a:extLst>
                    <a:ext uri="{9D8B030D-6E8A-4147-A177-3AD203B41FA5}">
                      <a16:colId xmlns:a16="http://schemas.microsoft.com/office/drawing/2014/main" xmlns="" val="20000"/>
                    </a:ext>
                  </a:extLst>
                </a:gridCol>
                <a:gridCol w="1508797">
                  <a:extLst>
                    <a:ext uri="{9D8B030D-6E8A-4147-A177-3AD203B41FA5}">
                      <a16:colId xmlns:a16="http://schemas.microsoft.com/office/drawing/2014/main" xmlns="" val="20001"/>
                    </a:ext>
                  </a:extLst>
                </a:gridCol>
                <a:gridCol w="1035358">
                  <a:extLst>
                    <a:ext uri="{9D8B030D-6E8A-4147-A177-3AD203B41FA5}">
                      <a16:colId xmlns:a16="http://schemas.microsoft.com/office/drawing/2014/main" xmlns="" val="20002"/>
                    </a:ext>
                  </a:extLst>
                </a:gridCol>
                <a:gridCol w="712489">
                  <a:extLst>
                    <a:ext uri="{9D8B030D-6E8A-4147-A177-3AD203B41FA5}">
                      <a16:colId xmlns:a16="http://schemas.microsoft.com/office/drawing/2014/main" xmlns="" val="20003"/>
                    </a:ext>
                  </a:extLst>
                </a:gridCol>
                <a:gridCol w="2666785">
                  <a:extLst>
                    <a:ext uri="{9D8B030D-6E8A-4147-A177-3AD203B41FA5}">
                      <a16:colId xmlns:a16="http://schemas.microsoft.com/office/drawing/2014/main" xmlns="" val="20004"/>
                    </a:ext>
                  </a:extLst>
                </a:gridCol>
              </a:tblGrid>
              <a:tr h="561885">
                <a:tc>
                  <a:txBody>
                    <a:bodyPr/>
                    <a:lstStyle>
                      <a:lvl1pPr marR="0" algn="l" rtl="0">
                        <a:lnSpc>
                          <a:spcPct val="100000"/>
                        </a:lnSpc>
                        <a:spcBef>
                          <a:spcPts val="0"/>
                        </a:spcBef>
                        <a:spcAft>
                          <a:spcPts val="0"/>
                        </a:spcAft>
                        <a:buNone/>
                        <a:defRPr sz="1400" b="1" i="0" u="none" strike="noStrike" cap="none">
                          <a:solidFill>
                            <a:schemeClr val="lt1"/>
                          </a:solidFill>
                          <a:latin typeface="Rockwell"/>
                          <a:sym typeface="Arial"/>
                        </a:defRPr>
                      </a:lvl1pPr>
                      <a:lvl2pPr marR="0" algn="l" rtl="0">
                        <a:lnSpc>
                          <a:spcPct val="100000"/>
                        </a:lnSpc>
                        <a:spcBef>
                          <a:spcPts val="0"/>
                        </a:spcBef>
                        <a:spcAft>
                          <a:spcPts val="0"/>
                        </a:spcAft>
                        <a:buNone/>
                        <a:defRPr sz="1400" b="1" i="0" u="none" strike="noStrike" cap="none">
                          <a:solidFill>
                            <a:schemeClr val="lt1"/>
                          </a:solidFill>
                          <a:latin typeface="Rockwell"/>
                          <a:sym typeface="Arial"/>
                        </a:defRPr>
                      </a:lvl2pPr>
                      <a:lvl3pPr marR="0" algn="l" rtl="0">
                        <a:lnSpc>
                          <a:spcPct val="100000"/>
                        </a:lnSpc>
                        <a:spcBef>
                          <a:spcPts val="0"/>
                        </a:spcBef>
                        <a:spcAft>
                          <a:spcPts val="0"/>
                        </a:spcAft>
                        <a:buNone/>
                        <a:defRPr sz="1400" b="1" i="0" u="none" strike="noStrike" cap="none">
                          <a:solidFill>
                            <a:schemeClr val="lt1"/>
                          </a:solidFill>
                          <a:latin typeface="Rockwell"/>
                          <a:sym typeface="Arial"/>
                        </a:defRPr>
                      </a:lvl3pPr>
                      <a:lvl4pPr marR="0" algn="l" rtl="0">
                        <a:lnSpc>
                          <a:spcPct val="100000"/>
                        </a:lnSpc>
                        <a:spcBef>
                          <a:spcPts val="0"/>
                        </a:spcBef>
                        <a:spcAft>
                          <a:spcPts val="0"/>
                        </a:spcAft>
                        <a:buNone/>
                        <a:defRPr sz="1400" b="1" i="0" u="none" strike="noStrike" cap="none">
                          <a:solidFill>
                            <a:schemeClr val="lt1"/>
                          </a:solidFill>
                          <a:latin typeface="Rockwell"/>
                          <a:sym typeface="Arial"/>
                        </a:defRPr>
                      </a:lvl4pPr>
                      <a:lvl5pPr marR="0" algn="l" rtl="0">
                        <a:lnSpc>
                          <a:spcPct val="100000"/>
                        </a:lnSpc>
                        <a:spcBef>
                          <a:spcPts val="0"/>
                        </a:spcBef>
                        <a:spcAft>
                          <a:spcPts val="0"/>
                        </a:spcAft>
                        <a:buNone/>
                        <a:defRPr sz="1400" b="1" i="0" u="none" strike="noStrike" cap="none">
                          <a:solidFill>
                            <a:schemeClr val="lt1"/>
                          </a:solidFill>
                          <a:latin typeface="Rockwell"/>
                          <a:sym typeface="Arial"/>
                        </a:defRPr>
                      </a:lvl5pPr>
                      <a:lvl6pPr marR="0" algn="l" rtl="0">
                        <a:lnSpc>
                          <a:spcPct val="100000"/>
                        </a:lnSpc>
                        <a:spcBef>
                          <a:spcPts val="0"/>
                        </a:spcBef>
                        <a:spcAft>
                          <a:spcPts val="0"/>
                        </a:spcAft>
                        <a:buNone/>
                        <a:defRPr sz="1400" b="1" i="0" u="none" strike="noStrike" cap="none">
                          <a:solidFill>
                            <a:schemeClr val="lt1"/>
                          </a:solidFill>
                          <a:latin typeface="Rockwell"/>
                          <a:sym typeface="Arial"/>
                        </a:defRPr>
                      </a:lvl6pPr>
                      <a:lvl7pPr marR="0" algn="l" rtl="0">
                        <a:lnSpc>
                          <a:spcPct val="100000"/>
                        </a:lnSpc>
                        <a:spcBef>
                          <a:spcPts val="0"/>
                        </a:spcBef>
                        <a:spcAft>
                          <a:spcPts val="0"/>
                        </a:spcAft>
                        <a:buNone/>
                        <a:defRPr sz="1400" b="1" i="0" u="none" strike="noStrike" cap="none">
                          <a:solidFill>
                            <a:schemeClr val="lt1"/>
                          </a:solidFill>
                          <a:latin typeface="Rockwell"/>
                          <a:sym typeface="Arial"/>
                        </a:defRPr>
                      </a:lvl7pPr>
                      <a:lvl8pPr marR="0" algn="l" rtl="0">
                        <a:lnSpc>
                          <a:spcPct val="100000"/>
                        </a:lnSpc>
                        <a:spcBef>
                          <a:spcPts val="0"/>
                        </a:spcBef>
                        <a:spcAft>
                          <a:spcPts val="0"/>
                        </a:spcAft>
                        <a:buNone/>
                        <a:defRPr sz="1400" b="1" i="0" u="none" strike="noStrike" cap="none">
                          <a:solidFill>
                            <a:schemeClr val="lt1"/>
                          </a:solidFill>
                          <a:latin typeface="Rockwell"/>
                          <a:sym typeface="Arial"/>
                        </a:defRPr>
                      </a:lvl8pPr>
                      <a:lvl9pPr marR="0" algn="l" rtl="0">
                        <a:lnSpc>
                          <a:spcPct val="100000"/>
                        </a:lnSpc>
                        <a:spcBef>
                          <a:spcPts val="0"/>
                        </a:spcBef>
                        <a:spcAft>
                          <a:spcPts val="0"/>
                        </a:spcAft>
                        <a:buNone/>
                        <a:defRPr sz="1400" b="1" i="0" u="none" strike="noStrike" cap="none">
                          <a:solidFill>
                            <a:schemeClr val="lt1"/>
                          </a:solidFill>
                          <a:latin typeface="Rockwell"/>
                          <a:sym typeface="Arial"/>
                        </a:defRPr>
                      </a:lvl9pPr>
                    </a:lstStyle>
                    <a:p>
                      <a:pPr marL="0" marR="0" algn="ctr">
                        <a:spcBef>
                          <a:spcPts val="0"/>
                        </a:spcBef>
                        <a:spcAft>
                          <a:spcPts val="0"/>
                        </a:spcAft>
                      </a:pPr>
                      <a:r>
                        <a:rPr lang="en-US" sz="1200">
                          <a:effectLst/>
                        </a:rPr>
                        <a:t>Rate</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663366"/>
                    </a:solidFill>
                  </a:tcPr>
                </a:tc>
                <a:tc>
                  <a:txBody>
                    <a:bodyPr/>
                    <a:lstStyle>
                      <a:lvl1pPr marR="0" algn="l" rtl="0">
                        <a:lnSpc>
                          <a:spcPct val="100000"/>
                        </a:lnSpc>
                        <a:spcBef>
                          <a:spcPts val="0"/>
                        </a:spcBef>
                        <a:spcAft>
                          <a:spcPts val="0"/>
                        </a:spcAft>
                        <a:buNone/>
                        <a:defRPr sz="1400" b="1" i="0" u="none" strike="noStrike" cap="none">
                          <a:solidFill>
                            <a:schemeClr val="lt1"/>
                          </a:solidFill>
                          <a:latin typeface="Rockwell"/>
                          <a:sym typeface="Arial"/>
                        </a:defRPr>
                      </a:lvl1pPr>
                      <a:lvl2pPr marR="0" algn="l" rtl="0">
                        <a:lnSpc>
                          <a:spcPct val="100000"/>
                        </a:lnSpc>
                        <a:spcBef>
                          <a:spcPts val="0"/>
                        </a:spcBef>
                        <a:spcAft>
                          <a:spcPts val="0"/>
                        </a:spcAft>
                        <a:buNone/>
                        <a:defRPr sz="1400" b="1" i="0" u="none" strike="noStrike" cap="none">
                          <a:solidFill>
                            <a:schemeClr val="lt1"/>
                          </a:solidFill>
                          <a:latin typeface="Rockwell"/>
                          <a:sym typeface="Arial"/>
                        </a:defRPr>
                      </a:lvl2pPr>
                      <a:lvl3pPr marR="0" algn="l" rtl="0">
                        <a:lnSpc>
                          <a:spcPct val="100000"/>
                        </a:lnSpc>
                        <a:spcBef>
                          <a:spcPts val="0"/>
                        </a:spcBef>
                        <a:spcAft>
                          <a:spcPts val="0"/>
                        </a:spcAft>
                        <a:buNone/>
                        <a:defRPr sz="1400" b="1" i="0" u="none" strike="noStrike" cap="none">
                          <a:solidFill>
                            <a:schemeClr val="lt1"/>
                          </a:solidFill>
                          <a:latin typeface="Rockwell"/>
                          <a:sym typeface="Arial"/>
                        </a:defRPr>
                      </a:lvl3pPr>
                      <a:lvl4pPr marR="0" algn="l" rtl="0">
                        <a:lnSpc>
                          <a:spcPct val="100000"/>
                        </a:lnSpc>
                        <a:spcBef>
                          <a:spcPts val="0"/>
                        </a:spcBef>
                        <a:spcAft>
                          <a:spcPts val="0"/>
                        </a:spcAft>
                        <a:buNone/>
                        <a:defRPr sz="1400" b="1" i="0" u="none" strike="noStrike" cap="none">
                          <a:solidFill>
                            <a:schemeClr val="lt1"/>
                          </a:solidFill>
                          <a:latin typeface="Rockwell"/>
                          <a:sym typeface="Arial"/>
                        </a:defRPr>
                      </a:lvl4pPr>
                      <a:lvl5pPr marR="0" algn="l" rtl="0">
                        <a:lnSpc>
                          <a:spcPct val="100000"/>
                        </a:lnSpc>
                        <a:spcBef>
                          <a:spcPts val="0"/>
                        </a:spcBef>
                        <a:spcAft>
                          <a:spcPts val="0"/>
                        </a:spcAft>
                        <a:buNone/>
                        <a:defRPr sz="1400" b="1" i="0" u="none" strike="noStrike" cap="none">
                          <a:solidFill>
                            <a:schemeClr val="lt1"/>
                          </a:solidFill>
                          <a:latin typeface="Rockwell"/>
                          <a:sym typeface="Arial"/>
                        </a:defRPr>
                      </a:lvl5pPr>
                      <a:lvl6pPr marR="0" algn="l" rtl="0">
                        <a:lnSpc>
                          <a:spcPct val="100000"/>
                        </a:lnSpc>
                        <a:spcBef>
                          <a:spcPts val="0"/>
                        </a:spcBef>
                        <a:spcAft>
                          <a:spcPts val="0"/>
                        </a:spcAft>
                        <a:buNone/>
                        <a:defRPr sz="1400" b="1" i="0" u="none" strike="noStrike" cap="none">
                          <a:solidFill>
                            <a:schemeClr val="lt1"/>
                          </a:solidFill>
                          <a:latin typeface="Rockwell"/>
                          <a:sym typeface="Arial"/>
                        </a:defRPr>
                      </a:lvl6pPr>
                      <a:lvl7pPr marR="0" algn="l" rtl="0">
                        <a:lnSpc>
                          <a:spcPct val="100000"/>
                        </a:lnSpc>
                        <a:spcBef>
                          <a:spcPts val="0"/>
                        </a:spcBef>
                        <a:spcAft>
                          <a:spcPts val="0"/>
                        </a:spcAft>
                        <a:buNone/>
                        <a:defRPr sz="1400" b="1" i="0" u="none" strike="noStrike" cap="none">
                          <a:solidFill>
                            <a:schemeClr val="lt1"/>
                          </a:solidFill>
                          <a:latin typeface="Rockwell"/>
                          <a:sym typeface="Arial"/>
                        </a:defRPr>
                      </a:lvl7pPr>
                      <a:lvl8pPr marR="0" algn="l" rtl="0">
                        <a:lnSpc>
                          <a:spcPct val="100000"/>
                        </a:lnSpc>
                        <a:spcBef>
                          <a:spcPts val="0"/>
                        </a:spcBef>
                        <a:spcAft>
                          <a:spcPts val="0"/>
                        </a:spcAft>
                        <a:buNone/>
                        <a:defRPr sz="1400" b="1" i="0" u="none" strike="noStrike" cap="none">
                          <a:solidFill>
                            <a:schemeClr val="lt1"/>
                          </a:solidFill>
                          <a:latin typeface="Rockwell"/>
                          <a:sym typeface="Arial"/>
                        </a:defRPr>
                      </a:lvl8pPr>
                      <a:lvl9pPr marR="0" algn="l" rtl="0">
                        <a:lnSpc>
                          <a:spcPct val="100000"/>
                        </a:lnSpc>
                        <a:spcBef>
                          <a:spcPts val="0"/>
                        </a:spcBef>
                        <a:spcAft>
                          <a:spcPts val="0"/>
                        </a:spcAft>
                        <a:buNone/>
                        <a:defRPr sz="1400" b="1" i="0" u="none" strike="noStrike" cap="none">
                          <a:solidFill>
                            <a:schemeClr val="lt1"/>
                          </a:solidFill>
                          <a:latin typeface="Rockwell"/>
                          <a:sym typeface="Arial"/>
                        </a:defRPr>
                      </a:lvl9pPr>
                    </a:lstStyle>
                    <a:p>
                      <a:pPr marL="0" marR="0" algn="ctr">
                        <a:spcBef>
                          <a:spcPts val="0"/>
                        </a:spcBef>
                        <a:spcAft>
                          <a:spcPts val="0"/>
                        </a:spcAft>
                      </a:pPr>
                      <a:r>
                        <a:rPr lang="en-US" sz="1200">
                          <a:effectLst/>
                        </a:rPr>
                        <a:t>Speed</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663366"/>
                    </a:solidFill>
                  </a:tcPr>
                </a:tc>
                <a:tc>
                  <a:txBody>
                    <a:bodyPr/>
                    <a:lstStyle>
                      <a:lvl1pPr marR="0" algn="l" rtl="0">
                        <a:lnSpc>
                          <a:spcPct val="100000"/>
                        </a:lnSpc>
                        <a:spcBef>
                          <a:spcPts val="0"/>
                        </a:spcBef>
                        <a:spcAft>
                          <a:spcPts val="0"/>
                        </a:spcAft>
                        <a:buNone/>
                        <a:defRPr sz="1400" b="1" i="0" u="none" strike="noStrike" cap="none">
                          <a:solidFill>
                            <a:schemeClr val="lt1"/>
                          </a:solidFill>
                          <a:latin typeface="Rockwell"/>
                          <a:sym typeface="Arial"/>
                        </a:defRPr>
                      </a:lvl1pPr>
                      <a:lvl2pPr marR="0" algn="l" rtl="0">
                        <a:lnSpc>
                          <a:spcPct val="100000"/>
                        </a:lnSpc>
                        <a:spcBef>
                          <a:spcPts val="0"/>
                        </a:spcBef>
                        <a:spcAft>
                          <a:spcPts val="0"/>
                        </a:spcAft>
                        <a:buNone/>
                        <a:defRPr sz="1400" b="1" i="0" u="none" strike="noStrike" cap="none">
                          <a:solidFill>
                            <a:schemeClr val="lt1"/>
                          </a:solidFill>
                          <a:latin typeface="Rockwell"/>
                          <a:sym typeface="Arial"/>
                        </a:defRPr>
                      </a:lvl2pPr>
                      <a:lvl3pPr marR="0" algn="l" rtl="0">
                        <a:lnSpc>
                          <a:spcPct val="100000"/>
                        </a:lnSpc>
                        <a:spcBef>
                          <a:spcPts val="0"/>
                        </a:spcBef>
                        <a:spcAft>
                          <a:spcPts val="0"/>
                        </a:spcAft>
                        <a:buNone/>
                        <a:defRPr sz="1400" b="1" i="0" u="none" strike="noStrike" cap="none">
                          <a:solidFill>
                            <a:schemeClr val="lt1"/>
                          </a:solidFill>
                          <a:latin typeface="Rockwell"/>
                          <a:sym typeface="Arial"/>
                        </a:defRPr>
                      </a:lvl3pPr>
                      <a:lvl4pPr marR="0" algn="l" rtl="0">
                        <a:lnSpc>
                          <a:spcPct val="100000"/>
                        </a:lnSpc>
                        <a:spcBef>
                          <a:spcPts val="0"/>
                        </a:spcBef>
                        <a:spcAft>
                          <a:spcPts val="0"/>
                        </a:spcAft>
                        <a:buNone/>
                        <a:defRPr sz="1400" b="1" i="0" u="none" strike="noStrike" cap="none">
                          <a:solidFill>
                            <a:schemeClr val="lt1"/>
                          </a:solidFill>
                          <a:latin typeface="Rockwell"/>
                          <a:sym typeface="Arial"/>
                        </a:defRPr>
                      </a:lvl4pPr>
                      <a:lvl5pPr marR="0" algn="l" rtl="0">
                        <a:lnSpc>
                          <a:spcPct val="100000"/>
                        </a:lnSpc>
                        <a:spcBef>
                          <a:spcPts val="0"/>
                        </a:spcBef>
                        <a:spcAft>
                          <a:spcPts val="0"/>
                        </a:spcAft>
                        <a:buNone/>
                        <a:defRPr sz="1400" b="1" i="0" u="none" strike="noStrike" cap="none">
                          <a:solidFill>
                            <a:schemeClr val="lt1"/>
                          </a:solidFill>
                          <a:latin typeface="Rockwell"/>
                          <a:sym typeface="Arial"/>
                        </a:defRPr>
                      </a:lvl5pPr>
                      <a:lvl6pPr marR="0" algn="l" rtl="0">
                        <a:lnSpc>
                          <a:spcPct val="100000"/>
                        </a:lnSpc>
                        <a:spcBef>
                          <a:spcPts val="0"/>
                        </a:spcBef>
                        <a:spcAft>
                          <a:spcPts val="0"/>
                        </a:spcAft>
                        <a:buNone/>
                        <a:defRPr sz="1400" b="1" i="0" u="none" strike="noStrike" cap="none">
                          <a:solidFill>
                            <a:schemeClr val="lt1"/>
                          </a:solidFill>
                          <a:latin typeface="Rockwell"/>
                          <a:sym typeface="Arial"/>
                        </a:defRPr>
                      </a:lvl6pPr>
                      <a:lvl7pPr marR="0" algn="l" rtl="0">
                        <a:lnSpc>
                          <a:spcPct val="100000"/>
                        </a:lnSpc>
                        <a:spcBef>
                          <a:spcPts val="0"/>
                        </a:spcBef>
                        <a:spcAft>
                          <a:spcPts val="0"/>
                        </a:spcAft>
                        <a:buNone/>
                        <a:defRPr sz="1400" b="1" i="0" u="none" strike="noStrike" cap="none">
                          <a:solidFill>
                            <a:schemeClr val="lt1"/>
                          </a:solidFill>
                          <a:latin typeface="Rockwell"/>
                          <a:sym typeface="Arial"/>
                        </a:defRPr>
                      </a:lvl7pPr>
                      <a:lvl8pPr marR="0" algn="l" rtl="0">
                        <a:lnSpc>
                          <a:spcPct val="100000"/>
                        </a:lnSpc>
                        <a:spcBef>
                          <a:spcPts val="0"/>
                        </a:spcBef>
                        <a:spcAft>
                          <a:spcPts val="0"/>
                        </a:spcAft>
                        <a:buNone/>
                        <a:defRPr sz="1400" b="1" i="0" u="none" strike="noStrike" cap="none">
                          <a:solidFill>
                            <a:schemeClr val="lt1"/>
                          </a:solidFill>
                          <a:latin typeface="Rockwell"/>
                          <a:sym typeface="Arial"/>
                        </a:defRPr>
                      </a:lvl8pPr>
                      <a:lvl9pPr marR="0" algn="l" rtl="0">
                        <a:lnSpc>
                          <a:spcPct val="100000"/>
                        </a:lnSpc>
                        <a:spcBef>
                          <a:spcPts val="0"/>
                        </a:spcBef>
                        <a:spcAft>
                          <a:spcPts val="0"/>
                        </a:spcAft>
                        <a:buNone/>
                        <a:defRPr sz="1400" b="1" i="0" u="none" strike="noStrike" cap="none">
                          <a:solidFill>
                            <a:schemeClr val="lt1"/>
                          </a:solidFill>
                          <a:latin typeface="Rockwell"/>
                          <a:sym typeface="Arial"/>
                        </a:defRPr>
                      </a:lvl9pPr>
                    </a:lstStyle>
                    <a:p>
                      <a:pPr marL="0" marR="0" algn="ctr">
                        <a:spcBef>
                          <a:spcPts val="0"/>
                        </a:spcBef>
                        <a:spcAft>
                          <a:spcPts val="0"/>
                        </a:spcAft>
                      </a:pPr>
                      <a:r>
                        <a:rPr lang="en-US" sz="1200">
                          <a:effectLst/>
                        </a:rPr>
                        <a:t>Language</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663366"/>
                    </a:solidFill>
                  </a:tcPr>
                </a:tc>
                <a:tc>
                  <a:txBody>
                    <a:bodyPr/>
                    <a:lstStyle>
                      <a:lvl1pPr marR="0" algn="l" rtl="0">
                        <a:lnSpc>
                          <a:spcPct val="100000"/>
                        </a:lnSpc>
                        <a:spcBef>
                          <a:spcPts val="0"/>
                        </a:spcBef>
                        <a:spcAft>
                          <a:spcPts val="0"/>
                        </a:spcAft>
                        <a:buNone/>
                        <a:defRPr sz="1400" b="1" i="0" u="none" strike="noStrike" cap="none">
                          <a:solidFill>
                            <a:schemeClr val="lt1"/>
                          </a:solidFill>
                          <a:latin typeface="Rockwell"/>
                          <a:sym typeface="Arial"/>
                        </a:defRPr>
                      </a:lvl1pPr>
                      <a:lvl2pPr marR="0" algn="l" rtl="0">
                        <a:lnSpc>
                          <a:spcPct val="100000"/>
                        </a:lnSpc>
                        <a:spcBef>
                          <a:spcPts val="0"/>
                        </a:spcBef>
                        <a:spcAft>
                          <a:spcPts val="0"/>
                        </a:spcAft>
                        <a:buNone/>
                        <a:defRPr sz="1400" b="1" i="0" u="none" strike="noStrike" cap="none">
                          <a:solidFill>
                            <a:schemeClr val="lt1"/>
                          </a:solidFill>
                          <a:latin typeface="Rockwell"/>
                          <a:sym typeface="Arial"/>
                        </a:defRPr>
                      </a:lvl2pPr>
                      <a:lvl3pPr marR="0" algn="l" rtl="0">
                        <a:lnSpc>
                          <a:spcPct val="100000"/>
                        </a:lnSpc>
                        <a:spcBef>
                          <a:spcPts val="0"/>
                        </a:spcBef>
                        <a:spcAft>
                          <a:spcPts val="0"/>
                        </a:spcAft>
                        <a:buNone/>
                        <a:defRPr sz="1400" b="1" i="0" u="none" strike="noStrike" cap="none">
                          <a:solidFill>
                            <a:schemeClr val="lt1"/>
                          </a:solidFill>
                          <a:latin typeface="Rockwell"/>
                          <a:sym typeface="Arial"/>
                        </a:defRPr>
                      </a:lvl3pPr>
                      <a:lvl4pPr marR="0" algn="l" rtl="0">
                        <a:lnSpc>
                          <a:spcPct val="100000"/>
                        </a:lnSpc>
                        <a:spcBef>
                          <a:spcPts val="0"/>
                        </a:spcBef>
                        <a:spcAft>
                          <a:spcPts val="0"/>
                        </a:spcAft>
                        <a:buNone/>
                        <a:defRPr sz="1400" b="1" i="0" u="none" strike="noStrike" cap="none">
                          <a:solidFill>
                            <a:schemeClr val="lt1"/>
                          </a:solidFill>
                          <a:latin typeface="Rockwell"/>
                          <a:sym typeface="Arial"/>
                        </a:defRPr>
                      </a:lvl4pPr>
                      <a:lvl5pPr marR="0" algn="l" rtl="0">
                        <a:lnSpc>
                          <a:spcPct val="100000"/>
                        </a:lnSpc>
                        <a:spcBef>
                          <a:spcPts val="0"/>
                        </a:spcBef>
                        <a:spcAft>
                          <a:spcPts val="0"/>
                        </a:spcAft>
                        <a:buNone/>
                        <a:defRPr sz="1400" b="1" i="0" u="none" strike="noStrike" cap="none">
                          <a:solidFill>
                            <a:schemeClr val="lt1"/>
                          </a:solidFill>
                          <a:latin typeface="Rockwell"/>
                          <a:sym typeface="Arial"/>
                        </a:defRPr>
                      </a:lvl5pPr>
                      <a:lvl6pPr marR="0" algn="l" rtl="0">
                        <a:lnSpc>
                          <a:spcPct val="100000"/>
                        </a:lnSpc>
                        <a:spcBef>
                          <a:spcPts val="0"/>
                        </a:spcBef>
                        <a:spcAft>
                          <a:spcPts val="0"/>
                        </a:spcAft>
                        <a:buNone/>
                        <a:defRPr sz="1400" b="1" i="0" u="none" strike="noStrike" cap="none">
                          <a:solidFill>
                            <a:schemeClr val="lt1"/>
                          </a:solidFill>
                          <a:latin typeface="Rockwell"/>
                          <a:sym typeface="Arial"/>
                        </a:defRPr>
                      </a:lvl6pPr>
                      <a:lvl7pPr marR="0" algn="l" rtl="0">
                        <a:lnSpc>
                          <a:spcPct val="100000"/>
                        </a:lnSpc>
                        <a:spcBef>
                          <a:spcPts val="0"/>
                        </a:spcBef>
                        <a:spcAft>
                          <a:spcPts val="0"/>
                        </a:spcAft>
                        <a:buNone/>
                        <a:defRPr sz="1400" b="1" i="0" u="none" strike="noStrike" cap="none">
                          <a:solidFill>
                            <a:schemeClr val="lt1"/>
                          </a:solidFill>
                          <a:latin typeface="Rockwell"/>
                          <a:sym typeface="Arial"/>
                        </a:defRPr>
                      </a:lvl7pPr>
                      <a:lvl8pPr marR="0" algn="l" rtl="0">
                        <a:lnSpc>
                          <a:spcPct val="100000"/>
                        </a:lnSpc>
                        <a:spcBef>
                          <a:spcPts val="0"/>
                        </a:spcBef>
                        <a:spcAft>
                          <a:spcPts val="0"/>
                        </a:spcAft>
                        <a:buNone/>
                        <a:defRPr sz="1400" b="1" i="0" u="none" strike="noStrike" cap="none">
                          <a:solidFill>
                            <a:schemeClr val="lt1"/>
                          </a:solidFill>
                          <a:latin typeface="Rockwell"/>
                          <a:sym typeface="Arial"/>
                        </a:defRPr>
                      </a:lvl8pPr>
                      <a:lvl9pPr marR="0" algn="l" rtl="0">
                        <a:lnSpc>
                          <a:spcPct val="100000"/>
                        </a:lnSpc>
                        <a:spcBef>
                          <a:spcPts val="0"/>
                        </a:spcBef>
                        <a:spcAft>
                          <a:spcPts val="0"/>
                        </a:spcAft>
                        <a:buNone/>
                        <a:defRPr sz="1400" b="1" i="0" u="none" strike="noStrike" cap="none">
                          <a:solidFill>
                            <a:schemeClr val="lt1"/>
                          </a:solidFill>
                          <a:latin typeface="Rockwell"/>
                          <a:sym typeface="Arial"/>
                        </a:defRPr>
                      </a:lvl9pPr>
                    </a:lstStyle>
                    <a:p>
                      <a:pPr marL="0" marR="0" algn="ctr">
                        <a:spcBef>
                          <a:spcPts val="0"/>
                        </a:spcBef>
                        <a:spcAft>
                          <a:spcPts val="0"/>
                        </a:spcAft>
                      </a:pPr>
                      <a:r>
                        <a:rPr lang="en-US" sz="1200">
                          <a:effectLst/>
                        </a:rPr>
                        <a:t>Kloc</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663366"/>
                    </a:solidFill>
                  </a:tcPr>
                </a:tc>
                <a:tc>
                  <a:txBody>
                    <a:bodyPr/>
                    <a:lstStyle>
                      <a:lvl1pPr marR="0" algn="l" rtl="0">
                        <a:lnSpc>
                          <a:spcPct val="100000"/>
                        </a:lnSpc>
                        <a:spcBef>
                          <a:spcPts val="0"/>
                        </a:spcBef>
                        <a:spcAft>
                          <a:spcPts val="0"/>
                        </a:spcAft>
                        <a:buNone/>
                        <a:defRPr sz="1400" b="1" i="0" u="none" strike="noStrike" cap="none">
                          <a:solidFill>
                            <a:schemeClr val="lt1"/>
                          </a:solidFill>
                          <a:latin typeface="Rockwell"/>
                          <a:sym typeface="Arial"/>
                        </a:defRPr>
                      </a:lvl1pPr>
                      <a:lvl2pPr marR="0" algn="l" rtl="0">
                        <a:lnSpc>
                          <a:spcPct val="100000"/>
                        </a:lnSpc>
                        <a:spcBef>
                          <a:spcPts val="0"/>
                        </a:spcBef>
                        <a:spcAft>
                          <a:spcPts val="0"/>
                        </a:spcAft>
                        <a:buNone/>
                        <a:defRPr sz="1400" b="1" i="0" u="none" strike="noStrike" cap="none">
                          <a:solidFill>
                            <a:schemeClr val="lt1"/>
                          </a:solidFill>
                          <a:latin typeface="Rockwell"/>
                          <a:sym typeface="Arial"/>
                        </a:defRPr>
                      </a:lvl2pPr>
                      <a:lvl3pPr marR="0" algn="l" rtl="0">
                        <a:lnSpc>
                          <a:spcPct val="100000"/>
                        </a:lnSpc>
                        <a:spcBef>
                          <a:spcPts val="0"/>
                        </a:spcBef>
                        <a:spcAft>
                          <a:spcPts val="0"/>
                        </a:spcAft>
                        <a:buNone/>
                        <a:defRPr sz="1400" b="1" i="0" u="none" strike="noStrike" cap="none">
                          <a:solidFill>
                            <a:schemeClr val="lt1"/>
                          </a:solidFill>
                          <a:latin typeface="Rockwell"/>
                          <a:sym typeface="Arial"/>
                        </a:defRPr>
                      </a:lvl3pPr>
                      <a:lvl4pPr marR="0" algn="l" rtl="0">
                        <a:lnSpc>
                          <a:spcPct val="100000"/>
                        </a:lnSpc>
                        <a:spcBef>
                          <a:spcPts val="0"/>
                        </a:spcBef>
                        <a:spcAft>
                          <a:spcPts val="0"/>
                        </a:spcAft>
                        <a:buNone/>
                        <a:defRPr sz="1400" b="1" i="0" u="none" strike="noStrike" cap="none">
                          <a:solidFill>
                            <a:schemeClr val="lt1"/>
                          </a:solidFill>
                          <a:latin typeface="Rockwell"/>
                          <a:sym typeface="Arial"/>
                        </a:defRPr>
                      </a:lvl4pPr>
                      <a:lvl5pPr marR="0" algn="l" rtl="0">
                        <a:lnSpc>
                          <a:spcPct val="100000"/>
                        </a:lnSpc>
                        <a:spcBef>
                          <a:spcPts val="0"/>
                        </a:spcBef>
                        <a:spcAft>
                          <a:spcPts val="0"/>
                        </a:spcAft>
                        <a:buNone/>
                        <a:defRPr sz="1400" b="1" i="0" u="none" strike="noStrike" cap="none">
                          <a:solidFill>
                            <a:schemeClr val="lt1"/>
                          </a:solidFill>
                          <a:latin typeface="Rockwell"/>
                          <a:sym typeface="Arial"/>
                        </a:defRPr>
                      </a:lvl5pPr>
                      <a:lvl6pPr marR="0" algn="l" rtl="0">
                        <a:lnSpc>
                          <a:spcPct val="100000"/>
                        </a:lnSpc>
                        <a:spcBef>
                          <a:spcPts val="0"/>
                        </a:spcBef>
                        <a:spcAft>
                          <a:spcPts val="0"/>
                        </a:spcAft>
                        <a:buNone/>
                        <a:defRPr sz="1400" b="1" i="0" u="none" strike="noStrike" cap="none">
                          <a:solidFill>
                            <a:schemeClr val="lt1"/>
                          </a:solidFill>
                          <a:latin typeface="Rockwell"/>
                          <a:sym typeface="Arial"/>
                        </a:defRPr>
                      </a:lvl6pPr>
                      <a:lvl7pPr marR="0" algn="l" rtl="0">
                        <a:lnSpc>
                          <a:spcPct val="100000"/>
                        </a:lnSpc>
                        <a:spcBef>
                          <a:spcPts val="0"/>
                        </a:spcBef>
                        <a:spcAft>
                          <a:spcPts val="0"/>
                        </a:spcAft>
                        <a:buNone/>
                        <a:defRPr sz="1400" b="1" i="0" u="none" strike="noStrike" cap="none">
                          <a:solidFill>
                            <a:schemeClr val="lt1"/>
                          </a:solidFill>
                          <a:latin typeface="Rockwell"/>
                          <a:sym typeface="Arial"/>
                        </a:defRPr>
                      </a:lvl7pPr>
                      <a:lvl8pPr marR="0" algn="l" rtl="0">
                        <a:lnSpc>
                          <a:spcPct val="100000"/>
                        </a:lnSpc>
                        <a:spcBef>
                          <a:spcPts val="0"/>
                        </a:spcBef>
                        <a:spcAft>
                          <a:spcPts val="0"/>
                        </a:spcAft>
                        <a:buNone/>
                        <a:defRPr sz="1400" b="1" i="0" u="none" strike="noStrike" cap="none">
                          <a:solidFill>
                            <a:schemeClr val="lt1"/>
                          </a:solidFill>
                          <a:latin typeface="Rockwell"/>
                          <a:sym typeface="Arial"/>
                        </a:defRPr>
                      </a:lvl8pPr>
                      <a:lvl9pPr marR="0" algn="l" rtl="0">
                        <a:lnSpc>
                          <a:spcPct val="100000"/>
                        </a:lnSpc>
                        <a:spcBef>
                          <a:spcPts val="0"/>
                        </a:spcBef>
                        <a:spcAft>
                          <a:spcPts val="0"/>
                        </a:spcAft>
                        <a:buNone/>
                        <a:defRPr sz="1400" b="1" i="0" u="none" strike="noStrike" cap="none">
                          <a:solidFill>
                            <a:schemeClr val="lt1"/>
                          </a:solidFill>
                          <a:latin typeface="Rockwell"/>
                          <a:sym typeface="Arial"/>
                        </a:defRPr>
                      </a:lvl9pPr>
                    </a:lstStyle>
                    <a:p>
                      <a:pPr marL="0" marR="0" algn="ctr">
                        <a:spcBef>
                          <a:spcPts val="0"/>
                        </a:spcBef>
                        <a:spcAft>
                          <a:spcPts val="0"/>
                        </a:spcAft>
                      </a:pPr>
                      <a:r>
                        <a:rPr lang="en-US" sz="1200">
                          <a:effectLst/>
                        </a:rPr>
                        <a:t>Application Area</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663366"/>
                    </a:solidFill>
                  </a:tcPr>
                </a:tc>
                <a:extLst>
                  <a:ext uri="{0D108BD9-81ED-4DB2-BD59-A6C34878D82A}">
                    <a16:rowId xmlns:a16="http://schemas.microsoft.com/office/drawing/2014/main" xmlns="" val="10000"/>
                  </a:ext>
                </a:extLst>
              </a:tr>
              <a:tr h="280942">
                <a:tc>
                  <a:txBody>
                    <a:bodyPr/>
                    <a:lstStyle>
                      <a:lvl1pPr marR="0" algn="l" rtl="0">
                        <a:lnSpc>
                          <a:spcPct val="100000"/>
                        </a:lnSpc>
                        <a:spcBef>
                          <a:spcPts val="0"/>
                        </a:spcBef>
                        <a:spcAft>
                          <a:spcPts val="0"/>
                        </a:spcAft>
                        <a:buNone/>
                        <a:defRPr sz="1400" b="1" i="0" u="none" strike="noStrike" cap="none">
                          <a:solidFill>
                            <a:schemeClr val="lt1"/>
                          </a:solidFill>
                          <a:latin typeface="Rockwell"/>
                          <a:sym typeface="Arial"/>
                        </a:defRPr>
                      </a:lvl1pPr>
                      <a:lvl2pPr marR="0" algn="l" rtl="0">
                        <a:lnSpc>
                          <a:spcPct val="100000"/>
                        </a:lnSpc>
                        <a:spcBef>
                          <a:spcPts val="0"/>
                        </a:spcBef>
                        <a:spcAft>
                          <a:spcPts val="0"/>
                        </a:spcAft>
                        <a:buNone/>
                        <a:defRPr sz="1400" b="1" i="0" u="none" strike="noStrike" cap="none">
                          <a:solidFill>
                            <a:schemeClr val="lt1"/>
                          </a:solidFill>
                          <a:latin typeface="Rockwell"/>
                          <a:sym typeface="Arial"/>
                        </a:defRPr>
                      </a:lvl2pPr>
                      <a:lvl3pPr marR="0" algn="l" rtl="0">
                        <a:lnSpc>
                          <a:spcPct val="100000"/>
                        </a:lnSpc>
                        <a:spcBef>
                          <a:spcPts val="0"/>
                        </a:spcBef>
                        <a:spcAft>
                          <a:spcPts val="0"/>
                        </a:spcAft>
                        <a:buNone/>
                        <a:defRPr sz="1400" b="1" i="0" u="none" strike="noStrike" cap="none">
                          <a:solidFill>
                            <a:schemeClr val="lt1"/>
                          </a:solidFill>
                          <a:latin typeface="Rockwell"/>
                          <a:sym typeface="Arial"/>
                        </a:defRPr>
                      </a:lvl3pPr>
                      <a:lvl4pPr marR="0" algn="l" rtl="0">
                        <a:lnSpc>
                          <a:spcPct val="100000"/>
                        </a:lnSpc>
                        <a:spcBef>
                          <a:spcPts val="0"/>
                        </a:spcBef>
                        <a:spcAft>
                          <a:spcPts val="0"/>
                        </a:spcAft>
                        <a:buNone/>
                        <a:defRPr sz="1400" b="1" i="0" u="none" strike="noStrike" cap="none">
                          <a:solidFill>
                            <a:schemeClr val="lt1"/>
                          </a:solidFill>
                          <a:latin typeface="Rockwell"/>
                          <a:sym typeface="Arial"/>
                        </a:defRPr>
                      </a:lvl4pPr>
                      <a:lvl5pPr marR="0" algn="l" rtl="0">
                        <a:lnSpc>
                          <a:spcPct val="100000"/>
                        </a:lnSpc>
                        <a:spcBef>
                          <a:spcPts val="0"/>
                        </a:spcBef>
                        <a:spcAft>
                          <a:spcPts val="0"/>
                        </a:spcAft>
                        <a:buNone/>
                        <a:defRPr sz="1400" b="1" i="0" u="none" strike="noStrike" cap="none">
                          <a:solidFill>
                            <a:schemeClr val="lt1"/>
                          </a:solidFill>
                          <a:latin typeface="Rockwell"/>
                          <a:sym typeface="Arial"/>
                        </a:defRPr>
                      </a:lvl5pPr>
                      <a:lvl6pPr marR="0" algn="l" rtl="0">
                        <a:lnSpc>
                          <a:spcPct val="100000"/>
                        </a:lnSpc>
                        <a:spcBef>
                          <a:spcPts val="0"/>
                        </a:spcBef>
                        <a:spcAft>
                          <a:spcPts val="0"/>
                        </a:spcAft>
                        <a:buNone/>
                        <a:defRPr sz="1400" b="1" i="0" u="none" strike="noStrike" cap="none">
                          <a:solidFill>
                            <a:schemeClr val="lt1"/>
                          </a:solidFill>
                          <a:latin typeface="Rockwell"/>
                          <a:sym typeface="Arial"/>
                        </a:defRPr>
                      </a:lvl6pPr>
                      <a:lvl7pPr marR="0" algn="l" rtl="0">
                        <a:lnSpc>
                          <a:spcPct val="100000"/>
                        </a:lnSpc>
                        <a:spcBef>
                          <a:spcPts val="0"/>
                        </a:spcBef>
                        <a:spcAft>
                          <a:spcPts val="0"/>
                        </a:spcAft>
                        <a:buNone/>
                        <a:defRPr sz="1400" b="1" i="0" u="none" strike="noStrike" cap="none">
                          <a:solidFill>
                            <a:schemeClr val="lt1"/>
                          </a:solidFill>
                          <a:latin typeface="Rockwell"/>
                          <a:sym typeface="Arial"/>
                        </a:defRPr>
                      </a:lvl7pPr>
                      <a:lvl8pPr marR="0" algn="l" rtl="0">
                        <a:lnSpc>
                          <a:spcPct val="100000"/>
                        </a:lnSpc>
                        <a:spcBef>
                          <a:spcPts val="0"/>
                        </a:spcBef>
                        <a:spcAft>
                          <a:spcPts val="0"/>
                        </a:spcAft>
                        <a:buNone/>
                        <a:defRPr sz="1400" b="1" i="0" u="none" strike="noStrike" cap="none">
                          <a:solidFill>
                            <a:schemeClr val="lt1"/>
                          </a:solidFill>
                          <a:latin typeface="Rockwell"/>
                          <a:sym typeface="Arial"/>
                        </a:defRPr>
                      </a:lvl8pPr>
                      <a:lvl9pPr marR="0" algn="l" rtl="0">
                        <a:lnSpc>
                          <a:spcPct val="100000"/>
                        </a:lnSpc>
                        <a:spcBef>
                          <a:spcPts val="0"/>
                        </a:spcBef>
                        <a:spcAft>
                          <a:spcPts val="0"/>
                        </a:spcAft>
                        <a:buNone/>
                        <a:defRPr sz="1400" b="1" i="0" u="none" strike="noStrike" cap="none">
                          <a:solidFill>
                            <a:schemeClr val="lt1"/>
                          </a:solidFill>
                          <a:latin typeface="Rockwell"/>
                          <a:sym typeface="Arial"/>
                        </a:defRPr>
                      </a:lvl9pPr>
                    </a:lstStyle>
                    <a:p>
                      <a:pPr marL="0" marR="0">
                        <a:spcBef>
                          <a:spcPts val="0"/>
                        </a:spcBef>
                        <a:spcAft>
                          <a:spcPts val="0"/>
                        </a:spcAft>
                      </a:pPr>
                      <a:r>
                        <a:rPr lang="en-US" sz="1200">
                          <a:effectLst/>
                        </a:rPr>
                        <a:t>503.bwaves_r</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spcBef>
                          <a:spcPts val="0"/>
                        </a:spcBef>
                        <a:spcAft>
                          <a:spcPts val="0"/>
                        </a:spcAft>
                      </a:pPr>
                      <a:r>
                        <a:rPr lang="en-US" sz="1200">
                          <a:effectLst/>
                        </a:rPr>
                        <a:t>603.bwaves_s</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4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ctr">
                        <a:spcBef>
                          <a:spcPts val="0"/>
                        </a:spcBef>
                        <a:spcAft>
                          <a:spcPts val="0"/>
                        </a:spcAft>
                      </a:pPr>
                      <a:r>
                        <a:rPr lang="en-US" sz="1200">
                          <a:effectLst/>
                        </a:rPr>
                        <a:t>Fortran</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4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r">
                        <a:spcBef>
                          <a:spcPts val="0"/>
                        </a:spcBef>
                        <a:spcAft>
                          <a:spcPts val="0"/>
                        </a:spcAft>
                      </a:pPr>
                      <a:r>
                        <a:rPr lang="en-US" sz="1200">
                          <a:effectLst/>
                        </a:rPr>
                        <a:t>1</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4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spcBef>
                          <a:spcPts val="0"/>
                        </a:spcBef>
                        <a:spcAft>
                          <a:spcPts val="0"/>
                        </a:spcAft>
                      </a:pPr>
                      <a:r>
                        <a:rPr lang="en-US" sz="1200">
                          <a:effectLst/>
                        </a:rPr>
                        <a:t>Explosion modeling</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40000"/>
                      </a:srgbClr>
                    </a:solidFill>
                  </a:tcPr>
                </a:tc>
                <a:extLst>
                  <a:ext uri="{0D108BD9-81ED-4DB2-BD59-A6C34878D82A}">
                    <a16:rowId xmlns:a16="http://schemas.microsoft.com/office/drawing/2014/main" xmlns="" val="10001"/>
                  </a:ext>
                </a:extLst>
              </a:tr>
              <a:tr h="561885">
                <a:tc>
                  <a:txBody>
                    <a:bodyPr/>
                    <a:lstStyle>
                      <a:lvl1pPr marR="0" algn="l" rtl="0">
                        <a:lnSpc>
                          <a:spcPct val="100000"/>
                        </a:lnSpc>
                        <a:spcBef>
                          <a:spcPts val="0"/>
                        </a:spcBef>
                        <a:spcAft>
                          <a:spcPts val="0"/>
                        </a:spcAft>
                        <a:buNone/>
                        <a:defRPr sz="1400" b="1" i="0" u="none" strike="noStrike" cap="none">
                          <a:solidFill>
                            <a:schemeClr val="lt1"/>
                          </a:solidFill>
                          <a:latin typeface="Rockwell"/>
                          <a:sym typeface="Arial"/>
                        </a:defRPr>
                      </a:lvl1pPr>
                      <a:lvl2pPr marR="0" algn="l" rtl="0">
                        <a:lnSpc>
                          <a:spcPct val="100000"/>
                        </a:lnSpc>
                        <a:spcBef>
                          <a:spcPts val="0"/>
                        </a:spcBef>
                        <a:spcAft>
                          <a:spcPts val="0"/>
                        </a:spcAft>
                        <a:buNone/>
                        <a:defRPr sz="1400" b="1" i="0" u="none" strike="noStrike" cap="none">
                          <a:solidFill>
                            <a:schemeClr val="lt1"/>
                          </a:solidFill>
                          <a:latin typeface="Rockwell"/>
                          <a:sym typeface="Arial"/>
                        </a:defRPr>
                      </a:lvl2pPr>
                      <a:lvl3pPr marR="0" algn="l" rtl="0">
                        <a:lnSpc>
                          <a:spcPct val="100000"/>
                        </a:lnSpc>
                        <a:spcBef>
                          <a:spcPts val="0"/>
                        </a:spcBef>
                        <a:spcAft>
                          <a:spcPts val="0"/>
                        </a:spcAft>
                        <a:buNone/>
                        <a:defRPr sz="1400" b="1" i="0" u="none" strike="noStrike" cap="none">
                          <a:solidFill>
                            <a:schemeClr val="lt1"/>
                          </a:solidFill>
                          <a:latin typeface="Rockwell"/>
                          <a:sym typeface="Arial"/>
                        </a:defRPr>
                      </a:lvl3pPr>
                      <a:lvl4pPr marR="0" algn="l" rtl="0">
                        <a:lnSpc>
                          <a:spcPct val="100000"/>
                        </a:lnSpc>
                        <a:spcBef>
                          <a:spcPts val="0"/>
                        </a:spcBef>
                        <a:spcAft>
                          <a:spcPts val="0"/>
                        </a:spcAft>
                        <a:buNone/>
                        <a:defRPr sz="1400" b="1" i="0" u="none" strike="noStrike" cap="none">
                          <a:solidFill>
                            <a:schemeClr val="lt1"/>
                          </a:solidFill>
                          <a:latin typeface="Rockwell"/>
                          <a:sym typeface="Arial"/>
                        </a:defRPr>
                      </a:lvl4pPr>
                      <a:lvl5pPr marR="0" algn="l" rtl="0">
                        <a:lnSpc>
                          <a:spcPct val="100000"/>
                        </a:lnSpc>
                        <a:spcBef>
                          <a:spcPts val="0"/>
                        </a:spcBef>
                        <a:spcAft>
                          <a:spcPts val="0"/>
                        </a:spcAft>
                        <a:buNone/>
                        <a:defRPr sz="1400" b="1" i="0" u="none" strike="noStrike" cap="none">
                          <a:solidFill>
                            <a:schemeClr val="lt1"/>
                          </a:solidFill>
                          <a:latin typeface="Rockwell"/>
                          <a:sym typeface="Arial"/>
                        </a:defRPr>
                      </a:lvl5pPr>
                      <a:lvl6pPr marR="0" algn="l" rtl="0">
                        <a:lnSpc>
                          <a:spcPct val="100000"/>
                        </a:lnSpc>
                        <a:spcBef>
                          <a:spcPts val="0"/>
                        </a:spcBef>
                        <a:spcAft>
                          <a:spcPts val="0"/>
                        </a:spcAft>
                        <a:buNone/>
                        <a:defRPr sz="1400" b="1" i="0" u="none" strike="noStrike" cap="none">
                          <a:solidFill>
                            <a:schemeClr val="lt1"/>
                          </a:solidFill>
                          <a:latin typeface="Rockwell"/>
                          <a:sym typeface="Arial"/>
                        </a:defRPr>
                      </a:lvl6pPr>
                      <a:lvl7pPr marR="0" algn="l" rtl="0">
                        <a:lnSpc>
                          <a:spcPct val="100000"/>
                        </a:lnSpc>
                        <a:spcBef>
                          <a:spcPts val="0"/>
                        </a:spcBef>
                        <a:spcAft>
                          <a:spcPts val="0"/>
                        </a:spcAft>
                        <a:buNone/>
                        <a:defRPr sz="1400" b="1" i="0" u="none" strike="noStrike" cap="none">
                          <a:solidFill>
                            <a:schemeClr val="lt1"/>
                          </a:solidFill>
                          <a:latin typeface="Rockwell"/>
                          <a:sym typeface="Arial"/>
                        </a:defRPr>
                      </a:lvl7pPr>
                      <a:lvl8pPr marR="0" algn="l" rtl="0">
                        <a:lnSpc>
                          <a:spcPct val="100000"/>
                        </a:lnSpc>
                        <a:spcBef>
                          <a:spcPts val="0"/>
                        </a:spcBef>
                        <a:spcAft>
                          <a:spcPts val="0"/>
                        </a:spcAft>
                        <a:buNone/>
                        <a:defRPr sz="1400" b="1" i="0" u="none" strike="noStrike" cap="none">
                          <a:solidFill>
                            <a:schemeClr val="lt1"/>
                          </a:solidFill>
                          <a:latin typeface="Rockwell"/>
                          <a:sym typeface="Arial"/>
                        </a:defRPr>
                      </a:lvl8pPr>
                      <a:lvl9pPr marR="0" algn="l" rtl="0">
                        <a:lnSpc>
                          <a:spcPct val="100000"/>
                        </a:lnSpc>
                        <a:spcBef>
                          <a:spcPts val="0"/>
                        </a:spcBef>
                        <a:spcAft>
                          <a:spcPts val="0"/>
                        </a:spcAft>
                        <a:buNone/>
                        <a:defRPr sz="1400" b="1" i="0" u="none" strike="noStrike" cap="none">
                          <a:solidFill>
                            <a:schemeClr val="lt1"/>
                          </a:solidFill>
                          <a:latin typeface="Rockwell"/>
                          <a:sym typeface="Arial"/>
                        </a:defRPr>
                      </a:lvl9pPr>
                    </a:lstStyle>
                    <a:p>
                      <a:pPr marL="0" marR="0">
                        <a:spcBef>
                          <a:spcPts val="0"/>
                        </a:spcBef>
                        <a:spcAft>
                          <a:spcPts val="0"/>
                        </a:spcAft>
                      </a:pPr>
                      <a:r>
                        <a:rPr lang="en-US" sz="1200">
                          <a:effectLst/>
                        </a:rPr>
                        <a:t>507.cactuBSSN_r</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spcBef>
                          <a:spcPts val="0"/>
                        </a:spcBef>
                        <a:spcAft>
                          <a:spcPts val="0"/>
                        </a:spcAft>
                      </a:pPr>
                      <a:r>
                        <a:rPr lang="en-US" sz="1200">
                          <a:effectLst/>
                        </a:rPr>
                        <a:t>607.cactuBSSN_s</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2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ctr">
                        <a:spcBef>
                          <a:spcPts val="0"/>
                        </a:spcBef>
                        <a:spcAft>
                          <a:spcPts val="0"/>
                        </a:spcAft>
                      </a:pPr>
                      <a:r>
                        <a:rPr lang="en-US" sz="1200" dirty="0">
                          <a:effectLst/>
                        </a:rPr>
                        <a:t>C++, C, Fortran</a:t>
                      </a:r>
                      <a:endParaRPr lang="en-US" sz="1200" dirty="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2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r">
                        <a:spcBef>
                          <a:spcPts val="0"/>
                        </a:spcBef>
                        <a:spcAft>
                          <a:spcPts val="0"/>
                        </a:spcAft>
                      </a:pPr>
                      <a:r>
                        <a:rPr lang="en-US" sz="1200">
                          <a:effectLst/>
                        </a:rPr>
                        <a:t>257</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2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spcBef>
                          <a:spcPts val="0"/>
                        </a:spcBef>
                        <a:spcAft>
                          <a:spcPts val="0"/>
                        </a:spcAft>
                      </a:pPr>
                      <a:r>
                        <a:rPr lang="en-US" sz="1200">
                          <a:effectLst/>
                        </a:rPr>
                        <a:t>Physics; relativity</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20000"/>
                      </a:srgbClr>
                    </a:solidFill>
                  </a:tcPr>
                </a:tc>
                <a:extLst>
                  <a:ext uri="{0D108BD9-81ED-4DB2-BD59-A6C34878D82A}">
                    <a16:rowId xmlns:a16="http://schemas.microsoft.com/office/drawing/2014/main" xmlns="" val="10002"/>
                  </a:ext>
                </a:extLst>
              </a:tr>
              <a:tr h="280942">
                <a:tc>
                  <a:txBody>
                    <a:bodyPr/>
                    <a:lstStyle>
                      <a:lvl1pPr marR="0" algn="l" rtl="0">
                        <a:lnSpc>
                          <a:spcPct val="100000"/>
                        </a:lnSpc>
                        <a:spcBef>
                          <a:spcPts val="0"/>
                        </a:spcBef>
                        <a:spcAft>
                          <a:spcPts val="0"/>
                        </a:spcAft>
                        <a:buNone/>
                        <a:defRPr sz="1400" b="1" i="0" u="none" strike="noStrike" cap="none">
                          <a:solidFill>
                            <a:schemeClr val="lt1"/>
                          </a:solidFill>
                          <a:latin typeface="Rockwell"/>
                          <a:sym typeface="Arial"/>
                        </a:defRPr>
                      </a:lvl1pPr>
                      <a:lvl2pPr marR="0" algn="l" rtl="0">
                        <a:lnSpc>
                          <a:spcPct val="100000"/>
                        </a:lnSpc>
                        <a:spcBef>
                          <a:spcPts val="0"/>
                        </a:spcBef>
                        <a:spcAft>
                          <a:spcPts val="0"/>
                        </a:spcAft>
                        <a:buNone/>
                        <a:defRPr sz="1400" b="1" i="0" u="none" strike="noStrike" cap="none">
                          <a:solidFill>
                            <a:schemeClr val="lt1"/>
                          </a:solidFill>
                          <a:latin typeface="Rockwell"/>
                          <a:sym typeface="Arial"/>
                        </a:defRPr>
                      </a:lvl2pPr>
                      <a:lvl3pPr marR="0" algn="l" rtl="0">
                        <a:lnSpc>
                          <a:spcPct val="100000"/>
                        </a:lnSpc>
                        <a:spcBef>
                          <a:spcPts val="0"/>
                        </a:spcBef>
                        <a:spcAft>
                          <a:spcPts val="0"/>
                        </a:spcAft>
                        <a:buNone/>
                        <a:defRPr sz="1400" b="1" i="0" u="none" strike="noStrike" cap="none">
                          <a:solidFill>
                            <a:schemeClr val="lt1"/>
                          </a:solidFill>
                          <a:latin typeface="Rockwell"/>
                          <a:sym typeface="Arial"/>
                        </a:defRPr>
                      </a:lvl3pPr>
                      <a:lvl4pPr marR="0" algn="l" rtl="0">
                        <a:lnSpc>
                          <a:spcPct val="100000"/>
                        </a:lnSpc>
                        <a:spcBef>
                          <a:spcPts val="0"/>
                        </a:spcBef>
                        <a:spcAft>
                          <a:spcPts val="0"/>
                        </a:spcAft>
                        <a:buNone/>
                        <a:defRPr sz="1400" b="1" i="0" u="none" strike="noStrike" cap="none">
                          <a:solidFill>
                            <a:schemeClr val="lt1"/>
                          </a:solidFill>
                          <a:latin typeface="Rockwell"/>
                          <a:sym typeface="Arial"/>
                        </a:defRPr>
                      </a:lvl4pPr>
                      <a:lvl5pPr marR="0" algn="l" rtl="0">
                        <a:lnSpc>
                          <a:spcPct val="100000"/>
                        </a:lnSpc>
                        <a:spcBef>
                          <a:spcPts val="0"/>
                        </a:spcBef>
                        <a:spcAft>
                          <a:spcPts val="0"/>
                        </a:spcAft>
                        <a:buNone/>
                        <a:defRPr sz="1400" b="1" i="0" u="none" strike="noStrike" cap="none">
                          <a:solidFill>
                            <a:schemeClr val="lt1"/>
                          </a:solidFill>
                          <a:latin typeface="Rockwell"/>
                          <a:sym typeface="Arial"/>
                        </a:defRPr>
                      </a:lvl5pPr>
                      <a:lvl6pPr marR="0" algn="l" rtl="0">
                        <a:lnSpc>
                          <a:spcPct val="100000"/>
                        </a:lnSpc>
                        <a:spcBef>
                          <a:spcPts val="0"/>
                        </a:spcBef>
                        <a:spcAft>
                          <a:spcPts val="0"/>
                        </a:spcAft>
                        <a:buNone/>
                        <a:defRPr sz="1400" b="1" i="0" u="none" strike="noStrike" cap="none">
                          <a:solidFill>
                            <a:schemeClr val="lt1"/>
                          </a:solidFill>
                          <a:latin typeface="Rockwell"/>
                          <a:sym typeface="Arial"/>
                        </a:defRPr>
                      </a:lvl6pPr>
                      <a:lvl7pPr marR="0" algn="l" rtl="0">
                        <a:lnSpc>
                          <a:spcPct val="100000"/>
                        </a:lnSpc>
                        <a:spcBef>
                          <a:spcPts val="0"/>
                        </a:spcBef>
                        <a:spcAft>
                          <a:spcPts val="0"/>
                        </a:spcAft>
                        <a:buNone/>
                        <a:defRPr sz="1400" b="1" i="0" u="none" strike="noStrike" cap="none">
                          <a:solidFill>
                            <a:schemeClr val="lt1"/>
                          </a:solidFill>
                          <a:latin typeface="Rockwell"/>
                          <a:sym typeface="Arial"/>
                        </a:defRPr>
                      </a:lvl7pPr>
                      <a:lvl8pPr marR="0" algn="l" rtl="0">
                        <a:lnSpc>
                          <a:spcPct val="100000"/>
                        </a:lnSpc>
                        <a:spcBef>
                          <a:spcPts val="0"/>
                        </a:spcBef>
                        <a:spcAft>
                          <a:spcPts val="0"/>
                        </a:spcAft>
                        <a:buNone/>
                        <a:defRPr sz="1400" b="1" i="0" u="none" strike="noStrike" cap="none">
                          <a:solidFill>
                            <a:schemeClr val="lt1"/>
                          </a:solidFill>
                          <a:latin typeface="Rockwell"/>
                          <a:sym typeface="Arial"/>
                        </a:defRPr>
                      </a:lvl8pPr>
                      <a:lvl9pPr marR="0" algn="l" rtl="0">
                        <a:lnSpc>
                          <a:spcPct val="100000"/>
                        </a:lnSpc>
                        <a:spcBef>
                          <a:spcPts val="0"/>
                        </a:spcBef>
                        <a:spcAft>
                          <a:spcPts val="0"/>
                        </a:spcAft>
                        <a:buNone/>
                        <a:defRPr sz="1400" b="1" i="0" u="none" strike="noStrike" cap="none">
                          <a:solidFill>
                            <a:schemeClr val="lt1"/>
                          </a:solidFill>
                          <a:latin typeface="Rockwell"/>
                          <a:sym typeface="Arial"/>
                        </a:defRPr>
                      </a:lvl9pPr>
                    </a:lstStyle>
                    <a:p>
                      <a:pPr marL="0" marR="0">
                        <a:spcBef>
                          <a:spcPts val="0"/>
                        </a:spcBef>
                        <a:spcAft>
                          <a:spcPts val="0"/>
                        </a:spcAft>
                      </a:pPr>
                      <a:r>
                        <a:rPr lang="en-US" sz="1200">
                          <a:effectLst/>
                        </a:rPr>
                        <a:t>508.namd_r</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spcBef>
                          <a:spcPts val="0"/>
                        </a:spcBef>
                        <a:spcAft>
                          <a:spcPts val="0"/>
                        </a:spcAft>
                      </a:pPr>
                      <a:r>
                        <a:rPr lang="en-US" sz="1200">
                          <a:effectLst/>
                        </a:rPr>
                        <a:t> </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4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ctr">
                        <a:spcBef>
                          <a:spcPts val="0"/>
                        </a:spcBef>
                        <a:spcAft>
                          <a:spcPts val="0"/>
                        </a:spcAft>
                      </a:pPr>
                      <a:r>
                        <a:rPr lang="en-US" sz="1200">
                          <a:effectLst/>
                        </a:rPr>
                        <a:t>C++, C</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4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r">
                        <a:spcBef>
                          <a:spcPts val="0"/>
                        </a:spcBef>
                        <a:spcAft>
                          <a:spcPts val="0"/>
                        </a:spcAft>
                      </a:pPr>
                      <a:r>
                        <a:rPr lang="en-US" sz="1200">
                          <a:effectLst/>
                        </a:rPr>
                        <a:t>8</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4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spcBef>
                          <a:spcPts val="0"/>
                        </a:spcBef>
                        <a:spcAft>
                          <a:spcPts val="0"/>
                        </a:spcAft>
                      </a:pPr>
                      <a:r>
                        <a:rPr lang="en-US" sz="1200">
                          <a:effectLst/>
                        </a:rPr>
                        <a:t>Molecular dynamics</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40000"/>
                      </a:srgbClr>
                    </a:solidFill>
                  </a:tcPr>
                </a:tc>
                <a:extLst>
                  <a:ext uri="{0D108BD9-81ED-4DB2-BD59-A6C34878D82A}">
                    <a16:rowId xmlns:a16="http://schemas.microsoft.com/office/drawing/2014/main" xmlns="" val="10003"/>
                  </a:ext>
                </a:extLst>
              </a:tr>
              <a:tr h="842825">
                <a:tc>
                  <a:txBody>
                    <a:bodyPr/>
                    <a:lstStyle>
                      <a:lvl1pPr marR="0" algn="l" rtl="0">
                        <a:lnSpc>
                          <a:spcPct val="100000"/>
                        </a:lnSpc>
                        <a:spcBef>
                          <a:spcPts val="0"/>
                        </a:spcBef>
                        <a:spcAft>
                          <a:spcPts val="0"/>
                        </a:spcAft>
                        <a:buNone/>
                        <a:defRPr sz="1400" b="1" i="0" u="none" strike="noStrike" cap="none">
                          <a:solidFill>
                            <a:schemeClr val="lt1"/>
                          </a:solidFill>
                          <a:latin typeface="Rockwell"/>
                          <a:sym typeface="Arial"/>
                        </a:defRPr>
                      </a:lvl1pPr>
                      <a:lvl2pPr marR="0" algn="l" rtl="0">
                        <a:lnSpc>
                          <a:spcPct val="100000"/>
                        </a:lnSpc>
                        <a:spcBef>
                          <a:spcPts val="0"/>
                        </a:spcBef>
                        <a:spcAft>
                          <a:spcPts val="0"/>
                        </a:spcAft>
                        <a:buNone/>
                        <a:defRPr sz="1400" b="1" i="0" u="none" strike="noStrike" cap="none">
                          <a:solidFill>
                            <a:schemeClr val="lt1"/>
                          </a:solidFill>
                          <a:latin typeface="Rockwell"/>
                          <a:sym typeface="Arial"/>
                        </a:defRPr>
                      </a:lvl2pPr>
                      <a:lvl3pPr marR="0" algn="l" rtl="0">
                        <a:lnSpc>
                          <a:spcPct val="100000"/>
                        </a:lnSpc>
                        <a:spcBef>
                          <a:spcPts val="0"/>
                        </a:spcBef>
                        <a:spcAft>
                          <a:spcPts val="0"/>
                        </a:spcAft>
                        <a:buNone/>
                        <a:defRPr sz="1400" b="1" i="0" u="none" strike="noStrike" cap="none">
                          <a:solidFill>
                            <a:schemeClr val="lt1"/>
                          </a:solidFill>
                          <a:latin typeface="Rockwell"/>
                          <a:sym typeface="Arial"/>
                        </a:defRPr>
                      </a:lvl3pPr>
                      <a:lvl4pPr marR="0" algn="l" rtl="0">
                        <a:lnSpc>
                          <a:spcPct val="100000"/>
                        </a:lnSpc>
                        <a:spcBef>
                          <a:spcPts val="0"/>
                        </a:spcBef>
                        <a:spcAft>
                          <a:spcPts val="0"/>
                        </a:spcAft>
                        <a:buNone/>
                        <a:defRPr sz="1400" b="1" i="0" u="none" strike="noStrike" cap="none">
                          <a:solidFill>
                            <a:schemeClr val="lt1"/>
                          </a:solidFill>
                          <a:latin typeface="Rockwell"/>
                          <a:sym typeface="Arial"/>
                        </a:defRPr>
                      </a:lvl4pPr>
                      <a:lvl5pPr marR="0" algn="l" rtl="0">
                        <a:lnSpc>
                          <a:spcPct val="100000"/>
                        </a:lnSpc>
                        <a:spcBef>
                          <a:spcPts val="0"/>
                        </a:spcBef>
                        <a:spcAft>
                          <a:spcPts val="0"/>
                        </a:spcAft>
                        <a:buNone/>
                        <a:defRPr sz="1400" b="1" i="0" u="none" strike="noStrike" cap="none">
                          <a:solidFill>
                            <a:schemeClr val="lt1"/>
                          </a:solidFill>
                          <a:latin typeface="Rockwell"/>
                          <a:sym typeface="Arial"/>
                        </a:defRPr>
                      </a:lvl5pPr>
                      <a:lvl6pPr marR="0" algn="l" rtl="0">
                        <a:lnSpc>
                          <a:spcPct val="100000"/>
                        </a:lnSpc>
                        <a:spcBef>
                          <a:spcPts val="0"/>
                        </a:spcBef>
                        <a:spcAft>
                          <a:spcPts val="0"/>
                        </a:spcAft>
                        <a:buNone/>
                        <a:defRPr sz="1400" b="1" i="0" u="none" strike="noStrike" cap="none">
                          <a:solidFill>
                            <a:schemeClr val="lt1"/>
                          </a:solidFill>
                          <a:latin typeface="Rockwell"/>
                          <a:sym typeface="Arial"/>
                        </a:defRPr>
                      </a:lvl6pPr>
                      <a:lvl7pPr marR="0" algn="l" rtl="0">
                        <a:lnSpc>
                          <a:spcPct val="100000"/>
                        </a:lnSpc>
                        <a:spcBef>
                          <a:spcPts val="0"/>
                        </a:spcBef>
                        <a:spcAft>
                          <a:spcPts val="0"/>
                        </a:spcAft>
                        <a:buNone/>
                        <a:defRPr sz="1400" b="1" i="0" u="none" strike="noStrike" cap="none">
                          <a:solidFill>
                            <a:schemeClr val="lt1"/>
                          </a:solidFill>
                          <a:latin typeface="Rockwell"/>
                          <a:sym typeface="Arial"/>
                        </a:defRPr>
                      </a:lvl7pPr>
                      <a:lvl8pPr marR="0" algn="l" rtl="0">
                        <a:lnSpc>
                          <a:spcPct val="100000"/>
                        </a:lnSpc>
                        <a:spcBef>
                          <a:spcPts val="0"/>
                        </a:spcBef>
                        <a:spcAft>
                          <a:spcPts val="0"/>
                        </a:spcAft>
                        <a:buNone/>
                        <a:defRPr sz="1400" b="1" i="0" u="none" strike="noStrike" cap="none">
                          <a:solidFill>
                            <a:schemeClr val="lt1"/>
                          </a:solidFill>
                          <a:latin typeface="Rockwell"/>
                          <a:sym typeface="Arial"/>
                        </a:defRPr>
                      </a:lvl8pPr>
                      <a:lvl9pPr marR="0" algn="l" rtl="0">
                        <a:lnSpc>
                          <a:spcPct val="100000"/>
                        </a:lnSpc>
                        <a:spcBef>
                          <a:spcPts val="0"/>
                        </a:spcBef>
                        <a:spcAft>
                          <a:spcPts val="0"/>
                        </a:spcAft>
                        <a:buNone/>
                        <a:defRPr sz="1400" b="1" i="0" u="none" strike="noStrike" cap="none">
                          <a:solidFill>
                            <a:schemeClr val="lt1"/>
                          </a:solidFill>
                          <a:latin typeface="Rockwell"/>
                          <a:sym typeface="Arial"/>
                        </a:defRPr>
                      </a:lvl9pPr>
                    </a:lstStyle>
                    <a:p>
                      <a:pPr marL="0" marR="0">
                        <a:spcBef>
                          <a:spcPts val="0"/>
                        </a:spcBef>
                        <a:spcAft>
                          <a:spcPts val="0"/>
                        </a:spcAft>
                      </a:pPr>
                      <a:r>
                        <a:rPr lang="en-US" sz="1200">
                          <a:effectLst/>
                        </a:rPr>
                        <a:t>510.parest_r</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spcBef>
                          <a:spcPts val="0"/>
                        </a:spcBef>
                        <a:spcAft>
                          <a:spcPts val="0"/>
                        </a:spcAft>
                      </a:pPr>
                      <a:r>
                        <a:rPr lang="en-US" sz="1200">
                          <a:effectLst/>
                        </a:rPr>
                        <a:t> </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2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ctr">
                        <a:spcBef>
                          <a:spcPts val="0"/>
                        </a:spcBef>
                        <a:spcAft>
                          <a:spcPts val="0"/>
                        </a:spcAft>
                      </a:pPr>
                      <a:r>
                        <a:rPr lang="en-US" sz="1200">
                          <a:effectLst/>
                        </a:rPr>
                        <a:t>C++</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2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r">
                        <a:spcBef>
                          <a:spcPts val="0"/>
                        </a:spcBef>
                        <a:spcAft>
                          <a:spcPts val="0"/>
                        </a:spcAft>
                      </a:pPr>
                      <a:r>
                        <a:rPr lang="en-US" sz="1200">
                          <a:effectLst/>
                        </a:rPr>
                        <a:t>427</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2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spcBef>
                          <a:spcPts val="0"/>
                        </a:spcBef>
                        <a:spcAft>
                          <a:spcPts val="0"/>
                        </a:spcAft>
                      </a:pPr>
                      <a:r>
                        <a:rPr lang="en-US" sz="1200">
                          <a:effectLst/>
                        </a:rPr>
                        <a:t>Biomedical imaging; optical tomography with finite elements</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20000"/>
                      </a:srgbClr>
                    </a:solidFill>
                  </a:tcPr>
                </a:tc>
                <a:extLst>
                  <a:ext uri="{0D108BD9-81ED-4DB2-BD59-A6C34878D82A}">
                    <a16:rowId xmlns:a16="http://schemas.microsoft.com/office/drawing/2014/main" xmlns="" val="10004"/>
                  </a:ext>
                </a:extLst>
              </a:tr>
              <a:tr h="280942">
                <a:tc>
                  <a:txBody>
                    <a:bodyPr/>
                    <a:lstStyle>
                      <a:lvl1pPr marR="0" algn="l" rtl="0">
                        <a:lnSpc>
                          <a:spcPct val="100000"/>
                        </a:lnSpc>
                        <a:spcBef>
                          <a:spcPts val="0"/>
                        </a:spcBef>
                        <a:spcAft>
                          <a:spcPts val="0"/>
                        </a:spcAft>
                        <a:buNone/>
                        <a:defRPr sz="1400" b="1" i="0" u="none" strike="noStrike" cap="none">
                          <a:solidFill>
                            <a:schemeClr val="lt1"/>
                          </a:solidFill>
                          <a:latin typeface="Rockwell"/>
                          <a:sym typeface="Arial"/>
                        </a:defRPr>
                      </a:lvl1pPr>
                      <a:lvl2pPr marR="0" algn="l" rtl="0">
                        <a:lnSpc>
                          <a:spcPct val="100000"/>
                        </a:lnSpc>
                        <a:spcBef>
                          <a:spcPts val="0"/>
                        </a:spcBef>
                        <a:spcAft>
                          <a:spcPts val="0"/>
                        </a:spcAft>
                        <a:buNone/>
                        <a:defRPr sz="1400" b="1" i="0" u="none" strike="noStrike" cap="none">
                          <a:solidFill>
                            <a:schemeClr val="lt1"/>
                          </a:solidFill>
                          <a:latin typeface="Rockwell"/>
                          <a:sym typeface="Arial"/>
                        </a:defRPr>
                      </a:lvl2pPr>
                      <a:lvl3pPr marR="0" algn="l" rtl="0">
                        <a:lnSpc>
                          <a:spcPct val="100000"/>
                        </a:lnSpc>
                        <a:spcBef>
                          <a:spcPts val="0"/>
                        </a:spcBef>
                        <a:spcAft>
                          <a:spcPts val="0"/>
                        </a:spcAft>
                        <a:buNone/>
                        <a:defRPr sz="1400" b="1" i="0" u="none" strike="noStrike" cap="none">
                          <a:solidFill>
                            <a:schemeClr val="lt1"/>
                          </a:solidFill>
                          <a:latin typeface="Rockwell"/>
                          <a:sym typeface="Arial"/>
                        </a:defRPr>
                      </a:lvl3pPr>
                      <a:lvl4pPr marR="0" algn="l" rtl="0">
                        <a:lnSpc>
                          <a:spcPct val="100000"/>
                        </a:lnSpc>
                        <a:spcBef>
                          <a:spcPts val="0"/>
                        </a:spcBef>
                        <a:spcAft>
                          <a:spcPts val="0"/>
                        </a:spcAft>
                        <a:buNone/>
                        <a:defRPr sz="1400" b="1" i="0" u="none" strike="noStrike" cap="none">
                          <a:solidFill>
                            <a:schemeClr val="lt1"/>
                          </a:solidFill>
                          <a:latin typeface="Rockwell"/>
                          <a:sym typeface="Arial"/>
                        </a:defRPr>
                      </a:lvl4pPr>
                      <a:lvl5pPr marR="0" algn="l" rtl="0">
                        <a:lnSpc>
                          <a:spcPct val="100000"/>
                        </a:lnSpc>
                        <a:spcBef>
                          <a:spcPts val="0"/>
                        </a:spcBef>
                        <a:spcAft>
                          <a:spcPts val="0"/>
                        </a:spcAft>
                        <a:buNone/>
                        <a:defRPr sz="1400" b="1" i="0" u="none" strike="noStrike" cap="none">
                          <a:solidFill>
                            <a:schemeClr val="lt1"/>
                          </a:solidFill>
                          <a:latin typeface="Rockwell"/>
                          <a:sym typeface="Arial"/>
                        </a:defRPr>
                      </a:lvl5pPr>
                      <a:lvl6pPr marR="0" algn="l" rtl="0">
                        <a:lnSpc>
                          <a:spcPct val="100000"/>
                        </a:lnSpc>
                        <a:spcBef>
                          <a:spcPts val="0"/>
                        </a:spcBef>
                        <a:spcAft>
                          <a:spcPts val="0"/>
                        </a:spcAft>
                        <a:buNone/>
                        <a:defRPr sz="1400" b="1" i="0" u="none" strike="noStrike" cap="none">
                          <a:solidFill>
                            <a:schemeClr val="lt1"/>
                          </a:solidFill>
                          <a:latin typeface="Rockwell"/>
                          <a:sym typeface="Arial"/>
                        </a:defRPr>
                      </a:lvl6pPr>
                      <a:lvl7pPr marR="0" algn="l" rtl="0">
                        <a:lnSpc>
                          <a:spcPct val="100000"/>
                        </a:lnSpc>
                        <a:spcBef>
                          <a:spcPts val="0"/>
                        </a:spcBef>
                        <a:spcAft>
                          <a:spcPts val="0"/>
                        </a:spcAft>
                        <a:buNone/>
                        <a:defRPr sz="1400" b="1" i="0" u="none" strike="noStrike" cap="none">
                          <a:solidFill>
                            <a:schemeClr val="lt1"/>
                          </a:solidFill>
                          <a:latin typeface="Rockwell"/>
                          <a:sym typeface="Arial"/>
                        </a:defRPr>
                      </a:lvl7pPr>
                      <a:lvl8pPr marR="0" algn="l" rtl="0">
                        <a:lnSpc>
                          <a:spcPct val="100000"/>
                        </a:lnSpc>
                        <a:spcBef>
                          <a:spcPts val="0"/>
                        </a:spcBef>
                        <a:spcAft>
                          <a:spcPts val="0"/>
                        </a:spcAft>
                        <a:buNone/>
                        <a:defRPr sz="1400" b="1" i="0" u="none" strike="noStrike" cap="none">
                          <a:solidFill>
                            <a:schemeClr val="lt1"/>
                          </a:solidFill>
                          <a:latin typeface="Rockwell"/>
                          <a:sym typeface="Arial"/>
                        </a:defRPr>
                      </a:lvl8pPr>
                      <a:lvl9pPr marR="0" algn="l" rtl="0">
                        <a:lnSpc>
                          <a:spcPct val="100000"/>
                        </a:lnSpc>
                        <a:spcBef>
                          <a:spcPts val="0"/>
                        </a:spcBef>
                        <a:spcAft>
                          <a:spcPts val="0"/>
                        </a:spcAft>
                        <a:buNone/>
                        <a:defRPr sz="1400" b="1" i="0" u="none" strike="noStrike" cap="none">
                          <a:solidFill>
                            <a:schemeClr val="lt1"/>
                          </a:solidFill>
                          <a:latin typeface="Rockwell"/>
                          <a:sym typeface="Arial"/>
                        </a:defRPr>
                      </a:lvl9pPr>
                    </a:lstStyle>
                    <a:p>
                      <a:pPr marL="0" marR="0">
                        <a:spcBef>
                          <a:spcPts val="0"/>
                        </a:spcBef>
                        <a:spcAft>
                          <a:spcPts val="0"/>
                        </a:spcAft>
                      </a:pPr>
                      <a:r>
                        <a:rPr lang="en-US" sz="1200">
                          <a:effectLst/>
                        </a:rPr>
                        <a:t>511.povray_r</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spcBef>
                          <a:spcPts val="0"/>
                        </a:spcBef>
                        <a:spcAft>
                          <a:spcPts val="0"/>
                        </a:spcAft>
                      </a:pPr>
                      <a:r>
                        <a:rPr lang="en-US" sz="1200">
                          <a:effectLst/>
                        </a:rPr>
                        <a:t> </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4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ctr">
                        <a:spcBef>
                          <a:spcPts val="0"/>
                        </a:spcBef>
                        <a:spcAft>
                          <a:spcPts val="0"/>
                        </a:spcAft>
                      </a:pPr>
                      <a:r>
                        <a:rPr lang="en-US" sz="1200">
                          <a:effectLst/>
                        </a:rPr>
                        <a:t>C++</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4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r">
                        <a:spcBef>
                          <a:spcPts val="0"/>
                        </a:spcBef>
                        <a:spcAft>
                          <a:spcPts val="0"/>
                        </a:spcAft>
                      </a:pPr>
                      <a:r>
                        <a:rPr lang="en-US" sz="1200">
                          <a:effectLst/>
                        </a:rPr>
                        <a:t>170</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4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spcBef>
                          <a:spcPts val="0"/>
                        </a:spcBef>
                        <a:spcAft>
                          <a:spcPts val="0"/>
                        </a:spcAft>
                      </a:pPr>
                      <a:r>
                        <a:rPr lang="en-US" sz="1200">
                          <a:effectLst/>
                        </a:rPr>
                        <a:t>Ray tracing</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40000"/>
                      </a:srgbClr>
                    </a:solidFill>
                  </a:tcPr>
                </a:tc>
                <a:extLst>
                  <a:ext uri="{0D108BD9-81ED-4DB2-BD59-A6C34878D82A}">
                    <a16:rowId xmlns:a16="http://schemas.microsoft.com/office/drawing/2014/main" xmlns="" val="10005"/>
                  </a:ext>
                </a:extLst>
              </a:tr>
              <a:tr h="280942">
                <a:tc>
                  <a:txBody>
                    <a:bodyPr/>
                    <a:lstStyle>
                      <a:lvl1pPr marR="0" algn="l" rtl="0">
                        <a:lnSpc>
                          <a:spcPct val="100000"/>
                        </a:lnSpc>
                        <a:spcBef>
                          <a:spcPts val="0"/>
                        </a:spcBef>
                        <a:spcAft>
                          <a:spcPts val="0"/>
                        </a:spcAft>
                        <a:buNone/>
                        <a:defRPr sz="1400" b="1" i="0" u="none" strike="noStrike" cap="none">
                          <a:solidFill>
                            <a:schemeClr val="lt1"/>
                          </a:solidFill>
                          <a:latin typeface="Rockwell"/>
                          <a:sym typeface="Arial"/>
                        </a:defRPr>
                      </a:lvl1pPr>
                      <a:lvl2pPr marR="0" algn="l" rtl="0">
                        <a:lnSpc>
                          <a:spcPct val="100000"/>
                        </a:lnSpc>
                        <a:spcBef>
                          <a:spcPts val="0"/>
                        </a:spcBef>
                        <a:spcAft>
                          <a:spcPts val="0"/>
                        </a:spcAft>
                        <a:buNone/>
                        <a:defRPr sz="1400" b="1" i="0" u="none" strike="noStrike" cap="none">
                          <a:solidFill>
                            <a:schemeClr val="lt1"/>
                          </a:solidFill>
                          <a:latin typeface="Rockwell"/>
                          <a:sym typeface="Arial"/>
                        </a:defRPr>
                      </a:lvl2pPr>
                      <a:lvl3pPr marR="0" algn="l" rtl="0">
                        <a:lnSpc>
                          <a:spcPct val="100000"/>
                        </a:lnSpc>
                        <a:spcBef>
                          <a:spcPts val="0"/>
                        </a:spcBef>
                        <a:spcAft>
                          <a:spcPts val="0"/>
                        </a:spcAft>
                        <a:buNone/>
                        <a:defRPr sz="1400" b="1" i="0" u="none" strike="noStrike" cap="none">
                          <a:solidFill>
                            <a:schemeClr val="lt1"/>
                          </a:solidFill>
                          <a:latin typeface="Rockwell"/>
                          <a:sym typeface="Arial"/>
                        </a:defRPr>
                      </a:lvl3pPr>
                      <a:lvl4pPr marR="0" algn="l" rtl="0">
                        <a:lnSpc>
                          <a:spcPct val="100000"/>
                        </a:lnSpc>
                        <a:spcBef>
                          <a:spcPts val="0"/>
                        </a:spcBef>
                        <a:spcAft>
                          <a:spcPts val="0"/>
                        </a:spcAft>
                        <a:buNone/>
                        <a:defRPr sz="1400" b="1" i="0" u="none" strike="noStrike" cap="none">
                          <a:solidFill>
                            <a:schemeClr val="lt1"/>
                          </a:solidFill>
                          <a:latin typeface="Rockwell"/>
                          <a:sym typeface="Arial"/>
                        </a:defRPr>
                      </a:lvl4pPr>
                      <a:lvl5pPr marR="0" algn="l" rtl="0">
                        <a:lnSpc>
                          <a:spcPct val="100000"/>
                        </a:lnSpc>
                        <a:spcBef>
                          <a:spcPts val="0"/>
                        </a:spcBef>
                        <a:spcAft>
                          <a:spcPts val="0"/>
                        </a:spcAft>
                        <a:buNone/>
                        <a:defRPr sz="1400" b="1" i="0" u="none" strike="noStrike" cap="none">
                          <a:solidFill>
                            <a:schemeClr val="lt1"/>
                          </a:solidFill>
                          <a:latin typeface="Rockwell"/>
                          <a:sym typeface="Arial"/>
                        </a:defRPr>
                      </a:lvl5pPr>
                      <a:lvl6pPr marR="0" algn="l" rtl="0">
                        <a:lnSpc>
                          <a:spcPct val="100000"/>
                        </a:lnSpc>
                        <a:spcBef>
                          <a:spcPts val="0"/>
                        </a:spcBef>
                        <a:spcAft>
                          <a:spcPts val="0"/>
                        </a:spcAft>
                        <a:buNone/>
                        <a:defRPr sz="1400" b="1" i="0" u="none" strike="noStrike" cap="none">
                          <a:solidFill>
                            <a:schemeClr val="lt1"/>
                          </a:solidFill>
                          <a:latin typeface="Rockwell"/>
                          <a:sym typeface="Arial"/>
                        </a:defRPr>
                      </a:lvl6pPr>
                      <a:lvl7pPr marR="0" algn="l" rtl="0">
                        <a:lnSpc>
                          <a:spcPct val="100000"/>
                        </a:lnSpc>
                        <a:spcBef>
                          <a:spcPts val="0"/>
                        </a:spcBef>
                        <a:spcAft>
                          <a:spcPts val="0"/>
                        </a:spcAft>
                        <a:buNone/>
                        <a:defRPr sz="1400" b="1" i="0" u="none" strike="noStrike" cap="none">
                          <a:solidFill>
                            <a:schemeClr val="lt1"/>
                          </a:solidFill>
                          <a:latin typeface="Rockwell"/>
                          <a:sym typeface="Arial"/>
                        </a:defRPr>
                      </a:lvl7pPr>
                      <a:lvl8pPr marR="0" algn="l" rtl="0">
                        <a:lnSpc>
                          <a:spcPct val="100000"/>
                        </a:lnSpc>
                        <a:spcBef>
                          <a:spcPts val="0"/>
                        </a:spcBef>
                        <a:spcAft>
                          <a:spcPts val="0"/>
                        </a:spcAft>
                        <a:buNone/>
                        <a:defRPr sz="1400" b="1" i="0" u="none" strike="noStrike" cap="none">
                          <a:solidFill>
                            <a:schemeClr val="lt1"/>
                          </a:solidFill>
                          <a:latin typeface="Rockwell"/>
                          <a:sym typeface="Arial"/>
                        </a:defRPr>
                      </a:lvl8pPr>
                      <a:lvl9pPr marR="0" algn="l" rtl="0">
                        <a:lnSpc>
                          <a:spcPct val="100000"/>
                        </a:lnSpc>
                        <a:spcBef>
                          <a:spcPts val="0"/>
                        </a:spcBef>
                        <a:spcAft>
                          <a:spcPts val="0"/>
                        </a:spcAft>
                        <a:buNone/>
                        <a:defRPr sz="1400" b="1" i="0" u="none" strike="noStrike" cap="none">
                          <a:solidFill>
                            <a:schemeClr val="lt1"/>
                          </a:solidFill>
                          <a:latin typeface="Rockwell"/>
                          <a:sym typeface="Arial"/>
                        </a:defRPr>
                      </a:lvl9pPr>
                    </a:lstStyle>
                    <a:p>
                      <a:pPr marL="0" marR="0">
                        <a:spcBef>
                          <a:spcPts val="0"/>
                        </a:spcBef>
                        <a:spcAft>
                          <a:spcPts val="0"/>
                        </a:spcAft>
                      </a:pPr>
                      <a:r>
                        <a:rPr lang="en-US" sz="1200">
                          <a:effectLst/>
                        </a:rPr>
                        <a:t>519.ibm_r</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spcBef>
                          <a:spcPts val="0"/>
                        </a:spcBef>
                        <a:spcAft>
                          <a:spcPts val="0"/>
                        </a:spcAft>
                      </a:pPr>
                      <a:r>
                        <a:rPr lang="en-US" sz="1200">
                          <a:effectLst/>
                        </a:rPr>
                        <a:t>619.ibm_s</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2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ctr">
                        <a:spcBef>
                          <a:spcPts val="0"/>
                        </a:spcBef>
                        <a:spcAft>
                          <a:spcPts val="0"/>
                        </a:spcAft>
                      </a:pPr>
                      <a:r>
                        <a:rPr lang="en-US" sz="1200">
                          <a:effectLst/>
                        </a:rPr>
                        <a:t>C</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2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r">
                        <a:spcBef>
                          <a:spcPts val="0"/>
                        </a:spcBef>
                        <a:spcAft>
                          <a:spcPts val="0"/>
                        </a:spcAft>
                      </a:pPr>
                      <a:r>
                        <a:rPr lang="en-US" sz="1200">
                          <a:effectLst/>
                        </a:rPr>
                        <a:t>1</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2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spcBef>
                          <a:spcPts val="0"/>
                        </a:spcBef>
                        <a:spcAft>
                          <a:spcPts val="0"/>
                        </a:spcAft>
                      </a:pPr>
                      <a:r>
                        <a:rPr lang="en-US" sz="1200">
                          <a:effectLst/>
                        </a:rPr>
                        <a:t>Fluid dynamics</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20000"/>
                      </a:srgbClr>
                    </a:solidFill>
                  </a:tcPr>
                </a:tc>
                <a:extLst>
                  <a:ext uri="{0D108BD9-81ED-4DB2-BD59-A6C34878D82A}">
                    <a16:rowId xmlns:a16="http://schemas.microsoft.com/office/drawing/2014/main" xmlns="" val="10006"/>
                  </a:ext>
                </a:extLst>
              </a:tr>
              <a:tr h="280942">
                <a:tc>
                  <a:txBody>
                    <a:bodyPr/>
                    <a:lstStyle>
                      <a:lvl1pPr marR="0" algn="l" rtl="0">
                        <a:lnSpc>
                          <a:spcPct val="100000"/>
                        </a:lnSpc>
                        <a:spcBef>
                          <a:spcPts val="0"/>
                        </a:spcBef>
                        <a:spcAft>
                          <a:spcPts val="0"/>
                        </a:spcAft>
                        <a:buNone/>
                        <a:defRPr sz="1400" b="1" i="0" u="none" strike="noStrike" cap="none">
                          <a:solidFill>
                            <a:schemeClr val="lt1"/>
                          </a:solidFill>
                          <a:latin typeface="Rockwell"/>
                          <a:sym typeface="Arial"/>
                        </a:defRPr>
                      </a:lvl1pPr>
                      <a:lvl2pPr marR="0" algn="l" rtl="0">
                        <a:lnSpc>
                          <a:spcPct val="100000"/>
                        </a:lnSpc>
                        <a:spcBef>
                          <a:spcPts val="0"/>
                        </a:spcBef>
                        <a:spcAft>
                          <a:spcPts val="0"/>
                        </a:spcAft>
                        <a:buNone/>
                        <a:defRPr sz="1400" b="1" i="0" u="none" strike="noStrike" cap="none">
                          <a:solidFill>
                            <a:schemeClr val="lt1"/>
                          </a:solidFill>
                          <a:latin typeface="Rockwell"/>
                          <a:sym typeface="Arial"/>
                        </a:defRPr>
                      </a:lvl2pPr>
                      <a:lvl3pPr marR="0" algn="l" rtl="0">
                        <a:lnSpc>
                          <a:spcPct val="100000"/>
                        </a:lnSpc>
                        <a:spcBef>
                          <a:spcPts val="0"/>
                        </a:spcBef>
                        <a:spcAft>
                          <a:spcPts val="0"/>
                        </a:spcAft>
                        <a:buNone/>
                        <a:defRPr sz="1400" b="1" i="0" u="none" strike="noStrike" cap="none">
                          <a:solidFill>
                            <a:schemeClr val="lt1"/>
                          </a:solidFill>
                          <a:latin typeface="Rockwell"/>
                          <a:sym typeface="Arial"/>
                        </a:defRPr>
                      </a:lvl3pPr>
                      <a:lvl4pPr marR="0" algn="l" rtl="0">
                        <a:lnSpc>
                          <a:spcPct val="100000"/>
                        </a:lnSpc>
                        <a:spcBef>
                          <a:spcPts val="0"/>
                        </a:spcBef>
                        <a:spcAft>
                          <a:spcPts val="0"/>
                        </a:spcAft>
                        <a:buNone/>
                        <a:defRPr sz="1400" b="1" i="0" u="none" strike="noStrike" cap="none">
                          <a:solidFill>
                            <a:schemeClr val="lt1"/>
                          </a:solidFill>
                          <a:latin typeface="Rockwell"/>
                          <a:sym typeface="Arial"/>
                        </a:defRPr>
                      </a:lvl4pPr>
                      <a:lvl5pPr marR="0" algn="l" rtl="0">
                        <a:lnSpc>
                          <a:spcPct val="100000"/>
                        </a:lnSpc>
                        <a:spcBef>
                          <a:spcPts val="0"/>
                        </a:spcBef>
                        <a:spcAft>
                          <a:spcPts val="0"/>
                        </a:spcAft>
                        <a:buNone/>
                        <a:defRPr sz="1400" b="1" i="0" u="none" strike="noStrike" cap="none">
                          <a:solidFill>
                            <a:schemeClr val="lt1"/>
                          </a:solidFill>
                          <a:latin typeface="Rockwell"/>
                          <a:sym typeface="Arial"/>
                        </a:defRPr>
                      </a:lvl5pPr>
                      <a:lvl6pPr marR="0" algn="l" rtl="0">
                        <a:lnSpc>
                          <a:spcPct val="100000"/>
                        </a:lnSpc>
                        <a:spcBef>
                          <a:spcPts val="0"/>
                        </a:spcBef>
                        <a:spcAft>
                          <a:spcPts val="0"/>
                        </a:spcAft>
                        <a:buNone/>
                        <a:defRPr sz="1400" b="1" i="0" u="none" strike="noStrike" cap="none">
                          <a:solidFill>
                            <a:schemeClr val="lt1"/>
                          </a:solidFill>
                          <a:latin typeface="Rockwell"/>
                          <a:sym typeface="Arial"/>
                        </a:defRPr>
                      </a:lvl6pPr>
                      <a:lvl7pPr marR="0" algn="l" rtl="0">
                        <a:lnSpc>
                          <a:spcPct val="100000"/>
                        </a:lnSpc>
                        <a:spcBef>
                          <a:spcPts val="0"/>
                        </a:spcBef>
                        <a:spcAft>
                          <a:spcPts val="0"/>
                        </a:spcAft>
                        <a:buNone/>
                        <a:defRPr sz="1400" b="1" i="0" u="none" strike="noStrike" cap="none">
                          <a:solidFill>
                            <a:schemeClr val="lt1"/>
                          </a:solidFill>
                          <a:latin typeface="Rockwell"/>
                          <a:sym typeface="Arial"/>
                        </a:defRPr>
                      </a:lvl7pPr>
                      <a:lvl8pPr marR="0" algn="l" rtl="0">
                        <a:lnSpc>
                          <a:spcPct val="100000"/>
                        </a:lnSpc>
                        <a:spcBef>
                          <a:spcPts val="0"/>
                        </a:spcBef>
                        <a:spcAft>
                          <a:spcPts val="0"/>
                        </a:spcAft>
                        <a:buNone/>
                        <a:defRPr sz="1400" b="1" i="0" u="none" strike="noStrike" cap="none">
                          <a:solidFill>
                            <a:schemeClr val="lt1"/>
                          </a:solidFill>
                          <a:latin typeface="Rockwell"/>
                          <a:sym typeface="Arial"/>
                        </a:defRPr>
                      </a:lvl8pPr>
                      <a:lvl9pPr marR="0" algn="l" rtl="0">
                        <a:lnSpc>
                          <a:spcPct val="100000"/>
                        </a:lnSpc>
                        <a:spcBef>
                          <a:spcPts val="0"/>
                        </a:spcBef>
                        <a:spcAft>
                          <a:spcPts val="0"/>
                        </a:spcAft>
                        <a:buNone/>
                        <a:defRPr sz="1400" b="1" i="0" u="none" strike="noStrike" cap="none">
                          <a:solidFill>
                            <a:schemeClr val="lt1"/>
                          </a:solidFill>
                          <a:latin typeface="Rockwell"/>
                          <a:sym typeface="Arial"/>
                        </a:defRPr>
                      </a:lvl9pPr>
                    </a:lstStyle>
                    <a:p>
                      <a:pPr marL="0" marR="0">
                        <a:spcBef>
                          <a:spcPts val="0"/>
                        </a:spcBef>
                        <a:spcAft>
                          <a:spcPts val="0"/>
                        </a:spcAft>
                      </a:pPr>
                      <a:r>
                        <a:rPr lang="en-US" sz="1200">
                          <a:effectLst/>
                        </a:rPr>
                        <a:t>521.wrf_r</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spcBef>
                          <a:spcPts val="0"/>
                        </a:spcBef>
                        <a:spcAft>
                          <a:spcPts val="0"/>
                        </a:spcAft>
                      </a:pPr>
                      <a:r>
                        <a:rPr lang="en-US" sz="1200">
                          <a:effectLst/>
                        </a:rPr>
                        <a:t>621.wrf_s</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4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ctr">
                        <a:spcBef>
                          <a:spcPts val="0"/>
                        </a:spcBef>
                        <a:spcAft>
                          <a:spcPts val="0"/>
                        </a:spcAft>
                      </a:pPr>
                      <a:r>
                        <a:rPr lang="en-US" sz="1200">
                          <a:effectLst/>
                        </a:rPr>
                        <a:t>Fortran, C</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4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r">
                        <a:spcBef>
                          <a:spcPts val="0"/>
                        </a:spcBef>
                        <a:spcAft>
                          <a:spcPts val="0"/>
                        </a:spcAft>
                      </a:pPr>
                      <a:r>
                        <a:rPr lang="en-US" sz="1200">
                          <a:effectLst/>
                        </a:rPr>
                        <a:t>991</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4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spcBef>
                          <a:spcPts val="0"/>
                        </a:spcBef>
                        <a:spcAft>
                          <a:spcPts val="0"/>
                        </a:spcAft>
                      </a:pPr>
                      <a:r>
                        <a:rPr lang="en-US" sz="1200">
                          <a:effectLst/>
                        </a:rPr>
                        <a:t>Weather forecasting</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40000"/>
                      </a:srgbClr>
                    </a:solidFill>
                  </a:tcPr>
                </a:tc>
                <a:extLst>
                  <a:ext uri="{0D108BD9-81ED-4DB2-BD59-A6C34878D82A}">
                    <a16:rowId xmlns:a16="http://schemas.microsoft.com/office/drawing/2014/main" xmlns="" val="10007"/>
                  </a:ext>
                </a:extLst>
              </a:tr>
              <a:tr h="280942">
                <a:tc>
                  <a:txBody>
                    <a:bodyPr/>
                    <a:lstStyle>
                      <a:lvl1pPr marR="0" algn="l" rtl="0">
                        <a:lnSpc>
                          <a:spcPct val="100000"/>
                        </a:lnSpc>
                        <a:spcBef>
                          <a:spcPts val="0"/>
                        </a:spcBef>
                        <a:spcAft>
                          <a:spcPts val="0"/>
                        </a:spcAft>
                        <a:buNone/>
                        <a:defRPr sz="1400" b="1" i="0" u="none" strike="noStrike" cap="none">
                          <a:solidFill>
                            <a:schemeClr val="lt1"/>
                          </a:solidFill>
                          <a:latin typeface="Rockwell"/>
                          <a:sym typeface="Arial"/>
                        </a:defRPr>
                      </a:lvl1pPr>
                      <a:lvl2pPr marR="0" algn="l" rtl="0">
                        <a:lnSpc>
                          <a:spcPct val="100000"/>
                        </a:lnSpc>
                        <a:spcBef>
                          <a:spcPts val="0"/>
                        </a:spcBef>
                        <a:spcAft>
                          <a:spcPts val="0"/>
                        </a:spcAft>
                        <a:buNone/>
                        <a:defRPr sz="1400" b="1" i="0" u="none" strike="noStrike" cap="none">
                          <a:solidFill>
                            <a:schemeClr val="lt1"/>
                          </a:solidFill>
                          <a:latin typeface="Rockwell"/>
                          <a:sym typeface="Arial"/>
                        </a:defRPr>
                      </a:lvl2pPr>
                      <a:lvl3pPr marR="0" algn="l" rtl="0">
                        <a:lnSpc>
                          <a:spcPct val="100000"/>
                        </a:lnSpc>
                        <a:spcBef>
                          <a:spcPts val="0"/>
                        </a:spcBef>
                        <a:spcAft>
                          <a:spcPts val="0"/>
                        </a:spcAft>
                        <a:buNone/>
                        <a:defRPr sz="1400" b="1" i="0" u="none" strike="noStrike" cap="none">
                          <a:solidFill>
                            <a:schemeClr val="lt1"/>
                          </a:solidFill>
                          <a:latin typeface="Rockwell"/>
                          <a:sym typeface="Arial"/>
                        </a:defRPr>
                      </a:lvl3pPr>
                      <a:lvl4pPr marR="0" algn="l" rtl="0">
                        <a:lnSpc>
                          <a:spcPct val="100000"/>
                        </a:lnSpc>
                        <a:spcBef>
                          <a:spcPts val="0"/>
                        </a:spcBef>
                        <a:spcAft>
                          <a:spcPts val="0"/>
                        </a:spcAft>
                        <a:buNone/>
                        <a:defRPr sz="1400" b="1" i="0" u="none" strike="noStrike" cap="none">
                          <a:solidFill>
                            <a:schemeClr val="lt1"/>
                          </a:solidFill>
                          <a:latin typeface="Rockwell"/>
                          <a:sym typeface="Arial"/>
                        </a:defRPr>
                      </a:lvl4pPr>
                      <a:lvl5pPr marR="0" algn="l" rtl="0">
                        <a:lnSpc>
                          <a:spcPct val="100000"/>
                        </a:lnSpc>
                        <a:spcBef>
                          <a:spcPts val="0"/>
                        </a:spcBef>
                        <a:spcAft>
                          <a:spcPts val="0"/>
                        </a:spcAft>
                        <a:buNone/>
                        <a:defRPr sz="1400" b="1" i="0" u="none" strike="noStrike" cap="none">
                          <a:solidFill>
                            <a:schemeClr val="lt1"/>
                          </a:solidFill>
                          <a:latin typeface="Rockwell"/>
                          <a:sym typeface="Arial"/>
                        </a:defRPr>
                      </a:lvl5pPr>
                      <a:lvl6pPr marR="0" algn="l" rtl="0">
                        <a:lnSpc>
                          <a:spcPct val="100000"/>
                        </a:lnSpc>
                        <a:spcBef>
                          <a:spcPts val="0"/>
                        </a:spcBef>
                        <a:spcAft>
                          <a:spcPts val="0"/>
                        </a:spcAft>
                        <a:buNone/>
                        <a:defRPr sz="1400" b="1" i="0" u="none" strike="noStrike" cap="none">
                          <a:solidFill>
                            <a:schemeClr val="lt1"/>
                          </a:solidFill>
                          <a:latin typeface="Rockwell"/>
                          <a:sym typeface="Arial"/>
                        </a:defRPr>
                      </a:lvl6pPr>
                      <a:lvl7pPr marR="0" algn="l" rtl="0">
                        <a:lnSpc>
                          <a:spcPct val="100000"/>
                        </a:lnSpc>
                        <a:spcBef>
                          <a:spcPts val="0"/>
                        </a:spcBef>
                        <a:spcAft>
                          <a:spcPts val="0"/>
                        </a:spcAft>
                        <a:buNone/>
                        <a:defRPr sz="1400" b="1" i="0" u="none" strike="noStrike" cap="none">
                          <a:solidFill>
                            <a:schemeClr val="lt1"/>
                          </a:solidFill>
                          <a:latin typeface="Rockwell"/>
                          <a:sym typeface="Arial"/>
                        </a:defRPr>
                      </a:lvl7pPr>
                      <a:lvl8pPr marR="0" algn="l" rtl="0">
                        <a:lnSpc>
                          <a:spcPct val="100000"/>
                        </a:lnSpc>
                        <a:spcBef>
                          <a:spcPts val="0"/>
                        </a:spcBef>
                        <a:spcAft>
                          <a:spcPts val="0"/>
                        </a:spcAft>
                        <a:buNone/>
                        <a:defRPr sz="1400" b="1" i="0" u="none" strike="noStrike" cap="none">
                          <a:solidFill>
                            <a:schemeClr val="lt1"/>
                          </a:solidFill>
                          <a:latin typeface="Rockwell"/>
                          <a:sym typeface="Arial"/>
                        </a:defRPr>
                      </a:lvl8pPr>
                      <a:lvl9pPr marR="0" algn="l" rtl="0">
                        <a:lnSpc>
                          <a:spcPct val="100000"/>
                        </a:lnSpc>
                        <a:spcBef>
                          <a:spcPts val="0"/>
                        </a:spcBef>
                        <a:spcAft>
                          <a:spcPts val="0"/>
                        </a:spcAft>
                        <a:buNone/>
                        <a:defRPr sz="1400" b="1" i="0" u="none" strike="noStrike" cap="none">
                          <a:solidFill>
                            <a:schemeClr val="lt1"/>
                          </a:solidFill>
                          <a:latin typeface="Rockwell"/>
                          <a:sym typeface="Arial"/>
                        </a:defRPr>
                      </a:lvl9pPr>
                    </a:lstStyle>
                    <a:p>
                      <a:pPr marL="0" marR="0">
                        <a:spcBef>
                          <a:spcPts val="0"/>
                        </a:spcBef>
                        <a:spcAft>
                          <a:spcPts val="0"/>
                        </a:spcAft>
                      </a:pPr>
                      <a:r>
                        <a:rPr lang="en-US" sz="1200">
                          <a:effectLst/>
                        </a:rPr>
                        <a:t>526.blender_r</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spcBef>
                          <a:spcPts val="0"/>
                        </a:spcBef>
                        <a:spcAft>
                          <a:spcPts val="0"/>
                        </a:spcAft>
                      </a:pPr>
                      <a:r>
                        <a:rPr lang="en-US" sz="1200">
                          <a:effectLst/>
                        </a:rPr>
                        <a:t> </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2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ctr">
                        <a:spcBef>
                          <a:spcPts val="0"/>
                        </a:spcBef>
                        <a:spcAft>
                          <a:spcPts val="0"/>
                        </a:spcAft>
                      </a:pPr>
                      <a:r>
                        <a:rPr lang="en-US" sz="1200">
                          <a:effectLst/>
                        </a:rPr>
                        <a:t>C++</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2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r">
                        <a:spcBef>
                          <a:spcPts val="0"/>
                        </a:spcBef>
                        <a:spcAft>
                          <a:spcPts val="0"/>
                        </a:spcAft>
                      </a:pPr>
                      <a:r>
                        <a:rPr lang="en-US" sz="1200">
                          <a:effectLst/>
                        </a:rPr>
                        <a:t>1577</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2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spcBef>
                          <a:spcPts val="0"/>
                        </a:spcBef>
                        <a:spcAft>
                          <a:spcPts val="0"/>
                        </a:spcAft>
                      </a:pPr>
                      <a:r>
                        <a:rPr lang="en-US" sz="1200">
                          <a:effectLst/>
                        </a:rPr>
                        <a:t>3D rendering and animation</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20000"/>
                      </a:srgbClr>
                    </a:solidFill>
                  </a:tcPr>
                </a:tc>
                <a:extLst>
                  <a:ext uri="{0D108BD9-81ED-4DB2-BD59-A6C34878D82A}">
                    <a16:rowId xmlns:a16="http://schemas.microsoft.com/office/drawing/2014/main" xmlns="" val="10008"/>
                  </a:ext>
                </a:extLst>
              </a:tr>
              <a:tr h="280942">
                <a:tc>
                  <a:txBody>
                    <a:bodyPr/>
                    <a:lstStyle>
                      <a:lvl1pPr marR="0" algn="l" rtl="0">
                        <a:lnSpc>
                          <a:spcPct val="100000"/>
                        </a:lnSpc>
                        <a:spcBef>
                          <a:spcPts val="0"/>
                        </a:spcBef>
                        <a:spcAft>
                          <a:spcPts val="0"/>
                        </a:spcAft>
                        <a:buNone/>
                        <a:defRPr sz="1400" b="1" i="0" u="none" strike="noStrike" cap="none">
                          <a:solidFill>
                            <a:schemeClr val="lt1"/>
                          </a:solidFill>
                          <a:latin typeface="Rockwell"/>
                          <a:sym typeface="Arial"/>
                        </a:defRPr>
                      </a:lvl1pPr>
                      <a:lvl2pPr marR="0" algn="l" rtl="0">
                        <a:lnSpc>
                          <a:spcPct val="100000"/>
                        </a:lnSpc>
                        <a:spcBef>
                          <a:spcPts val="0"/>
                        </a:spcBef>
                        <a:spcAft>
                          <a:spcPts val="0"/>
                        </a:spcAft>
                        <a:buNone/>
                        <a:defRPr sz="1400" b="1" i="0" u="none" strike="noStrike" cap="none">
                          <a:solidFill>
                            <a:schemeClr val="lt1"/>
                          </a:solidFill>
                          <a:latin typeface="Rockwell"/>
                          <a:sym typeface="Arial"/>
                        </a:defRPr>
                      </a:lvl2pPr>
                      <a:lvl3pPr marR="0" algn="l" rtl="0">
                        <a:lnSpc>
                          <a:spcPct val="100000"/>
                        </a:lnSpc>
                        <a:spcBef>
                          <a:spcPts val="0"/>
                        </a:spcBef>
                        <a:spcAft>
                          <a:spcPts val="0"/>
                        </a:spcAft>
                        <a:buNone/>
                        <a:defRPr sz="1400" b="1" i="0" u="none" strike="noStrike" cap="none">
                          <a:solidFill>
                            <a:schemeClr val="lt1"/>
                          </a:solidFill>
                          <a:latin typeface="Rockwell"/>
                          <a:sym typeface="Arial"/>
                        </a:defRPr>
                      </a:lvl3pPr>
                      <a:lvl4pPr marR="0" algn="l" rtl="0">
                        <a:lnSpc>
                          <a:spcPct val="100000"/>
                        </a:lnSpc>
                        <a:spcBef>
                          <a:spcPts val="0"/>
                        </a:spcBef>
                        <a:spcAft>
                          <a:spcPts val="0"/>
                        </a:spcAft>
                        <a:buNone/>
                        <a:defRPr sz="1400" b="1" i="0" u="none" strike="noStrike" cap="none">
                          <a:solidFill>
                            <a:schemeClr val="lt1"/>
                          </a:solidFill>
                          <a:latin typeface="Rockwell"/>
                          <a:sym typeface="Arial"/>
                        </a:defRPr>
                      </a:lvl4pPr>
                      <a:lvl5pPr marR="0" algn="l" rtl="0">
                        <a:lnSpc>
                          <a:spcPct val="100000"/>
                        </a:lnSpc>
                        <a:spcBef>
                          <a:spcPts val="0"/>
                        </a:spcBef>
                        <a:spcAft>
                          <a:spcPts val="0"/>
                        </a:spcAft>
                        <a:buNone/>
                        <a:defRPr sz="1400" b="1" i="0" u="none" strike="noStrike" cap="none">
                          <a:solidFill>
                            <a:schemeClr val="lt1"/>
                          </a:solidFill>
                          <a:latin typeface="Rockwell"/>
                          <a:sym typeface="Arial"/>
                        </a:defRPr>
                      </a:lvl5pPr>
                      <a:lvl6pPr marR="0" algn="l" rtl="0">
                        <a:lnSpc>
                          <a:spcPct val="100000"/>
                        </a:lnSpc>
                        <a:spcBef>
                          <a:spcPts val="0"/>
                        </a:spcBef>
                        <a:spcAft>
                          <a:spcPts val="0"/>
                        </a:spcAft>
                        <a:buNone/>
                        <a:defRPr sz="1400" b="1" i="0" u="none" strike="noStrike" cap="none">
                          <a:solidFill>
                            <a:schemeClr val="lt1"/>
                          </a:solidFill>
                          <a:latin typeface="Rockwell"/>
                          <a:sym typeface="Arial"/>
                        </a:defRPr>
                      </a:lvl6pPr>
                      <a:lvl7pPr marR="0" algn="l" rtl="0">
                        <a:lnSpc>
                          <a:spcPct val="100000"/>
                        </a:lnSpc>
                        <a:spcBef>
                          <a:spcPts val="0"/>
                        </a:spcBef>
                        <a:spcAft>
                          <a:spcPts val="0"/>
                        </a:spcAft>
                        <a:buNone/>
                        <a:defRPr sz="1400" b="1" i="0" u="none" strike="noStrike" cap="none">
                          <a:solidFill>
                            <a:schemeClr val="lt1"/>
                          </a:solidFill>
                          <a:latin typeface="Rockwell"/>
                          <a:sym typeface="Arial"/>
                        </a:defRPr>
                      </a:lvl7pPr>
                      <a:lvl8pPr marR="0" algn="l" rtl="0">
                        <a:lnSpc>
                          <a:spcPct val="100000"/>
                        </a:lnSpc>
                        <a:spcBef>
                          <a:spcPts val="0"/>
                        </a:spcBef>
                        <a:spcAft>
                          <a:spcPts val="0"/>
                        </a:spcAft>
                        <a:buNone/>
                        <a:defRPr sz="1400" b="1" i="0" u="none" strike="noStrike" cap="none">
                          <a:solidFill>
                            <a:schemeClr val="lt1"/>
                          </a:solidFill>
                          <a:latin typeface="Rockwell"/>
                          <a:sym typeface="Arial"/>
                        </a:defRPr>
                      </a:lvl8pPr>
                      <a:lvl9pPr marR="0" algn="l" rtl="0">
                        <a:lnSpc>
                          <a:spcPct val="100000"/>
                        </a:lnSpc>
                        <a:spcBef>
                          <a:spcPts val="0"/>
                        </a:spcBef>
                        <a:spcAft>
                          <a:spcPts val="0"/>
                        </a:spcAft>
                        <a:buNone/>
                        <a:defRPr sz="1400" b="1" i="0" u="none" strike="noStrike" cap="none">
                          <a:solidFill>
                            <a:schemeClr val="lt1"/>
                          </a:solidFill>
                          <a:latin typeface="Rockwell"/>
                          <a:sym typeface="Arial"/>
                        </a:defRPr>
                      </a:lvl9pPr>
                    </a:lstStyle>
                    <a:p>
                      <a:pPr marL="0" marR="0">
                        <a:spcBef>
                          <a:spcPts val="0"/>
                        </a:spcBef>
                        <a:spcAft>
                          <a:spcPts val="0"/>
                        </a:spcAft>
                      </a:pPr>
                      <a:r>
                        <a:rPr lang="en-US" sz="1200">
                          <a:effectLst/>
                        </a:rPr>
                        <a:t>527.cam4_r</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spcBef>
                          <a:spcPts val="0"/>
                        </a:spcBef>
                        <a:spcAft>
                          <a:spcPts val="0"/>
                        </a:spcAft>
                      </a:pPr>
                      <a:r>
                        <a:rPr lang="en-US" sz="1200">
                          <a:effectLst/>
                        </a:rPr>
                        <a:t>627.cam4_s</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4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ctr">
                        <a:spcBef>
                          <a:spcPts val="0"/>
                        </a:spcBef>
                        <a:spcAft>
                          <a:spcPts val="0"/>
                        </a:spcAft>
                      </a:pPr>
                      <a:r>
                        <a:rPr lang="en-US" sz="1200">
                          <a:effectLst/>
                        </a:rPr>
                        <a:t>Fortran, C</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4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r">
                        <a:spcBef>
                          <a:spcPts val="0"/>
                        </a:spcBef>
                        <a:spcAft>
                          <a:spcPts val="0"/>
                        </a:spcAft>
                      </a:pPr>
                      <a:r>
                        <a:rPr lang="en-US" sz="1200">
                          <a:effectLst/>
                        </a:rPr>
                        <a:t>407</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4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spcBef>
                          <a:spcPts val="0"/>
                        </a:spcBef>
                        <a:spcAft>
                          <a:spcPts val="0"/>
                        </a:spcAft>
                      </a:pPr>
                      <a:r>
                        <a:rPr lang="en-US" sz="1200">
                          <a:effectLst/>
                        </a:rPr>
                        <a:t>Atmosphere modeling</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40000"/>
                      </a:srgbClr>
                    </a:solidFill>
                  </a:tcPr>
                </a:tc>
                <a:extLst>
                  <a:ext uri="{0D108BD9-81ED-4DB2-BD59-A6C34878D82A}">
                    <a16:rowId xmlns:a16="http://schemas.microsoft.com/office/drawing/2014/main" xmlns="" val="10009"/>
                  </a:ext>
                </a:extLst>
              </a:tr>
              <a:tr h="561885">
                <a:tc>
                  <a:txBody>
                    <a:bodyPr/>
                    <a:lstStyle>
                      <a:lvl1pPr marR="0" algn="l" rtl="0">
                        <a:lnSpc>
                          <a:spcPct val="100000"/>
                        </a:lnSpc>
                        <a:spcBef>
                          <a:spcPts val="0"/>
                        </a:spcBef>
                        <a:spcAft>
                          <a:spcPts val="0"/>
                        </a:spcAft>
                        <a:buNone/>
                        <a:defRPr sz="1400" b="1" i="0" u="none" strike="noStrike" cap="none">
                          <a:solidFill>
                            <a:schemeClr val="lt1"/>
                          </a:solidFill>
                          <a:latin typeface="Rockwell"/>
                          <a:sym typeface="Arial"/>
                        </a:defRPr>
                      </a:lvl1pPr>
                      <a:lvl2pPr marR="0" algn="l" rtl="0">
                        <a:lnSpc>
                          <a:spcPct val="100000"/>
                        </a:lnSpc>
                        <a:spcBef>
                          <a:spcPts val="0"/>
                        </a:spcBef>
                        <a:spcAft>
                          <a:spcPts val="0"/>
                        </a:spcAft>
                        <a:buNone/>
                        <a:defRPr sz="1400" b="1" i="0" u="none" strike="noStrike" cap="none">
                          <a:solidFill>
                            <a:schemeClr val="lt1"/>
                          </a:solidFill>
                          <a:latin typeface="Rockwell"/>
                          <a:sym typeface="Arial"/>
                        </a:defRPr>
                      </a:lvl2pPr>
                      <a:lvl3pPr marR="0" algn="l" rtl="0">
                        <a:lnSpc>
                          <a:spcPct val="100000"/>
                        </a:lnSpc>
                        <a:spcBef>
                          <a:spcPts val="0"/>
                        </a:spcBef>
                        <a:spcAft>
                          <a:spcPts val="0"/>
                        </a:spcAft>
                        <a:buNone/>
                        <a:defRPr sz="1400" b="1" i="0" u="none" strike="noStrike" cap="none">
                          <a:solidFill>
                            <a:schemeClr val="lt1"/>
                          </a:solidFill>
                          <a:latin typeface="Rockwell"/>
                          <a:sym typeface="Arial"/>
                        </a:defRPr>
                      </a:lvl3pPr>
                      <a:lvl4pPr marR="0" algn="l" rtl="0">
                        <a:lnSpc>
                          <a:spcPct val="100000"/>
                        </a:lnSpc>
                        <a:spcBef>
                          <a:spcPts val="0"/>
                        </a:spcBef>
                        <a:spcAft>
                          <a:spcPts val="0"/>
                        </a:spcAft>
                        <a:buNone/>
                        <a:defRPr sz="1400" b="1" i="0" u="none" strike="noStrike" cap="none">
                          <a:solidFill>
                            <a:schemeClr val="lt1"/>
                          </a:solidFill>
                          <a:latin typeface="Rockwell"/>
                          <a:sym typeface="Arial"/>
                        </a:defRPr>
                      </a:lvl4pPr>
                      <a:lvl5pPr marR="0" algn="l" rtl="0">
                        <a:lnSpc>
                          <a:spcPct val="100000"/>
                        </a:lnSpc>
                        <a:spcBef>
                          <a:spcPts val="0"/>
                        </a:spcBef>
                        <a:spcAft>
                          <a:spcPts val="0"/>
                        </a:spcAft>
                        <a:buNone/>
                        <a:defRPr sz="1400" b="1" i="0" u="none" strike="noStrike" cap="none">
                          <a:solidFill>
                            <a:schemeClr val="lt1"/>
                          </a:solidFill>
                          <a:latin typeface="Rockwell"/>
                          <a:sym typeface="Arial"/>
                        </a:defRPr>
                      </a:lvl5pPr>
                      <a:lvl6pPr marR="0" algn="l" rtl="0">
                        <a:lnSpc>
                          <a:spcPct val="100000"/>
                        </a:lnSpc>
                        <a:spcBef>
                          <a:spcPts val="0"/>
                        </a:spcBef>
                        <a:spcAft>
                          <a:spcPts val="0"/>
                        </a:spcAft>
                        <a:buNone/>
                        <a:defRPr sz="1400" b="1" i="0" u="none" strike="noStrike" cap="none">
                          <a:solidFill>
                            <a:schemeClr val="lt1"/>
                          </a:solidFill>
                          <a:latin typeface="Rockwell"/>
                          <a:sym typeface="Arial"/>
                        </a:defRPr>
                      </a:lvl6pPr>
                      <a:lvl7pPr marR="0" algn="l" rtl="0">
                        <a:lnSpc>
                          <a:spcPct val="100000"/>
                        </a:lnSpc>
                        <a:spcBef>
                          <a:spcPts val="0"/>
                        </a:spcBef>
                        <a:spcAft>
                          <a:spcPts val="0"/>
                        </a:spcAft>
                        <a:buNone/>
                        <a:defRPr sz="1400" b="1" i="0" u="none" strike="noStrike" cap="none">
                          <a:solidFill>
                            <a:schemeClr val="lt1"/>
                          </a:solidFill>
                          <a:latin typeface="Rockwell"/>
                          <a:sym typeface="Arial"/>
                        </a:defRPr>
                      </a:lvl7pPr>
                      <a:lvl8pPr marR="0" algn="l" rtl="0">
                        <a:lnSpc>
                          <a:spcPct val="100000"/>
                        </a:lnSpc>
                        <a:spcBef>
                          <a:spcPts val="0"/>
                        </a:spcBef>
                        <a:spcAft>
                          <a:spcPts val="0"/>
                        </a:spcAft>
                        <a:buNone/>
                        <a:defRPr sz="1400" b="1" i="0" u="none" strike="noStrike" cap="none">
                          <a:solidFill>
                            <a:schemeClr val="lt1"/>
                          </a:solidFill>
                          <a:latin typeface="Rockwell"/>
                          <a:sym typeface="Arial"/>
                        </a:defRPr>
                      </a:lvl8pPr>
                      <a:lvl9pPr marR="0" algn="l" rtl="0">
                        <a:lnSpc>
                          <a:spcPct val="100000"/>
                        </a:lnSpc>
                        <a:spcBef>
                          <a:spcPts val="0"/>
                        </a:spcBef>
                        <a:spcAft>
                          <a:spcPts val="0"/>
                        </a:spcAft>
                        <a:buNone/>
                        <a:defRPr sz="1400" b="1" i="0" u="none" strike="noStrike" cap="none">
                          <a:solidFill>
                            <a:schemeClr val="lt1"/>
                          </a:solidFill>
                          <a:latin typeface="Rockwell"/>
                          <a:sym typeface="Arial"/>
                        </a:defRPr>
                      </a:lvl9pPr>
                    </a:lstStyle>
                    <a:p>
                      <a:pPr marL="0" marR="0">
                        <a:spcBef>
                          <a:spcPts val="0"/>
                        </a:spcBef>
                        <a:spcAft>
                          <a:spcPts val="0"/>
                        </a:spcAft>
                      </a:pPr>
                      <a:r>
                        <a:rPr lang="en-US" sz="1200">
                          <a:effectLst/>
                        </a:rPr>
                        <a:t> </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spcBef>
                          <a:spcPts val="0"/>
                        </a:spcBef>
                        <a:spcAft>
                          <a:spcPts val="0"/>
                        </a:spcAft>
                      </a:pPr>
                      <a:r>
                        <a:rPr lang="en-US" sz="1200">
                          <a:effectLst/>
                        </a:rPr>
                        <a:t>628.pop2_s</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2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ctr">
                        <a:spcBef>
                          <a:spcPts val="0"/>
                        </a:spcBef>
                        <a:spcAft>
                          <a:spcPts val="0"/>
                        </a:spcAft>
                      </a:pPr>
                      <a:r>
                        <a:rPr lang="en-US" sz="1200">
                          <a:effectLst/>
                        </a:rPr>
                        <a:t>Fortran, C</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2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r">
                        <a:spcBef>
                          <a:spcPts val="0"/>
                        </a:spcBef>
                        <a:spcAft>
                          <a:spcPts val="0"/>
                        </a:spcAft>
                      </a:pPr>
                      <a:r>
                        <a:rPr lang="en-US" sz="1200">
                          <a:effectLst/>
                        </a:rPr>
                        <a:t>338</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2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spcBef>
                          <a:spcPts val="0"/>
                        </a:spcBef>
                        <a:spcAft>
                          <a:spcPts val="0"/>
                        </a:spcAft>
                      </a:pPr>
                      <a:r>
                        <a:rPr lang="en-US" sz="1200">
                          <a:effectLst/>
                        </a:rPr>
                        <a:t>Wide-scale ocean modeling (climate level)</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20000"/>
                      </a:srgbClr>
                    </a:solidFill>
                  </a:tcPr>
                </a:tc>
                <a:extLst>
                  <a:ext uri="{0D108BD9-81ED-4DB2-BD59-A6C34878D82A}">
                    <a16:rowId xmlns:a16="http://schemas.microsoft.com/office/drawing/2014/main" xmlns="" val="10010"/>
                  </a:ext>
                </a:extLst>
              </a:tr>
              <a:tr h="280942">
                <a:tc>
                  <a:txBody>
                    <a:bodyPr/>
                    <a:lstStyle>
                      <a:lvl1pPr marR="0" algn="l" rtl="0">
                        <a:lnSpc>
                          <a:spcPct val="100000"/>
                        </a:lnSpc>
                        <a:spcBef>
                          <a:spcPts val="0"/>
                        </a:spcBef>
                        <a:spcAft>
                          <a:spcPts val="0"/>
                        </a:spcAft>
                        <a:buNone/>
                        <a:defRPr sz="1400" b="1" i="0" u="none" strike="noStrike" cap="none">
                          <a:solidFill>
                            <a:schemeClr val="lt1"/>
                          </a:solidFill>
                          <a:latin typeface="Rockwell"/>
                          <a:sym typeface="Arial"/>
                        </a:defRPr>
                      </a:lvl1pPr>
                      <a:lvl2pPr marR="0" algn="l" rtl="0">
                        <a:lnSpc>
                          <a:spcPct val="100000"/>
                        </a:lnSpc>
                        <a:spcBef>
                          <a:spcPts val="0"/>
                        </a:spcBef>
                        <a:spcAft>
                          <a:spcPts val="0"/>
                        </a:spcAft>
                        <a:buNone/>
                        <a:defRPr sz="1400" b="1" i="0" u="none" strike="noStrike" cap="none">
                          <a:solidFill>
                            <a:schemeClr val="lt1"/>
                          </a:solidFill>
                          <a:latin typeface="Rockwell"/>
                          <a:sym typeface="Arial"/>
                        </a:defRPr>
                      </a:lvl2pPr>
                      <a:lvl3pPr marR="0" algn="l" rtl="0">
                        <a:lnSpc>
                          <a:spcPct val="100000"/>
                        </a:lnSpc>
                        <a:spcBef>
                          <a:spcPts val="0"/>
                        </a:spcBef>
                        <a:spcAft>
                          <a:spcPts val="0"/>
                        </a:spcAft>
                        <a:buNone/>
                        <a:defRPr sz="1400" b="1" i="0" u="none" strike="noStrike" cap="none">
                          <a:solidFill>
                            <a:schemeClr val="lt1"/>
                          </a:solidFill>
                          <a:latin typeface="Rockwell"/>
                          <a:sym typeface="Arial"/>
                        </a:defRPr>
                      </a:lvl3pPr>
                      <a:lvl4pPr marR="0" algn="l" rtl="0">
                        <a:lnSpc>
                          <a:spcPct val="100000"/>
                        </a:lnSpc>
                        <a:spcBef>
                          <a:spcPts val="0"/>
                        </a:spcBef>
                        <a:spcAft>
                          <a:spcPts val="0"/>
                        </a:spcAft>
                        <a:buNone/>
                        <a:defRPr sz="1400" b="1" i="0" u="none" strike="noStrike" cap="none">
                          <a:solidFill>
                            <a:schemeClr val="lt1"/>
                          </a:solidFill>
                          <a:latin typeface="Rockwell"/>
                          <a:sym typeface="Arial"/>
                        </a:defRPr>
                      </a:lvl4pPr>
                      <a:lvl5pPr marR="0" algn="l" rtl="0">
                        <a:lnSpc>
                          <a:spcPct val="100000"/>
                        </a:lnSpc>
                        <a:spcBef>
                          <a:spcPts val="0"/>
                        </a:spcBef>
                        <a:spcAft>
                          <a:spcPts val="0"/>
                        </a:spcAft>
                        <a:buNone/>
                        <a:defRPr sz="1400" b="1" i="0" u="none" strike="noStrike" cap="none">
                          <a:solidFill>
                            <a:schemeClr val="lt1"/>
                          </a:solidFill>
                          <a:latin typeface="Rockwell"/>
                          <a:sym typeface="Arial"/>
                        </a:defRPr>
                      </a:lvl5pPr>
                      <a:lvl6pPr marR="0" algn="l" rtl="0">
                        <a:lnSpc>
                          <a:spcPct val="100000"/>
                        </a:lnSpc>
                        <a:spcBef>
                          <a:spcPts val="0"/>
                        </a:spcBef>
                        <a:spcAft>
                          <a:spcPts val="0"/>
                        </a:spcAft>
                        <a:buNone/>
                        <a:defRPr sz="1400" b="1" i="0" u="none" strike="noStrike" cap="none">
                          <a:solidFill>
                            <a:schemeClr val="lt1"/>
                          </a:solidFill>
                          <a:latin typeface="Rockwell"/>
                          <a:sym typeface="Arial"/>
                        </a:defRPr>
                      </a:lvl6pPr>
                      <a:lvl7pPr marR="0" algn="l" rtl="0">
                        <a:lnSpc>
                          <a:spcPct val="100000"/>
                        </a:lnSpc>
                        <a:spcBef>
                          <a:spcPts val="0"/>
                        </a:spcBef>
                        <a:spcAft>
                          <a:spcPts val="0"/>
                        </a:spcAft>
                        <a:buNone/>
                        <a:defRPr sz="1400" b="1" i="0" u="none" strike="noStrike" cap="none">
                          <a:solidFill>
                            <a:schemeClr val="lt1"/>
                          </a:solidFill>
                          <a:latin typeface="Rockwell"/>
                          <a:sym typeface="Arial"/>
                        </a:defRPr>
                      </a:lvl7pPr>
                      <a:lvl8pPr marR="0" algn="l" rtl="0">
                        <a:lnSpc>
                          <a:spcPct val="100000"/>
                        </a:lnSpc>
                        <a:spcBef>
                          <a:spcPts val="0"/>
                        </a:spcBef>
                        <a:spcAft>
                          <a:spcPts val="0"/>
                        </a:spcAft>
                        <a:buNone/>
                        <a:defRPr sz="1400" b="1" i="0" u="none" strike="noStrike" cap="none">
                          <a:solidFill>
                            <a:schemeClr val="lt1"/>
                          </a:solidFill>
                          <a:latin typeface="Rockwell"/>
                          <a:sym typeface="Arial"/>
                        </a:defRPr>
                      </a:lvl8pPr>
                      <a:lvl9pPr marR="0" algn="l" rtl="0">
                        <a:lnSpc>
                          <a:spcPct val="100000"/>
                        </a:lnSpc>
                        <a:spcBef>
                          <a:spcPts val="0"/>
                        </a:spcBef>
                        <a:spcAft>
                          <a:spcPts val="0"/>
                        </a:spcAft>
                        <a:buNone/>
                        <a:defRPr sz="1400" b="1" i="0" u="none" strike="noStrike" cap="none">
                          <a:solidFill>
                            <a:schemeClr val="lt1"/>
                          </a:solidFill>
                          <a:latin typeface="Rockwell"/>
                          <a:sym typeface="Arial"/>
                        </a:defRPr>
                      </a:lvl9pPr>
                    </a:lstStyle>
                    <a:p>
                      <a:pPr marL="0" marR="0">
                        <a:spcBef>
                          <a:spcPts val="0"/>
                        </a:spcBef>
                        <a:spcAft>
                          <a:spcPts val="0"/>
                        </a:spcAft>
                      </a:pPr>
                      <a:r>
                        <a:rPr lang="en-US" sz="1200">
                          <a:effectLst/>
                        </a:rPr>
                        <a:t>538.imagick_r</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spcBef>
                          <a:spcPts val="0"/>
                        </a:spcBef>
                        <a:spcAft>
                          <a:spcPts val="0"/>
                        </a:spcAft>
                      </a:pPr>
                      <a:r>
                        <a:rPr lang="en-US" sz="1200">
                          <a:effectLst/>
                        </a:rPr>
                        <a:t>638.imagick_s</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4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ctr">
                        <a:spcBef>
                          <a:spcPts val="0"/>
                        </a:spcBef>
                        <a:spcAft>
                          <a:spcPts val="0"/>
                        </a:spcAft>
                      </a:pPr>
                      <a:r>
                        <a:rPr lang="en-US" sz="1200">
                          <a:effectLst/>
                        </a:rPr>
                        <a:t>C</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4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r">
                        <a:spcBef>
                          <a:spcPts val="0"/>
                        </a:spcBef>
                        <a:spcAft>
                          <a:spcPts val="0"/>
                        </a:spcAft>
                      </a:pPr>
                      <a:r>
                        <a:rPr lang="en-US" sz="1200">
                          <a:effectLst/>
                        </a:rPr>
                        <a:t>259</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4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spcBef>
                          <a:spcPts val="0"/>
                        </a:spcBef>
                        <a:spcAft>
                          <a:spcPts val="0"/>
                        </a:spcAft>
                      </a:pPr>
                      <a:r>
                        <a:rPr lang="en-US" sz="1200">
                          <a:effectLst/>
                        </a:rPr>
                        <a:t>Image manipulation</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40000"/>
                      </a:srgbClr>
                    </a:solidFill>
                  </a:tcPr>
                </a:tc>
                <a:extLst>
                  <a:ext uri="{0D108BD9-81ED-4DB2-BD59-A6C34878D82A}">
                    <a16:rowId xmlns:a16="http://schemas.microsoft.com/office/drawing/2014/main" xmlns="" val="10011"/>
                  </a:ext>
                </a:extLst>
              </a:tr>
              <a:tr h="280942">
                <a:tc>
                  <a:txBody>
                    <a:bodyPr/>
                    <a:lstStyle>
                      <a:lvl1pPr marR="0" algn="l" rtl="0">
                        <a:lnSpc>
                          <a:spcPct val="100000"/>
                        </a:lnSpc>
                        <a:spcBef>
                          <a:spcPts val="0"/>
                        </a:spcBef>
                        <a:spcAft>
                          <a:spcPts val="0"/>
                        </a:spcAft>
                        <a:buNone/>
                        <a:defRPr sz="1400" b="1" i="0" u="none" strike="noStrike" cap="none">
                          <a:solidFill>
                            <a:schemeClr val="lt1"/>
                          </a:solidFill>
                          <a:latin typeface="Rockwell"/>
                          <a:sym typeface="Arial"/>
                        </a:defRPr>
                      </a:lvl1pPr>
                      <a:lvl2pPr marR="0" algn="l" rtl="0">
                        <a:lnSpc>
                          <a:spcPct val="100000"/>
                        </a:lnSpc>
                        <a:spcBef>
                          <a:spcPts val="0"/>
                        </a:spcBef>
                        <a:spcAft>
                          <a:spcPts val="0"/>
                        </a:spcAft>
                        <a:buNone/>
                        <a:defRPr sz="1400" b="1" i="0" u="none" strike="noStrike" cap="none">
                          <a:solidFill>
                            <a:schemeClr val="lt1"/>
                          </a:solidFill>
                          <a:latin typeface="Rockwell"/>
                          <a:sym typeface="Arial"/>
                        </a:defRPr>
                      </a:lvl2pPr>
                      <a:lvl3pPr marR="0" algn="l" rtl="0">
                        <a:lnSpc>
                          <a:spcPct val="100000"/>
                        </a:lnSpc>
                        <a:spcBef>
                          <a:spcPts val="0"/>
                        </a:spcBef>
                        <a:spcAft>
                          <a:spcPts val="0"/>
                        </a:spcAft>
                        <a:buNone/>
                        <a:defRPr sz="1400" b="1" i="0" u="none" strike="noStrike" cap="none">
                          <a:solidFill>
                            <a:schemeClr val="lt1"/>
                          </a:solidFill>
                          <a:latin typeface="Rockwell"/>
                          <a:sym typeface="Arial"/>
                        </a:defRPr>
                      </a:lvl3pPr>
                      <a:lvl4pPr marR="0" algn="l" rtl="0">
                        <a:lnSpc>
                          <a:spcPct val="100000"/>
                        </a:lnSpc>
                        <a:spcBef>
                          <a:spcPts val="0"/>
                        </a:spcBef>
                        <a:spcAft>
                          <a:spcPts val="0"/>
                        </a:spcAft>
                        <a:buNone/>
                        <a:defRPr sz="1400" b="1" i="0" u="none" strike="noStrike" cap="none">
                          <a:solidFill>
                            <a:schemeClr val="lt1"/>
                          </a:solidFill>
                          <a:latin typeface="Rockwell"/>
                          <a:sym typeface="Arial"/>
                        </a:defRPr>
                      </a:lvl4pPr>
                      <a:lvl5pPr marR="0" algn="l" rtl="0">
                        <a:lnSpc>
                          <a:spcPct val="100000"/>
                        </a:lnSpc>
                        <a:spcBef>
                          <a:spcPts val="0"/>
                        </a:spcBef>
                        <a:spcAft>
                          <a:spcPts val="0"/>
                        </a:spcAft>
                        <a:buNone/>
                        <a:defRPr sz="1400" b="1" i="0" u="none" strike="noStrike" cap="none">
                          <a:solidFill>
                            <a:schemeClr val="lt1"/>
                          </a:solidFill>
                          <a:latin typeface="Rockwell"/>
                          <a:sym typeface="Arial"/>
                        </a:defRPr>
                      </a:lvl5pPr>
                      <a:lvl6pPr marR="0" algn="l" rtl="0">
                        <a:lnSpc>
                          <a:spcPct val="100000"/>
                        </a:lnSpc>
                        <a:spcBef>
                          <a:spcPts val="0"/>
                        </a:spcBef>
                        <a:spcAft>
                          <a:spcPts val="0"/>
                        </a:spcAft>
                        <a:buNone/>
                        <a:defRPr sz="1400" b="1" i="0" u="none" strike="noStrike" cap="none">
                          <a:solidFill>
                            <a:schemeClr val="lt1"/>
                          </a:solidFill>
                          <a:latin typeface="Rockwell"/>
                          <a:sym typeface="Arial"/>
                        </a:defRPr>
                      </a:lvl6pPr>
                      <a:lvl7pPr marR="0" algn="l" rtl="0">
                        <a:lnSpc>
                          <a:spcPct val="100000"/>
                        </a:lnSpc>
                        <a:spcBef>
                          <a:spcPts val="0"/>
                        </a:spcBef>
                        <a:spcAft>
                          <a:spcPts val="0"/>
                        </a:spcAft>
                        <a:buNone/>
                        <a:defRPr sz="1400" b="1" i="0" u="none" strike="noStrike" cap="none">
                          <a:solidFill>
                            <a:schemeClr val="lt1"/>
                          </a:solidFill>
                          <a:latin typeface="Rockwell"/>
                          <a:sym typeface="Arial"/>
                        </a:defRPr>
                      </a:lvl7pPr>
                      <a:lvl8pPr marR="0" algn="l" rtl="0">
                        <a:lnSpc>
                          <a:spcPct val="100000"/>
                        </a:lnSpc>
                        <a:spcBef>
                          <a:spcPts val="0"/>
                        </a:spcBef>
                        <a:spcAft>
                          <a:spcPts val="0"/>
                        </a:spcAft>
                        <a:buNone/>
                        <a:defRPr sz="1400" b="1" i="0" u="none" strike="noStrike" cap="none">
                          <a:solidFill>
                            <a:schemeClr val="lt1"/>
                          </a:solidFill>
                          <a:latin typeface="Rockwell"/>
                          <a:sym typeface="Arial"/>
                        </a:defRPr>
                      </a:lvl8pPr>
                      <a:lvl9pPr marR="0" algn="l" rtl="0">
                        <a:lnSpc>
                          <a:spcPct val="100000"/>
                        </a:lnSpc>
                        <a:spcBef>
                          <a:spcPts val="0"/>
                        </a:spcBef>
                        <a:spcAft>
                          <a:spcPts val="0"/>
                        </a:spcAft>
                        <a:buNone/>
                        <a:defRPr sz="1400" b="1" i="0" u="none" strike="noStrike" cap="none">
                          <a:solidFill>
                            <a:schemeClr val="lt1"/>
                          </a:solidFill>
                          <a:latin typeface="Rockwell"/>
                          <a:sym typeface="Arial"/>
                        </a:defRPr>
                      </a:lvl9pPr>
                    </a:lstStyle>
                    <a:p>
                      <a:pPr marL="0" marR="0">
                        <a:spcBef>
                          <a:spcPts val="0"/>
                        </a:spcBef>
                        <a:spcAft>
                          <a:spcPts val="0"/>
                        </a:spcAft>
                      </a:pPr>
                      <a:r>
                        <a:rPr lang="en-US" sz="1200">
                          <a:effectLst/>
                        </a:rPr>
                        <a:t>544.nab_r</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spcBef>
                          <a:spcPts val="0"/>
                        </a:spcBef>
                        <a:spcAft>
                          <a:spcPts val="0"/>
                        </a:spcAft>
                      </a:pPr>
                      <a:r>
                        <a:rPr lang="en-US" sz="1200">
                          <a:effectLst/>
                        </a:rPr>
                        <a:t>644.nab_s</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2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ctr">
                        <a:spcBef>
                          <a:spcPts val="0"/>
                        </a:spcBef>
                        <a:spcAft>
                          <a:spcPts val="0"/>
                        </a:spcAft>
                      </a:pPr>
                      <a:r>
                        <a:rPr lang="en-US" sz="1200">
                          <a:effectLst/>
                        </a:rPr>
                        <a:t>C</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2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r">
                        <a:spcBef>
                          <a:spcPts val="0"/>
                        </a:spcBef>
                        <a:spcAft>
                          <a:spcPts val="0"/>
                        </a:spcAft>
                      </a:pPr>
                      <a:r>
                        <a:rPr lang="en-US" sz="1200">
                          <a:effectLst/>
                        </a:rPr>
                        <a:t>24</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2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spcBef>
                          <a:spcPts val="0"/>
                        </a:spcBef>
                        <a:spcAft>
                          <a:spcPts val="0"/>
                        </a:spcAft>
                      </a:pPr>
                      <a:r>
                        <a:rPr lang="en-US" sz="1200">
                          <a:effectLst/>
                        </a:rPr>
                        <a:t>Molecular dynamics</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20000"/>
                      </a:srgbClr>
                    </a:solidFill>
                  </a:tcPr>
                </a:tc>
                <a:extLst>
                  <a:ext uri="{0D108BD9-81ED-4DB2-BD59-A6C34878D82A}">
                    <a16:rowId xmlns:a16="http://schemas.microsoft.com/office/drawing/2014/main" xmlns="" val="10012"/>
                  </a:ext>
                </a:extLst>
              </a:tr>
              <a:tr h="561885">
                <a:tc>
                  <a:txBody>
                    <a:bodyPr/>
                    <a:lstStyle>
                      <a:lvl1pPr marR="0" algn="l" rtl="0">
                        <a:lnSpc>
                          <a:spcPct val="100000"/>
                        </a:lnSpc>
                        <a:spcBef>
                          <a:spcPts val="0"/>
                        </a:spcBef>
                        <a:spcAft>
                          <a:spcPts val="0"/>
                        </a:spcAft>
                        <a:buNone/>
                        <a:defRPr sz="1400" b="1" i="0" u="none" strike="noStrike" cap="none">
                          <a:solidFill>
                            <a:schemeClr val="lt1"/>
                          </a:solidFill>
                          <a:latin typeface="Rockwell"/>
                          <a:sym typeface="Arial"/>
                        </a:defRPr>
                      </a:lvl1pPr>
                      <a:lvl2pPr marR="0" algn="l" rtl="0">
                        <a:lnSpc>
                          <a:spcPct val="100000"/>
                        </a:lnSpc>
                        <a:spcBef>
                          <a:spcPts val="0"/>
                        </a:spcBef>
                        <a:spcAft>
                          <a:spcPts val="0"/>
                        </a:spcAft>
                        <a:buNone/>
                        <a:defRPr sz="1400" b="1" i="0" u="none" strike="noStrike" cap="none">
                          <a:solidFill>
                            <a:schemeClr val="lt1"/>
                          </a:solidFill>
                          <a:latin typeface="Rockwell"/>
                          <a:sym typeface="Arial"/>
                        </a:defRPr>
                      </a:lvl2pPr>
                      <a:lvl3pPr marR="0" algn="l" rtl="0">
                        <a:lnSpc>
                          <a:spcPct val="100000"/>
                        </a:lnSpc>
                        <a:spcBef>
                          <a:spcPts val="0"/>
                        </a:spcBef>
                        <a:spcAft>
                          <a:spcPts val="0"/>
                        </a:spcAft>
                        <a:buNone/>
                        <a:defRPr sz="1400" b="1" i="0" u="none" strike="noStrike" cap="none">
                          <a:solidFill>
                            <a:schemeClr val="lt1"/>
                          </a:solidFill>
                          <a:latin typeface="Rockwell"/>
                          <a:sym typeface="Arial"/>
                        </a:defRPr>
                      </a:lvl3pPr>
                      <a:lvl4pPr marR="0" algn="l" rtl="0">
                        <a:lnSpc>
                          <a:spcPct val="100000"/>
                        </a:lnSpc>
                        <a:spcBef>
                          <a:spcPts val="0"/>
                        </a:spcBef>
                        <a:spcAft>
                          <a:spcPts val="0"/>
                        </a:spcAft>
                        <a:buNone/>
                        <a:defRPr sz="1400" b="1" i="0" u="none" strike="noStrike" cap="none">
                          <a:solidFill>
                            <a:schemeClr val="lt1"/>
                          </a:solidFill>
                          <a:latin typeface="Rockwell"/>
                          <a:sym typeface="Arial"/>
                        </a:defRPr>
                      </a:lvl4pPr>
                      <a:lvl5pPr marR="0" algn="l" rtl="0">
                        <a:lnSpc>
                          <a:spcPct val="100000"/>
                        </a:lnSpc>
                        <a:spcBef>
                          <a:spcPts val="0"/>
                        </a:spcBef>
                        <a:spcAft>
                          <a:spcPts val="0"/>
                        </a:spcAft>
                        <a:buNone/>
                        <a:defRPr sz="1400" b="1" i="0" u="none" strike="noStrike" cap="none">
                          <a:solidFill>
                            <a:schemeClr val="lt1"/>
                          </a:solidFill>
                          <a:latin typeface="Rockwell"/>
                          <a:sym typeface="Arial"/>
                        </a:defRPr>
                      </a:lvl5pPr>
                      <a:lvl6pPr marR="0" algn="l" rtl="0">
                        <a:lnSpc>
                          <a:spcPct val="100000"/>
                        </a:lnSpc>
                        <a:spcBef>
                          <a:spcPts val="0"/>
                        </a:spcBef>
                        <a:spcAft>
                          <a:spcPts val="0"/>
                        </a:spcAft>
                        <a:buNone/>
                        <a:defRPr sz="1400" b="1" i="0" u="none" strike="noStrike" cap="none">
                          <a:solidFill>
                            <a:schemeClr val="lt1"/>
                          </a:solidFill>
                          <a:latin typeface="Rockwell"/>
                          <a:sym typeface="Arial"/>
                        </a:defRPr>
                      </a:lvl6pPr>
                      <a:lvl7pPr marR="0" algn="l" rtl="0">
                        <a:lnSpc>
                          <a:spcPct val="100000"/>
                        </a:lnSpc>
                        <a:spcBef>
                          <a:spcPts val="0"/>
                        </a:spcBef>
                        <a:spcAft>
                          <a:spcPts val="0"/>
                        </a:spcAft>
                        <a:buNone/>
                        <a:defRPr sz="1400" b="1" i="0" u="none" strike="noStrike" cap="none">
                          <a:solidFill>
                            <a:schemeClr val="lt1"/>
                          </a:solidFill>
                          <a:latin typeface="Rockwell"/>
                          <a:sym typeface="Arial"/>
                        </a:defRPr>
                      </a:lvl7pPr>
                      <a:lvl8pPr marR="0" algn="l" rtl="0">
                        <a:lnSpc>
                          <a:spcPct val="100000"/>
                        </a:lnSpc>
                        <a:spcBef>
                          <a:spcPts val="0"/>
                        </a:spcBef>
                        <a:spcAft>
                          <a:spcPts val="0"/>
                        </a:spcAft>
                        <a:buNone/>
                        <a:defRPr sz="1400" b="1" i="0" u="none" strike="noStrike" cap="none">
                          <a:solidFill>
                            <a:schemeClr val="lt1"/>
                          </a:solidFill>
                          <a:latin typeface="Rockwell"/>
                          <a:sym typeface="Arial"/>
                        </a:defRPr>
                      </a:lvl8pPr>
                      <a:lvl9pPr marR="0" algn="l" rtl="0">
                        <a:lnSpc>
                          <a:spcPct val="100000"/>
                        </a:lnSpc>
                        <a:spcBef>
                          <a:spcPts val="0"/>
                        </a:spcBef>
                        <a:spcAft>
                          <a:spcPts val="0"/>
                        </a:spcAft>
                        <a:buNone/>
                        <a:defRPr sz="1400" b="1" i="0" u="none" strike="noStrike" cap="none">
                          <a:solidFill>
                            <a:schemeClr val="lt1"/>
                          </a:solidFill>
                          <a:latin typeface="Rockwell"/>
                          <a:sym typeface="Arial"/>
                        </a:defRPr>
                      </a:lvl9pPr>
                    </a:lstStyle>
                    <a:p>
                      <a:pPr marL="0" marR="0">
                        <a:spcBef>
                          <a:spcPts val="0"/>
                        </a:spcBef>
                        <a:spcAft>
                          <a:spcPts val="0"/>
                        </a:spcAft>
                      </a:pPr>
                      <a:r>
                        <a:rPr lang="en-US" sz="1200">
                          <a:effectLst/>
                        </a:rPr>
                        <a:t>549.fotonik3d_r</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spcBef>
                          <a:spcPts val="0"/>
                        </a:spcBef>
                        <a:spcAft>
                          <a:spcPts val="0"/>
                        </a:spcAft>
                      </a:pPr>
                      <a:r>
                        <a:rPr lang="en-US" sz="1200">
                          <a:effectLst/>
                        </a:rPr>
                        <a:t>649.fotonik3d_s</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4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ctr">
                        <a:spcBef>
                          <a:spcPts val="0"/>
                        </a:spcBef>
                        <a:spcAft>
                          <a:spcPts val="0"/>
                        </a:spcAft>
                      </a:pPr>
                      <a:r>
                        <a:rPr lang="en-US" sz="1200">
                          <a:effectLst/>
                        </a:rPr>
                        <a:t>Fortran</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4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r">
                        <a:spcBef>
                          <a:spcPts val="0"/>
                        </a:spcBef>
                        <a:spcAft>
                          <a:spcPts val="0"/>
                        </a:spcAft>
                      </a:pPr>
                      <a:r>
                        <a:rPr lang="en-US" sz="1200">
                          <a:effectLst/>
                        </a:rPr>
                        <a:t>14</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4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spcBef>
                          <a:spcPts val="0"/>
                        </a:spcBef>
                        <a:spcAft>
                          <a:spcPts val="0"/>
                        </a:spcAft>
                      </a:pPr>
                      <a:r>
                        <a:rPr lang="en-US" sz="1200" dirty="0">
                          <a:effectLst/>
                        </a:rPr>
                        <a:t>Computational electromagnetics</a:t>
                      </a:r>
                      <a:endParaRPr lang="en-US" sz="1200" dirty="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40000"/>
                      </a:srgbClr>
                    </a:solidFill>
                  </a:tcPr>
                </a:tc>
                <a:extLst>
                  <a:ext uri="{0D108BD9-81ED-4DB2-BD59-A6C34878D82A}">
                    <a16:rowId xmlns:a16="http://schemas.microsoft.com/office/drawing/2014/main" xmlns="" val="10013"/>
                  </a:ext>
                </a:extLst>
              </a:tr>
              <a:tr h="280942">
                <a:tc>
                  <a:txBody>
                    <a:bodyPr/>
                    <a:lstStyle>
                      <a:lvl1pPr marR="0" algn="l" rtl="0">
                        <a:lnSpc>
                          <a:spcPct val="100000"/>
                        </a:lnSpc>
                        <a:spcBef>
                          <a:spcPts val="0"/>
                        </a:spcBef>
                        <a:spcAft>
                          <a:spcPts val="0"/>
                        </a:spcAft>
                        <a:buNone/>
                        <a:defRPr sz="1400" b="1" i="0" u="none" strike="noStrike" cap="none">
                          <a:solidFill>
                            <a:schemeClr val="lt1"/>
                          </a:solidFill>
                          <a:latin typeface="Rockwell"/>
                          <a:sym typeface="Arial"/>
                        </a:defRPr>
                      </a:lvl1pPr>
                      <a:lvl2pPr marR="0" algn="l" rtl="0">
                        <a:lnSpc>
                          <a:spcPct val="100000"/>
                        </a:lnSpc>
                        <a:spcBef>
                          <a:spcPts val="0"/>
                        </a:spcBef>
                        <a:spcAft>
                          <a:spcPts val="0"/>
                        </a:spcAft>
                        <a:buNone/>
                        <a:defRPr sz="1400" b="1" i="0" u="none" strike="noStrike" cap="none">
                          <a:solidFill>
                            <a:schemeClr val="lt1"/>
                          </a:solidFill>
                          <a:latin typeface="Rockwell"/>
                          <a:sym typeface="Arial"/>
                        </a:defRPr>
                      </a:lvl2pPr>
                      <a:lvl3pPr marR="0" algn="l" rtl="0">
                        <a:lnSpc>
                          <a:spcPct val="100000"/>
                        </a:lnSpc>
                        <a:spcBef>
                          <a:spcPts val="0"/>
                        </a:spcBef>
                        <a:spcAft>
                          <a:spcPts val="0"/>
                        </a:spcAft>
                        <a:buNone/>
                        <a:defRPr sz="1400" b="1" i="0" u="none" strike="noStrike" cap="none">
                          <a:solidFill>
                            <a:schemeClr val="lt1"/>
                          </a:solidFill>
                          <a:latin typeface="Rockwell"/>
                          <a:sym typeface="Arial"/>
                        </a:defRPr>
                      </a:lvl3pPr>
                      <a:lvl4pPr marR="0" algn="l" rtl="0">
                        <a:lnSpc>
                          <a:spcPct val="100000"/>
                        </a:lnSpc>
                        <a:spcBef>
                          <a:spcPts val="0"/>
                        </a:spcBef>
                        <a:spcAft>
                          <a:spcPts val="0"/>
                        </a:spcAft>
                        <a:buNone/>
                        <a:defRPr sz="1400" b="1" i="0" u="none" strike="noStrike" cap="none">
                          <a:solidFill>
                            <a:schemeClr val="lt1"/>
                          </a:solidFill>
                          <a:latin typeface="Rockwell"/>
                          <a:sym typeface="Arial"/>
                        </a:defRPr>
                      </a:lvl4pPr>
                      <a:lvl5pPr marR="0" algn="l" rtl="0">
                        <a:lnSpc>
                          <a:spcPct val="100000"/>
                        </a:lnSpc>
                        <a:spcBef>
                          <a:spcPts val="0"/>
                        </a:spcBef>
                        <a:spcAft>
                          <a:spcPts val="0"/>
                        </a:spcAft>
                        <a:buNone/>
                        <a:defRPr sz="1400" b="1" i="0" u="none" strike="noStrike" cap="none">
                          <a:solidFill>
                            <a:schemeClr val="lt1"/>
                          </a:solidFill>
                          <a:latin typeface="Rockwell"/>
                          <a:sym typeface="Arial"/>
                        </a:defRPr>
                      </a:lvl5pPr>
                      <a:lvl6pPr marR="0" algn="l" rtl="0">
                        <a:lnSpc>
                          <a:spcPct val="100000"/>
                        </a:lnSpc>
                        <a:spcBef>
                          <a:spcPts val="0"/>
                        </a:spcBef>
                        <a:spcAft>
                          <a:spcPts val="0"/>
                        </a:spcAft>
                        <a:buNone/>
                        <a:defRPr sz="1400" b="1" i="0" u="none" strike="noStrike" cap="none">
                          <a:solidFill>
                            <a:schemeClr val="lt1"/>
                          </a:solidFill>
                          <a:latin typeface="Rockwell"/>
                          <a:sym typeface="Arial"/>
                        </a:defRPr>
                      </a:lvl6pPr>
                      <a:lvl7pPr marR="0" algn="l" rtl="0">
                        <a:lnSpc>
                          <a:spcPct val="100000"/>
                        </a:lnSpc>
                        <a:spcBef>
                          <a:spcPts val="0"/>
                        </a:spcBef>
                        <a:spcAft>
                          <a:spcPts val="0"/>
                        </a:spcAft>
                        <a:buNone/>
                        <a:defRPr sz="1400" b="1" i="0" u="none" strike="noStrike" cap="none">
                          <a:solidFill>
                            <a:schemeClr val="lt1"/>
                          </a:solidFill>
                          <a:latin typeface="Rockwell"/>
                          <a:sym typeface="Arial"/>
                        </a:defRPr>
                      </a:lvl7pPr>
                      <a:lvl8pPr marR="0" algn="l" rtl="0">
                        <a:lnSpc>
                          <a:spcPct val="100000"/>
                        </a:lnSpc>
                        <a:spcBef>
                          <a:spcPts val="0"/>
                        </a:spcBef>
                        <a:spcAft>
                          <a:spcPts val="0"/>
                        </a:spcAft>
                        <a:buNone/>
                        <a:defRPr sz="1400" b="1" i="0" u="none" strike="noStrike" cap="none">
                          <a:solidFill>
                            <a:schemeClr val="lt1"/>
                          </a:solidFill>
                          <a:latin typeface="Rockwell"/>
                          <a:sym typeface="Arial"/>
                        </a:defRPr>
                      </a:lvl8pPr>
                      <a:lvl9pPr marR="0" algn="l" rtl="0">
                        <a:lnSpc>
                          <a:spcPct val="100000"/>
                        </a:lnSpc>
                        <a:spcBef>
                          <a:spcPts val="0"/>
                        </a:spcBef>
                        <a:spcAft>
                          <a:spcPts val="0"/>
                        </a:spcAft>
                        <a:buNone/>
                        <a:defRPr sz="1400" b="1" i="0" u="none" strike="noStrike" cap="none">
                          <a:solidFill>
                            <a:schemeClr val="lt1"/>
                          </a:solidFill>
                          <a:latin typeface="Rockwell"/>
                          <a:sym typeface="Arial"/>
                        </a:defRPr>
                      </a:lvl9pPr>
                    </a:lstStyle>
                    <a:p>
                      <a:pPr marL="0" marR="0">
                        <a:spcBef>
                          <a:spcPts val="0"/>
                        </a:spcBef>
                        <a:spcAft>
                          <a:spcPts val="0"/>
                        </a:spcAft>
                      </a:pPr>
                      <a:r>
                        <a:rPr lang="en-US" sz="1200">
                          <a:effectLst/>
                        </a:rPr>
                        <a:t>554.roms_r</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spcBef>
                          <a:spcPts val="0"/>
                        </a:spcBef>
                        <a:spcAft>
                          <a:spcPts val="0"/>
                        </a:spcAft>
                      </a:pPr>
                      <a:r>
                        <a:rPr lang="en-US" sz="1200">
                          <a:effectLst/>
                        </a:rPr>
                        <a:t>654.roms_s</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2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ctr">
                        <a:spcBef>
                          <a:spcPts val="0"/>
                        </a:spcBef>
                        <a:spcAft>
                          <a:spcPts val="0"/>
                        </a:spcAft>
                      </a:pPr>
                      <a:r>
                        <a:rPr lang="en-US" sz="1200">
                          <a:effectLst/>
                        </a:rPr>
                        <a:t>Fortran</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2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r">
                        <a:spcBef>
                          <a:spcPts val="0"/>
                        </a:spcBef>
                        <a:spcAft>
                          <a:spcPts val="0"/>
                        </a:spcAft>
                      </a:pPr>
                      <a:r>
                        <a:rPr lang="en-US" sz="1200">
                          <a:effectLst/>
                        </a:rPr>
                        <a:t>210</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2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spcBef>
                          <a:spcPts val="0"/>
                        </a:spcBef>
                        <a:spcAft>
                          <a:spcPts val="0"/>
                        </a:spcAft>
                      </a:pPr>
                      <a:r>
                        <a:rPr lang="en-US" sz="1200" dirty="0">
                          <a:effectLst/>
                        </a:rPr>
                        <a:t>Regional ocean modeling.</a:t>
                      </a:r>
                      <a:endParaRPr lang="en-US" sz="1200" dirty="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20000"/>
                      </a:srgbClr>
                    </a:solidFill>
                  </a:tcPr>
                </a:tc>
                <a:extLst>
                  <a:ext uri="{0D108BD9-81ED-4DB2-BD59-A6C34878D82A}">
                    <a16:rowId xmlns:a16="http://schemas.microsoft.com/office/drawing/2014/main" xmlns="" val="10014"/>
                  </a:ext>
                </a:extLst>
              </a:tr>
            </a:tbl>
          </a:graphicData>
        </a:graphic>
      </p:graphicFrame>
      <p:sp>
        <p:nvSpPr>
          <p:cNvPr id="6" name="Title 1">
            <a:extLst>
              <a:ext uri="{FF2B5EF4-FFF2-40B4-BE49-F238E27FC236}">
                <a16:creationId xmlns:a16="http://schemas.microsoft.com/office/drawing/2014/main" xmlns="" id="{1DED4240-CB73-44C4-A9B4-84DFA37629A3}"/>
              </a:ext>
            </a:extLst>
          </p:cNvPr>
          <p:cNvSpPr>
            <a:spLocks noGrp="1"/>
          </p:cNvSpPr>
          <p:nvPr>
            <p:ph type="title"/>
          </p:nvPr>
        </p:nvSpPr>
        <p:spPr>
          <a:xfrm>
            <a:off x="7249445" y="1124744"/>
            <a:ext cx="2170584" cy="2829778"/>
          </a:xfrm>
        </p:spPr>
        <p:txBody>
          <a:bodyPr/>
          <a:lstStyle/>
          <a:p>
            <a:pPr algn="ctr"/>
            <a:r>
              <a:rPr lang="en-US" sz="2000" dirty="0"/>
              <a:t>Table 2.5</a:t>
            </a:r>
            <a:br>
              <a:rPr lang="en-US" sz="2000" dirty="0"/>
            </a:br>
            <a:r>
              <a:rPr lang="en-US" sz="2000" dirty="0"/>
              <a:t>(B)</a:t>
            </a:r>
            <a:br>
              <a:rPr lang="en-US" sz="2000" dirty="0"/>
            </a:br>
            <a:r>
              <a:rPr lang="en-US" sz="2000" dirty="0"/>
              <a:t/>
            </a:r>
            <a:br>
              <a:rPr lang="en-US" sz="2000" dirty="0"/>
            </a:br>
            <a:r>
              <a:rPr lang="en-US" sz="2000" dirty="0"/>
              <a:t>SPEC</a:t>
            </a:r>
            <a:br>
              <a:rPr lang="en-US" sz="2000" dirty="0"/>
            </a:br>
            <a:r>
              <a:rPr lang="en-US" sz="2000" dirty="0"/>
              <a:t>CPU2017</a:t>
            </a:r>
            <a:br>
              <a:rPr lang="en-US" sz="2000" dirty="0"/>
            </a:br>
            <a:r>
              <a:rPr lang="en-US" sz="2000" dirty="0"/>
              <a:t>Benchmarks</a:t>
            </a:r>
          </a:p>
        </p:txBody>
      </p:sp>
    </p:spTree>
    <p:extLst>
      <p:ext uri="{BB962C8B-B14F-4D97-AF65-F5344CB8AC3E}">
        <p14:creationId xmlns:p14="http://schemas.microsoft.com/office/powerpoint/2010/main" val="18938698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5796136" y="6253636"/>
            <a:ext cx="3995936" cy="415498"/>
          </a:xfrm>
          <a:prstGeom prst="rect">
            <a:avLst/>
          </a:prstGeom>
          <a:noFill/>
        </p:spPr>
        <p:txBody>
          <a:bodyPr wrap="square" rtlCol="0">
            <a:spAutoFit/>
          </a:bodyPr>
          <a:lstStyle/>
          <a:p>
            <a:r>
              <a:rPr lang="en-US" sz="1050" dirty="0">
                <a:latin typeface="+mn-lt"/>
              </a:rPr>
              <a:t>(Table can be found on page 64 in the textbook.)</a:t>
            </a:r>
          </a:p>
          <a:p>
            <a:endParaRPr lang="en-US" sz="1050" dirty="0">
              <a:latin typeface="+mn-lt"/>
            </a:endParaRPr>
          </a:p>
        </p:txBody>
      </p:sp>
      <p:sp>
        <p:nvSpPr>
          <p:cNvPr id="3" name="Title 2">
            <a:extLst>
              <a:ext uri="{FF2B5EF4-FFF2-40B4-BE49-F238E27FC236}">
                <a16:creationId xmlns:a16="http://schemas.microsoft.com/office/drawing/2014/main" xmlns="" id="{59708492-D45E-4CE8-8F38-4D3717750BF4}"/>
              </a:ext>
            </a:extLst>
          </p:cNvPr>
          <p:cNvSpPr>
            <a:spLocks noGrp="1"/>
          </p:cNvSpPr>
          <p:nvPr>
            <p:ph type="title"/>
          </p:nvPr>
        </p:nvSpPr>
        <p:spPr>
          <a:xfrm>
            <a:off x="7068933" y="314747"/>
            <a:ext cx="2160239" cy="5217520"/>
          </a:xfrm>
        </p:spPr>
        <p:txBody>
          <a:bodyPr/>
          <a:lstStyle/>
          <a:p>
            <a:pPr algn="ctr"/>
            <a:r>
              <a:rPr lang="en-US" sz="2400" dirty="0"/>
              <a:t>Table 2.6</a:t>
            </a:r>
            <a:br>
              <a:rPr lang="en-US" sz="2400" dirty="0"/>
            </a:br>
            <a:r>
              <a:rPr lang="en-US" sz="2400" dirty="0"/>
              <a:t/>
            </a:r>
            <a:br>
              <a:rPr lang="en-US" sz="2400" dirty="0"/>
            </a:br>
            <a:r>
              <a:rPr lang="en-US" sz="2400" dirty="0"/>
              <a:t>SPEC</a:t>
            </a:r>
            <a:br>
              <a:rPr lang="en-US" sz="2400" dirty="0"/>
            </a:br>
            <a:r>
              <a:rPr lang="en-US" sz="2400" dirty="0"/>
              <a:t>CPU 2017</a:t>
            </a:r>
            <a:br>
              <a:rPr lang="en-US" sz="2400" dirty="0"/>
            </a:br>
            <a:r>
              <a:rPr lang="en-US" sz="2400" dirty="0"/>
              <a:t>Integer Benchmarks for HP Integrity Superdome X</a:t>
            </a:r>
            <a:br>
              <a:rPr lang="en-US" sz="2400" dirty="0"/>
            </a:br>
            <a:r>
              <a:rPr lang="en-US" sz="2400" dirty="0"/>
              <a:t/>
            </a:r>
            <a:br>
              <a:rPr lang="en-US" sz="2400" dirty="0"/>
            </a:br>
            <a:r>
              <a:rPr lang="en-US" sz="2400" dirty="0"/>
              <a:t>(a) Rate Result</a:t>
            </a:r>
            <a:br>
              <a:rPr lang="en-US" sz="2400" dirty="0"/>
            </a:br>
            <a:r>
              <a:rPr lang="en-US" sz="2400" dirty="0"/>
              <a:t>(768 copies)</a:t>
            </a:r>
          </a:p>
        </p:txBody>
      </p:sp>
      <p:sp>
        <p:nvSpPr>
          <p:cNvPr id="2" name="Footer Placeholder 1"/>
          <p:cNvSpPr>
            <a:spLocks noGrp="1"/>
          </p:cNvSpPr>
          <p:nvPr>
            <p:ph type="ftr" idx="12"/>
          </p:nvPr>
        </p:nvSpPr>
        <p:spPr/>
        <p:txBody>
          <a:bodyPr/>
          <a:lstStyle/>
          <a:p>
            <a:r>
              <a:rPr lang="en-US" dirty="0"/>
              <a:t>© 2018 Pearson Education, Inc., Hoboken, NJ. All rights reserved.</a:t>
            </a:r>
          </a:p>
        </p:txBody>
      </p:sp>
      <p:graphicFrame>
        <p:nvGraphicFramePr>
          <p:cNvPr id="11" name="Table 10" descr="The first table, labeled rate result 768 copies, has 5 columns labeled benchmark, base in seconds, base rate, peak in seconds, and peak rate. The information from the rows will be presented in the order of the columns from left to right. Row 1. 500 dot p e r l b e n c h underscore r. 1141, 1070, 933, 1310. Row 2. 502 point g c c underscore r. 1303, 835, 1276, 852. Row 3. 505 dot m c f underscore r. 1433, 866, 1378, 901. Row 4. 520 dot o m n e t p p underscore r. 1664, 606, 1634, 617. Row 5. 523 dot x a l a n c b m k underscore r. 722, 1120, 713, 1140. Row 6. 525 dot x 264 underscore r. 655, 2053, 661, 2030. Row 7. 531 dot deeps j e n g underscore r. 601, 1460, 597, 1470. Row 8. 541 dot lee la underscore r. 892, 1410, 896, 1420. Row 9. 548 dot exchange 2 underscore r. 833, 2420, 770, 2610. Row 10. 557 dot x z underscore r. 870, 953, 863, 961. The second table, labeled speed result, 384 threads, has five columns labeled benchmark, base in seconds, base ration, peak in seconds, and peak ratio. The information from the rows will be presented in the order of the columns from left to right. Row 1. 600 dot p e r l bench underscore s. 358, 4 point 96, 295, 6 point 0 1. Row 2. 6 0 2 dot g c c underscore s. 546, 7 point 29, 535, 7 point 45. Row 3. 605 dot m c f underscore s. 866, 5 point 45, 700, 6 point 75. Row 4. 620 dot o m n e t pp underscore s. 276, 5 point 90, 247, 6 point 61. Row 5. 623 dot x a l a n c b m k underscore s. 188, 7 point 5 2, 179, 7 point 9 1. Row 6. 625 point x 2 6 4 underscore s. 283, 6 point 23, 271, 6 point 51. Row 7. 631 dot deeps j e n g underscore s. 407, 3 point 52, 343, 4 point 1 8. Row 8. 641 dot lee la underscore s. 469, 3 point 63, 439, 3 point 88. Row 9. 648 dot exchange 2 underscore s. 329, 8 point 93, 299, 9 point 82. Row 10. 657 dot x z underscore s. 2164, 2. 86, 2119, 2 point 92." title="Two tables labeled, rate result 768 copies and speed result 384 threads."/>
          <p:cNvGraphicFramePr>
            <a:graphicFrameLocks noGrp="1"/>
          </p:cNvGraphicFramePr>
          <p:nvPr>
            <p:extLst>
              <p:ext uri="{D42A27DB-BD31-4B8C-83A1-F6EECF244321}">
                <p14:modId xmlns:p14="http://schemas.microsoft.com/office/powerpoint/2010/main" val="3492234259"/>
              </p:ext>
            </p:extLst>
          </p:nvPr>
        </p:nvGraphicFramePr>
        <p:xfrm>
          <a:off x="179513" y="289109"/>
          <a:ext cx="6912767" cy="6018505"/>
        </p:xfrm>
        <a:graphic>
          <a:graphicData uri="http://schemas.openxmlformats.org/drawingml/2006/table">
            <a:tbl>
              <a:tblPr firstRow="1" firstCol="1" bandRow="1"/>
              <a:tblGrid>
                <a:gridCol w="1388961">
                  <a:extLst>
                    <a:ext uri="{9D8B030D-6E8A-4147-A177-3AD203B41FA5}">
                      <a16:colId xmlns:a16="http://schemas.microsoft.com/office/drawing/2014/main" xmlns="" val="20000"/>
                    </a:ext>
                  </a:extLst>
                </a:gridCol>
                <a:gridCol w="1381168">
                  <a:extLst>
                    <a:ext uri="{9D8B030D-6E8A-4147-A177-3AD203B41FA5}">
                      <a16:colId xmlns:a16="http://schemas.microsoft.com/office/drawing/2014/main" xmlns="" val="20001"/>
                    </a:ext>
                  </a:extLst>
                </a:gridCol>
                <a:gridCol w="1381168">
                  <a:extLst>
                    <a:ext uri="{9D8B030D-6E8A-4147-A177-3AD203B41FA5}">
                      <a16:colId xmlns:a16="http://schemas.microsoft.com/office/drawing/2014/main" xmlns="" val="20002"/>
                    </a:ext>
                  </a:extLst>
                </a:gridCol>
                <a:gridCol w="1381168">
                  <a:extLst>
                    <a:ext uri="{9D8B030D-6E8A-4147-A177-3AD203B41FA5}">
                      <a16:colId xmlns:a16="http://schemas.microsoft.com/office/drawing/2014/main" xmlns="" val="20003"/>
                    </a:ext>
                  </a:extLst>
                </a:gridCol>
                <a:gridCol w="1380302">
                  <a:extLst>
                    <a:ext uri="{9D8B030D-6E8A-4147-A177-3AD203B41FA5}">
                      <a16:colId xmlns:a16="http://schemas.microsoft.com/office/drawing/2014/main" xmlns="" val="20004"/>
                    </a:ext>
                  </a:extLst>
                </a:gridCol>
              </a:tblGrid>
              <a:tr h="362925">
                <a:tc rowSpan="2">
                  <a:txBody>
                    <a:bodyPr/>
                    <a:lstStyle>
                      <a:lvl1pPr marR="0" algn="l" rtl="0">
                        <a:lnSpc>
                          <a:spcPct val="100000"/>
                        </a:lnSpc>
                        <a:spcBef>
                          <a:spcPts val="0"/>
                        </a:spcBef>
                        <a:spcAft>
                          <a:spcPts val="0"/>
                        </a:spcAft>
                        <a:buNone/>
                        <a:defRPr sz="1400" b="1" i="0" u="none" strike="noStrike" cap="none">
                          <a:solidFill>
                            <a:schemeClr val="lt1"/>
                          </a:solidFill>
                          <a:latin typeface="Rockwell"/>
                          <a:sym typeface="Arial"/>
                        </a:defRPr>
                      </a:lvl1pPr>
                      <a:lvl2pPr marR="0" algn="l" rtl="0">
                        <a:lnSpc>
                          <a:spcPct val="100000"/>
                        </a:lnSpc>
                        <a:spcBef>
                          <a:spcPts val="0"/>
                        </a:spcBef>
                        <a:spcAft>
                          <a:spcPts val="0"/>
                        </a:spcAft>
                        <a:buNone/>
                        <a:defRPr sz="1400" b="1" i="0" u="none" strike="noStrike" cap="none">
                          <a:solidFill>
                            <a:schemeClr val="lt1"/>
                          </a:solidFill>
                          <a:latin typeface="Rockwell"/>
                          <a:sym typeface="Arial"/>
                        </a:defRPr>
                      </a:lvl2pPr>
                      <a:lvl3pPr marR="0" algn="l" rtl="0">
                        <a:lnSpc>
                          <a:spcPct val="100000"/>
                        </a:lnSpc>
                        <a:spcBef>
                          <a:spcPts val="0"/>
                        </a:spcBef>
                        <a:spcAft>
                          <a:spcPts val="0"/>
                        </a:spcAft>
                        <a:buNone/>
                        <a:defRPr sz="1400" b="1" i="0" u="none" strike="noStrike" cap="none">
                          <a:solidFill>
                            <a:schemeClr val="lt1"/>
                          </a:solidFill>
                          <a:latin typeface="Rockwell"/>
                          <a:sym typeface="Arial"/>
                        </a:defRPr>
                      </a:lvl3pPr>
                      <a:lvl4pPr marR="0" algn="l" rtl="0">
                        <a:lnSpc>
                          <a:spcPct val="100000"/>
                        </a:lnSpc>
                        <a:spcBef>
                          <a:spcPts val="0"/>
                        </a:spcBef>
                        <a:spcAft>
                          <a:spcPts val="0"/>
                        </a:spcAft>
                        <a:buNone/>
                        <a:defRPr sz="1400" b="1" i="0" u="none" strike="noStrike" cap="none">
                          <a:solidFill>
                            <a:schemeClr val="lt1"/>
                          </a:solidFill>
                          <a:latin typeface="Rockwell"/>
                          <a:sym typeface="Arial"/>
                        </a:defRPr>
                      </a:lvl4pPr>
                      <a:lvl5pPr marR="0" algn="l" rtl="0">
                        <a:lnSpc>
                          <a:spcPct val="100000"/>
                        </a:lnSpc>
                        <a:spcBef>
                          <a:spcPts val="0"/>
                        </a:spcBef>
                        <a:spcAft>
                          <a:spcPts val="0"/>
                        </a:spcAft>
                        <a:buNone/>
                        <a:defRPr sz="1400" b="1" i="0" u="none" strike="noStrike" cap="none">
                          <a:solidFill>
                            <a:schemeClr val="lt1"/>
                          </a:solidFill>
                          <a:latin typeface="Rockwell"/>
                          <a:sym typeface="Arial"/>
                        </a:defRPr>
                      </a:lvl5pPr>
                      <a:lvl6pPr marR="0" algn="l" rtl="0">
                        <a:lnSpc>
                          <a:spcPct val="100000"/>
                        </a:lnSpc>
                        <a:spcBef>
                          <a:spcPts val="0"/>
                        </a:spcBef>
                        <a:spcAft>
                          <a:spcPts val="0"/>
                        </a:spcAft>
                        <a:buNone/>
                        <a:defRPr sz="1400" b="1" i="0" u="none" strike="noStrike" cap="none">
                          <a:solidFill>
                            <a:schemeClr val="lt1"/>
                          </a:solidFill>
                          <a:latin typeface="Rockwell"/>
                          <a:sym typeface="Arial"/>
                        </a:defRPr>
                      </a:lvl6pPr>
                      <a:lvl7pPr marR="0" algn="l" rtl="0">
                        <a:lnSpc>
                          <a:spcPct val="100000"/>
                        </a:lnSpc>
                        <a:spcBef>
                          <a:spcPts val="0"/>
                        </a:spcBef>
                        <a:spcAft>
                          <a:spcPts val="0"/>
                        </a:spcAft>
                        <a:buNone/>
                        <a:defRPr sz="1400" b="1" i="0" u="none" strike="noStrike" cap="none">
                          <a:solidFill>
                            <a:schemeClr val="lt1"/>
                          </a:solidFill>
                          <a:latin typeface="Rockwell"/>
                          <a:sym typeface="Arial"/>
                        </a:defRPr>
                      </a:lvl7pPr>
                      <a:lvl8pPr marR="0" algn="l" rtl="0">
                        <a:lnSpc>
                          <a:spcPct val="100000"/>
                        </a:lnSpc>
                        <a:spcBef>
                          <a:spcPts val="0"/>
                        </a:spcBef>
                        <a:spcAft>
                          <a:spcPts val="0"/>
                        </a:spcAft>
                        <a:buNone/>
                        <a:defRPr sz="1400" b="1" i="0" u="none" strike="noStrike" cap="none">
                          <a:solidFill>
                            <a:schemeClr val="lt1"/>
                          </a:solidFill>
                          <a:latin typeface="Rockwell"/>
                          <a:sym typeface="Arial"/>
                        </a:defRPr>
                      </a:lvl8pPr>
                      <a:lvl9pPr marR="0" algn="l" rtl="0">
                        <a:lnSpc>
                          <a:spcPct val="100000"/>
                        </a:lnSpc>
                        <a:spcBef>
                          <a:spcPts val="0"/>
                        </a:spcBef>
                        <a:spcAft>
                          <a:spcPts val="0"/>
                        </a:spcAft>
                        <a:buNone/>
                        <a:defRPr sz="1400" b="1" i="0" u="none" strike="noStrike" cap="none">
                          <a:solidFill>
                            <a:schemeClr val="lt1"/>
                          </a:solidFill>
                          <a:latin typeface="Rockwell"/>
                          <a:sym typeface="Arial"/>
                        </a:defRPr>
                      </a:lvl9pPr>
                    </a:lstStyle>
                    <a:p>
                      <a:pPr marL="0" marR="0" algn="ctr">
                        <a:spcBef>
                          <a:spcPts val="0"/>
                        </a:spcBef>
                        <a:spcAft>
                          <a:spcPts val="0"/>
                        </a:spcAft>
                      </a:pPr>
                      <a:r>
                        <a:rPr lang="en-US" sz="1200">
                          <a:effectLst/>
                        </a:rPr>
                        <a:t>Benchmark</a:t>
                      </a:r>
                      <a:endParaRPr lang="en-US" sz="1200">
                        <a:effectLst/>
                        <a:latin typeface="Times" charset="0"/>
                        <a:ea typeface="Times New Roman" charset="0"/>
                        <a:cs typeface="Times New Roman" charset="0"/>
                      </a:endParaRPr>
                    </a:p>
                  </a:txBody>
                  <a:tcPr marL="68580" marR="68580" marT="0" marB="0" anchor="b">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663366"/>
                    </a:solidFill>
                  </a:tcPr>
                </a:tc>
                <a:tc gridSpan="2">
                  <a:txBody>
                    <a:bodyPr/>
                    <a:lstStyle>
                      <a:lvl1pPr marR="0" algn="l" rtl="0">
                        <a:lnSpc>
                          <a:spcPct val="100000"/>
                        </a:lnSpc>
                        <a:spcBef>
                          <a:spcPts val="0"/>
                        </a:spcBef>
                        <a:spcAft>
                          <a:spcPts val="0"/>
                        </a:spcAft>
                        <a:buNone/>
                        <a:defRPr sz="1400" b="1" i="0" u="none" strike="noStrike" cap="none">
                          <a:solidFill>
                            <a:schemeClr val="lt1"/>
                          </a:solidFill>
                          <a:latin typeface="Rockwell"/>
                          <a:sym typeface="Arial"/>
                        </a:defRPr>
                      </a:lvl1pPr>
                      <a:lvl2pPr marR="0" algn="l" rtl="0">
                        <a:lnSpc>
                          <a:spcPct val="100000"/>
                        </a:lnSpc>
                        <a:spcBef>
                          <a:spcPts val="0"/>
                        </a:spcBef>
                        <a:spcAft>
                          <a:spcPts val="0"/>
                        </a:spcAft>
                        <a:buNone/>
                        <a:defRPr sz="1400" b="1" i="0" u="none" strike="noStrike" cap="none">
                          <a:solidFill>
                            <a:schemeClr val="lt1"/>
                          </a:solidFill>
                          <a:latin typeface="Rockwell"/>
                          <a:sym typeface="Arial"/>
                        </a:defRPr>
                      </a:lvl2pPr>
                      <a:lvl3pPr marR="0" algn="l" rtl="0">
                        <a:lnSpc>
                          <a:spcPct val="100000"/>
                        </a:lnSpc>
                        <a:spcBef>
                          <a:spcPts val="0"/>
                        </a:spcBef>
                        <a:spcAft>
                          <a:spcPts val="0"/>
                        </a:spcAft>
                        <a:buNone/>
                        <a:defRPr sz="1400" b="1" i="0" u="none" strike="noStrike" cap="none">
                          <a:solidFill>
                            <a:schemeClr val="lt1"/>
                          </a:solidFill>
                          <a:latin typeface="Rockwell"/>
                          <a:sym typeface="Arial"/>
                        </a:defRPr>
                      </a:lvl3pPr>
                      <a:lvl4pPr marR="0" algn="l" rtl="0">
                        <a:lnSpc>
                          <a:spcPct val="100000"/>
                        </a:lnSpc>
                        <a:spcBef>
                          <a:spcPts val="0"/>
                        </a:spcBef>
                        <a:spcAft>
                          <a:spcPts val="0"/>
                        </a:spcAft>
                        <a:buNone/>
                        <a:defRPr sz="1400" b="1" i="0" u="none" strike="noStrike" cap="none">
                          <a:solidFill>
                            <a:schemeClr val="lt1"/>
                          </a:solidFill>
                          <a:latin typeface="Rockwell"/>
                          <a:sym typeface="Arial"/>
                        </a:defRPr>
                      </a:lvl4pPr>
                      <a:lvl5pPr marR="0" algn="l" rtl="0">
                        <a:lnSpc>
                          <a:spcPct val="100000"/>
                        </a:lnSpc>
                        <a:spcBef>
                          <a:spcPts val="0"/>
                        </a:spcBef>
                        <a:spcAft>
                          <a:spcPts val="0"/>
                        </a:spcAft>
                        <a:buNone/>
                        <a:defRPr sz="1400" b="1" i="0" u="none" strike="noStrike" cap="none">
                          <a:solidFill>
                            <a:schemeClr val="lt1"/>
                          </a:solidFill>
                          <a:latin typeface="Rockwell"/>
                          <a:sym typeface="Arial"/>
                        </a:defRPr>
                      </a:lvl5pPr>
                      <a:lvl6pPr marR="0" algn="l" rtl="0">
                        <a:lnSpc>
                          <a:spcPct val="100000"/>
                        </a:lnSpc>
                        <a:spcBef>
                          <a:spcPts val="0"/>
                        </a:spcBef>
                        <a:spcAft>
                          <a:spcPts val="0"/>
                        </a:spcAft>
                        <a:buNone/>
                        <a:defRPr sz="1400" b="1" i="0" u="none" strike="noStrike" cap="none">
                          <a:solidFill>
                            <a:schemeClr val="lt1"/>
                          </a:solidFill>
                          <a:latin typeface="Rockwell"/>
                          <a:sym typeface="Arial"/>
                        </a:defRPr>
                      </a:lvl6pPr>
                      <a:lvl7pPr marR="0" algn="l" rtl="0">
                        <a:lnSpc>
                          <a:spcPct val="100000"/>
                        </a:lnSpc>
                        <a:spcBef>
                          <a:spcPts val="0"/>
                        </a:spcBef>
                        <a:spcAft>
                          <a:spcPts val="0"/>
                        </a:spcAft>
                        <a:buNone/>
                        <a:defRPr sz="1400" b="1" i="0" u="none" strike="noStrike" cap="none">
                          <a:solidFill>
                            <a:schemeClr val="lt1"/>
                          </a:solidFill>
                          <a:latin typeface="Rockwell"/>
                          <a:sym typeface="Arial"/>
                        </a:defRPr>
                      </a:lvl7pPr>
                      <a:lvl8pPr marR="0" algn="l" rtl="0">
                        <a:lnSpc>
                          <a:spcPct val="100000"/>
                        </a:lnSpc>
                        <a:spcBef>
                          <a:spcPts val="0"/>
                        </a:spcBef>
                        <a:spcAft>
                          <a:spcPts val="0"/>
                        </a:spcAft>
                        <a:buNone/>
                        <a:defRPr sz="1400" b="1" i="0" u="none" strike="noStrike" cap="none">
                          <a:solidFill>
                            <a:schemeClr val="lt1"/>
                          </a:solidFill>
                          <a:latin typeface="Rockwell"/>
                          <a:sym typeface="Arial"/>
                        </a:defRPr>
                      </a:lvl8pPr>
                      <a:lvl9pPr marR="0" algn="l" rtl="0">
                        <a:lnSpc>
                          <a:spcPct val="100000"/>
                        </a:lnSpc>
                        <a:spcBef>
                          <a:spcPts val="0"/>
                        </a:spcBef>
                        <a:spcAft>
                          <a:spcPts val="0"/>
                        </a:spcAft>
                        <a:buNone/>
                        <a:defRPr sz="1400" b="1" i="0" u="none" strike="noStrike" cap="none">
                          <a:solidFill>
                            <a:schemeClr val="lt1"/>
                          </a:solidFill>
                          <a:latin typeface="Rockwell"/>
                          <a:sym typeface="Arial"/>
                        </a:defRPr>
                      </a:lvl9pPr>
                    </a:lstStyle>
                    <a:p>
                      <a:pPr marL="0" marR="0" algn="ctr">
                        <a:spcBef>
                          <a:spcPts val="0"/>
                        </a:spcBef>
                        <a:spcAft>
                          <a:spcPts val="0"/>
                        </a:spcAft>
                      </a:pPr>
                      <a:r>
                        <a:rPr lang="en-US" sz="1200">
                          <a:effectLst/>
                        </a:rPr>
                        <a:t>Base</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663366"/>
                    </a:solidFill>
                  </a:tcPr>
                </a:tc>
                <a:tc hMerge="1">
                  <a:txBody>
                    <a:bodyPr/>
                    <a:lstStyle/>
                    <a:p>
                      <a:endParaRPr lang="en-US"/>
                    </a:p>
                  </a:txBody>
                  <a:tcPr/>
                </a:tc>
                <a:tc gridSpan="2">
                  <a:txBody>
                    <a:bodyPr/>
                    <a:lstStyle>
                      <a:lvl1pPr marR="0" algn="l" rtl="0">
                        <a:lnSpc>
                          <a:spcPct val="100000"/>
                        </a:lnSpc>
                        <a:spcBef>
                          <a:spcPts val="0"/>
                        </a:spcBef>
                        <a:spcAft>
                          <a:spcPts val="0"/>
                        </a:spcAft>
                        <a:buNone/>
                        <a:defRPr sz="1400" b="1" i="0" u="none" strike="noStrike" cap="none">
                          <a:solidFill>
                            <a:schemeClr val="lt1"/>
                          </a:solidFill>
                          <a:latin typeface="Rockwell"/>
                          <a:sym typeface="Arial"/>
                        </a:defRPr>
                      </a:lvl1pPr>
                      <a:lvl2pPr marR="0" algn="l" rtl="0">
                        <a:lnSpc>
                          <a:spcPct val="100000"/>
                        </a:lnSpc>
                        <a:spcBef>
                          <a:spcPts val="0"/>
                        </a:spcBef>
                        <a:spcAft>
                          <a:spcPts val="0"/>
                        </a:spcAft>
                        <a:buNone/>
                        <a:defRPr sz="1400" b="1" i="0" u="none" strike="noStrike" cap="none">
                          <a:solidFill>
                            <a:schemeClr val="lt1"/>
                          </a:solidFill>
                          <a:latin typeface="Rockwell"/>
                          <a:sym typeface="Arial"/>
                        </a:defRPr>
                      </a:lvl2pPr>
                      <a:lvl3pPr marR="0" algn="l" rtl="0">
                        <a:lnSpc>
                          <a:spcPct val="100000"/>
                        </a:lnSpc>
                        <a:spcBef>
                          <a:spcPts val="0"/>
                        </a:spcBef>
                        <a:spcAft>
                          <a:spcPts val="0"/>
                        </a:spcAft>
                        <a:buNone/>
                        <a:defRPr sz="1400" b="1" i="0" u="none" strike="noStrike" cap="none">
                          <a:solidFill>
                            <a:schemeClr val="lt1"/>
                          </a:solidFill>
                          <a:latin typeface="Rockwell"/>
                          <a:sym typeface="Arial"/>
                        </a:defRPr>
                      </a:lvl3pPr>
                      <a:lvl4pPr marR="0" algn="l" rtl="0">
                        <a:lnSpc>
                          <a:spcPct val="100000"/>
                        </a:lnSpc>
                        <a:spcBef>
                          <a:spcPts val="0"/>
                        </a:spcBef>
                        <a:spcAft>
                          <a:spcPts val="0"/>
                        </a:spcAft>
                        <a:buNone/>
                        <a:defRPr sz="1400" b="1" i="0" u="none" strike="noStrike" cap="none">
                          <a:solidFill>
                            <a:schemeClr val="lt1"/>
                          </a:solidFill>
                          <a:latin typeface="Rockwell"/>
                          <a:sym typeface="Arial"/>
                        </a:defRPr>
                      </a:lvl4pPr>
                      <a:lvl5pPr marR="0" algn="l" rtl="0">
                        <a:lnSpc>
                          <a:spcPct val="100000"/>
                        </a:lnSpc>
                        <a:spcBef>
                          <a:spcPts val="0"/>
                        </a:spcBef>
                        <a:spcAft>
                          <a:spcPts val="0"/>
                        </a:spcAft>
                        <a:buNone/>
                        <a:defRPr sz="1400" b="1" i="0" u="none" strike="noStrike" cap="none">
                          <a:solidFill>
                            <a:schemeClr val="lt1"/>
                          </a:solidFill>
                          <a:latin typeface="Rockwell"/>
                          <a:sym typeface="Arial"/>
                        </a:defRPr>
                      </a:lvl5pPr>
                      <a:lvl6pPr marR="0" algn="l" rtl="0">
                        <a:lnSpc>
                          <a:spcPct val="100000"/>
                        </a:lnSpc>
                        <a:spcBef>
                          <a:spcPts val="0"/>
                        </a:spcBef>
                        <a:spcAft>
                          <a:spcPts val="0"/>
                        </a:spcAft>
                        <a:buNone/>
                        <a:defRPr sz="1400" b="1" i="0" u="none" strike="noStrike" cap="none">
                          <a:solidFill>
                            <a:schemeClr val="lt1"/>
                          </a:solidFill>
                          <a:latin typeface="Rockwell"/>
                          <a:sym typeface="Arial"/>
                        </a:defRPr>
                      </a:lvl6pPr>
                      <a:lvl7pPr marR="0" algn="l" rtl="0">
                        <a:lnSpc>
                          <a:spcPct val="100000"/>
                        </a:lnSpc>
                        <a:spcBef>
                          <a:spcPts val="0"/>
                        </a:spcBef>
                        <a:spcAft>
                          <a:spcPts val="0"/>
                        </a:spcAft>
                        <a:buNone/>
                        <a:defRPr sz="1400" b="1" i="0" u="none" strike="noStrike" cap="none">
                          <a:solidFill>
                            <a:schemeClr val="lt1"/>
                          </a:solidFill>
                          <a:latin typeface="Rockwell"/>
                          <a:sym typeface="Arial"/>
                        </a:defRPr>
                      </a:lvl7pPr>
                      <a:lvl8pPr marR="0" algn="l" rtl="0">
                        <a:lnSpc>
                          <a:spcPct val="100000"/>
                        </a:lnSpc>
                        <a:spcBef>
                          <a:spcPts val="0"/>
                        </a:spcBef>
                        <a:spcAft>
                          <a:spcPts val="0"/>
                        </a:spcAft>
                        <a:buNone/>
                        <a:defRPr sz="1400" b="1" i="0" u="none" strike="noStrike" cap="none">
                          <a:solidFill>
                            <a:schemeClr val="lt1"/>
                          </a:solidFill>
                          <a:latin typeface="Rockwell"/>
                          <a:sym typeface="Arial"/>
                        </a:defRPr>
                      </a:lvl8pPr>
                      <a:lvl9pPr marR="0" algn="l" rtl="0">
                        <a:lnSpc>
                          <a:spcPct val="100000"/>
                        </a:lnSpc>
                        <a:spcBef>
                          <a:spcPts val="0"/>
                        </a:spcBef>
                        <a:spcAft>
                          <a:spcPts val="0"/>
                        </a:spcAft>
                        <a:buNone/>
                        <a:defRPr sz="1400" b="1" i="0" u="none" strike="noStrike" cap="none">
                          <a:solidFill>
                            <a:schemeClr val="lt1"/>
                          </a:solidFill>
                          <a:latin typeface="Rockwell"/>
                          <a:sym typeface="Arial"/>
                        </a:defRPr>
                      </a:lvl9pPr>
                    </a:lstStyle>
                    <a:p>
                      <a:pPr marL="0" marR="0" algn="ctr">
                        <a:spcBef>
                          <a:spcPts val="0"/>
                        </a:spcBef>
                        <a:spcAft>
                          <a:spcPts val="0"/>
                        </a:spcAft>
                      </a:pPr>
                      <a:r>
                        <a:rPr lang="en-US" sz="1200">
                          <a:effectLst/>
                        </a:rPr>
                        <a:t>Peak</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663366"/>
                    </a:solidFill>
                  </a:tcPr>
                </a:tc>
                <a:tc hMerge="1">
                  <a:txBody>
                    <a:bodyPr/>
                    <a:lstStyle/>
                    <a:p>
                      <a:endParaRPr lang="en-US"/>
                    </a:p>
                  </a:txBody>
                  <a:tcPr/>
                </a:tc>
                <a:extLst>
                  <a:ext uri="{0D108BD9-81ED-4DB2-BD59-A6C34878D82A}">
                    <a16:rowId xmlns:a16="http://schemas.microsoft.com/office/drawing/2014/main" xmlns="" val="10000"/>
                  </a:ext>
                </a:extLst>
              </a:tr>
              <a:tr h="362925">
                <a:tc vMerge="1">
                  <a:txBody>
                    <a:bodyPr/>
                    <a:lstStyle/>
                    <a:p>
                      <a:endParaRPr lang="en-US"/>
                    </a:p>
                  </a:txBody>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ctr">
                        <a:spcBef>
                          <a:spcPts val="0"/>
                        </a:spcBef>
                        <a:spcAft>
                          <a:spcPts val="0"/>
                        </a:spcAft>
                      </a:pPr>
                      <a:r>
                        <a:rPr lang="en-US" sz="1200">
                          <a:effectLst/>
                        </a:rPr>
                        <a:t>Seconds</a:t>
                      </a:r>
                      <a:endParaRPr lang="en-US" sz="1200">
                        <a:effectLst/>
                        <a:latin typeface="Times" charset="0"/>
                        <a:ea typeface="Times New Roman" charset="0"/>
                        <a:cs typeface="Times New Roman" charset="0"/>
                      </a:endParaRPr>
                    </a:p>
                  </a:txBody>
                  <a:tcPr marL="68580" marR="68580" marT="0" marB="0">
                    <a:lnL w="381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4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ctr">
                        <a:spcBef>
                          <a:spcPts val="0"/>
                        </a:spcBef>
                        <a:spcAft>
                          <a:spcPts val="0"/>
                        </a:spcAft>
                      </a:pPr>
                      <a:r>
                        <a:rPr lang="en-US" sz="1200">
                          <a:effectLst/>
                        </a:rPr>
                        <a:t>Rate</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4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ctr">
                        <a:spcBef>
                          <a:spcPts val="0"/>
                        </a:spcBef>
                        <a:spcAft>
                          <a:spcPts val="0"/>
                        </a:spcAft>
                      </a:pPr>
                      <a:r>
                        <a:rPr lang="en-US" sz="1200">
                          <a:effectLst/>
                        </a:rPr>
                        <a:t>Seconds</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4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ctr">
                        <a:spcBef>
                          <a:spcPts val="0"/>
                        </a:spcBef>
                        <a:spcAft>
                          <a:spcPts val="0"/>
                        </a:spcAft>
                      </a:pPr>
                      <a:r>
                        <a:rPr lang="en-US" sz="1200">
                          <a:effectLst/>
                        </a:rPr>
                        <a:t>Rate</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40000"/>
                      </a:srgbClr>
                    </a:solidFill>
                  </a:tcPr>
                </a:tc>
                <a:extLst>
                  <a:ext uri="{0D108BD9-81ED-4DB2-BD59-A6C34878D82A}">
                    <a16:rowId xmlns:a16="http://schemas.microsoft.com/office/drawing/2014/main" xmlns="" val="10001"/>
                  </a:ext>
                </a:extLst>
              </a:tr>
              <a:tr h="695606">
                <a:tc>
                  <a:txBody>
                    <a:bodyPr/>
                    <a:lstStyle>
                      <a:lvl1pPr marR="0" algn="l" rtl="0">
                        <a:lnSpc>
                          <a:spcPct val="100000"/>
                        </a:lnSpc>
                        <a:spcBef>
                          <a:spcPts val="0"/>
                        </a:spcBef>
                        <a:spcAft>
                          <a:spcPts val="0"/>
                        </a:spcAft>
                        <a:buNone/>
                        <a:defRPr sz="1400" b="1" i="0" u="none" strike="noStrike" cap="none">
                          <a:solidFill>
                            <a:schemeClr val="lt1"/>
                          </a:solidFill>
                          <a:latin typeface="Rockwell"/>
                          <a:sym typeface="Arial"/>
                        </a:defRPr>
                      </a:lvl1pPr>
                      <a:lvl2pPr marR="0" algn="l" rtl="0">
                        <a:lnSpc>
                          <a:spcPct val="100000"/>
                        </a:lnSpc>
                        <a:spcBef>
                          <a:spcPts val="0"/>
                        </a:spcBef>
                        <a:spcAft>
                          <a:spcPts val="0"/>
                        </a:spcAft>
                        <a:buNone/>
                        <a:defRPr sz="1400" b="1" i="0" u="none" strike="noStrike" cap="none">
                          <a:solidFill>
                            <a:schemeClr val="lt1"/>
                          </a:solidFill>
                          <a:latin typeface="Rockwell"/>
                          <a:sym typeface="Arial"/>
                        </a:defRPr>
                      </a:lvl2pPr>
                      <a:lvl3pPr marR="0" algn="l" rtl="0">
                        <a:lnSpc>
                          <a:spcPct val="100000"/>
                        </a:lnSpc>
                        <a:spcBef>
                          <a:spcPts val="0"/>
                        </a:spcBef>
                        <a:spcAft>
                          <a:spcPts val="0"/>
                        </a:spcAft>
                        <a:buNone/>
                        <a:defRPr sz="1400" b="1" i="0" u="none" strike="noStrike" cap="none">
                          <a:solidFill>
                            <a:schemeClr val="lt1"/>
                          </a:solidFill>
                          <a:latin typeface="Rockwell"/>
                          <a:sym typeface="Arial"/>
                        </a:defRPr>
                      </a:lvl3pPr>
                      <a:lvl4pPr marR="0" algn="l" rtl="0">
                        <a:lnSpc>
                          <a:spcPct val="100000"/>
                        </a:lnSpc>
                        <a:spcBef>
                          <a:spcPts val="0"/>
                        </a:spcBef>
                        <a:spcAft>
                          <a:spcPts val="0"/>
                        </a:spcAft>
                        <a:buNone/>
                        <a:defRPr sz="1400" b="1" i="0" u="none" strike="noStrike" cap="none">
                          <a:solidFill>
                            <a:schemeClr val="lt1"/>
                          </a:solidFill>
                          <a:latin typeface="Rockwell"/>
                          <a:sym typeface="Arial"/>
                        </a:defRPr>
                      </a:lvl4pPr>
                      <a:lvl5pPr marR="0" algn="l" rtl="0">
                        <a:lnSpc>
                          <a:spcPct val="100000"/>
                        </a:lnSpc>
                        <a:spcBef>
                          <a:spcPts val="0"/>
                        </a:spcBef>
                        <a:spcAft>
                          <a:spcPts val="0"/>
                        </a:spcAft>
                        <a:buNone/>
                        <a:defRPr sz="1400" b="1" i="0" u="none" strike="noStrike" cap="none">
                          <a:solidFill>
                            <a:schemeClr val="lt1"/>
                          </a:solidFill>
                          <a:latin typeface="Rockwell"/>
                          <a:sym typeface="Arial"/>
                        </a:defRPr>
                      </a:lvl5pPr>
                      <a:lvl6pPr marR="0" algn="l" rtl="0">
                        <a:lnSpc>
                          <a:spcPct val="100000"/>
                        </a:lnSpc>
                        <a:spcBef>
                          <a:spcPts val="0"/>
                        </a:spcBef>
                        <a:spcAft>
                          <a:spcPts val="0"/>
                        </a:spcAft>
                        <a:buNone/>
                        <a:defRPr sz="1400" b="1" i="0" u="none" strike="noStrike" cap="none">
                          <a:solidFill>
                            <a:schemeClr val="lt1"/>
                          </a:solidFill>
                          <a:latin typeface="Rockwell"/>
                          <a:sym typeface="Arial"/>
                        </a:defRPr>
                      </a:lvl6pPr>
                      <a:lvl7pPr marR="0" algn="l" rtl="0">
                        <a:lnSpc>
                          <a:spcPct val="100000"/>
                        </a:lnSpc>
                        <a:spcBef>
                          <a:spcPts val="0"/>
                        </a:spcBef>
                        <a:spcAft>
                          <a:spcPts val="0"/>
                        </a:spcAft>
                        <a:buNone/>
                        <a:defRPr sz="1400" b="1" i="0" u="none" strike="noStrike" cap="none">
                          <a:solidFill>
                            <a:schemeClr val="lt1"/>
                          </a:solidFill>
                          <a:latin typeface="Rockwell"/>
                          <a:sym typeface="Arial"/>
                        </a:defRPr>
                      </a:lvl7pPr>
                      <a:lvl8pPr marR="0" algn="l" rtl="0">
                        <a:lnSpc>
                          <a:spcPct val="100000"/>
                        </a:lnSpc>
                        <a:spcBef>
                          <a:spcPts val="0"/>
                        </a:spcBef>
                        <a:spcAft>
                          <a:spcPts val="0"/>
                        </a:spcAft>
                        <a:buNone/>
                        <a:defRPr sz="1400" b="1" i="0" u="none" strike="noStrike" cap="none">
                          <a:solidFill>
                            <a:schemeClr val="lt1"/>
                          </a:solidFill>
                          <a:latin typeface="Rockwell"/>
                          <a:sym typeface="Arial"/>
                        </a:defRPr>
                      </a:lvl8pPr>
                      <a:lvl9pPr marR="0" algn="l" rtl="0">
                        <a:lnSpc>
                          <a:spcPct val="100000"/>
                        </a:lnSpc>
                        <a:spcBef>
                          <a:spcPts val="0"/>
                        </a:spcBef>
                        <a:spcAft>
                          <a:spcPts val="0"/>
                        </a:spcAft>
                        <a:buNone/>
                        <a:defRPr sz="1400" b="1" i="0" u="none" strike="noStrike" cap="none">
                          <a:solidFill>
                            <a:schemeClr val="lt1"/>
                          </a:solidFill>
                          <a:latin typeface="Rockwell"/>
                          <a:sym typeface="Arial"/>
                        </a:defRPr>
                      </a:lvl9pPr>
                    </a:lstStyle>
                    <a:p>
                      <a:pPr marL="0" marR="0">
                        <a:spcBef>
                          <a:spcPts val="300"/>
                        </a:spcBef>
                        <a:spcAft>
                          <a:spcPts val="300"/>
                        </a:spcAft>
                      </a:pPr>
                      <a:r>
                        <a:rPr lang="en-US" sz="1100">
                          <a:effectLst/>
                        </a:rPr>
                        <a:t>500.perlbench</a:t>
                      </a:r>
                      <a:r>
                        <a:rPr lang="en-US" sz="1200">
                          <a:effectLst/>
                        </a:rPr>
                        <a:t>_r</a:t>
                      </a:r>
                      <a:endParaRPr lang="en-US" sz="1200">
                        <a:effectLst/>
                        <a:latin typeface="Times" charset="0"/>
                        <a:ea typeface="Times New Roman" charset="0"/>
                        <a:cs typeface="Times New Roman" charset="0"/>
                      </a:endParaRPr>
                    </a:p>
                  </a:txBody>
                  <a:tcPr marL="68580" marR="68580" marT="0" marB="0"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ctr">
                        <a:spcBef>
                          <a:spcPts val="0"/>
                        </a:spcBef>
                        <a:spcAft>
                          <a:spcPts val="0"/>
                        </a:spcAft>
                      </a:pPr>
                      <a:r>
                        <a:rPr lang="en-US" sz="1200">
                          <a:effectLst/>
                        </a:rPr>
                        <a:t>1141</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2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ctr">
                        <a:spcBef>
                          <a:spcPts val="0"/>
                        </a:spcBef>
                        <a:spcAft>
                          <a:spcPts val="0"/>
                        </a:spcAft>
                      </a:pPr>
                      <a:r>
                        <a:rPr lang="en-US" sz="1200">
                          <a:effectLst/>
                        </a:rPr>
                        <a:t>1070</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2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ctr">
                        <a:spcBef>
                          <a:spcPts val="0"/>
                        </a:spcBef>
                        <a:spcAft>
                          <a:spcPts val="0"/>
                        </a:spcAft>
                      </a:pPr>
                      <a:r>
                        <a:rPr lang="en-US" sz="1200">
                          <a:effectLst/>
                        </a:rPr>
                        <a:t>933</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2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ctr">
                        <a:spcBef>
                          <a:spcPts val="0"/>
                        </a:spcBef>
                        <a:spcAft>
                          <a:spcPts val="0"/>
                        </a:spcAft>
                      </a:pPr>
                      <a:r>
                        <a:rPr lang="en-US" sz="1200">
                          <a:effectLst/>
                        </a:rPr>
                        <a:t>1310</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20000"/>
                      </a:srgbClr>
                    </a:solidFill>
                  </a:tcPr>
                </a:tc>
                <a:extLst>
                  <a:ext uri="{0D108BD9-81ED-4DB2-BD59-A6C34878D82A}">
                    <a16:rowId xmlns:a16="http://schemas.microsoft.com/office/drawing/2014/main" xmlns="" val="10002"/>
                  </a:ext>
                </a:extLst>
              </a:tr>
              <a:tr h="362925">
                <a:tc>
                  <a:txBody>
                    <a:bodyPr/>
                    <a:lstStyle>
                      <a:lvl1pPr marR="0" algn="l" rtl="0">
                        <a:lnSpc>
                          <a:spcPct val="100000"/>
                        </a:lnSpc>
                        <a:spcBef>
                          <a:spcPts val="0"/>
                        </a:spcBef>
                        <a:spcAft>
                          <a:spcPts val="0"/>
                        </a:spcAft>
                        <a:buNone/>
                        <a:defRPr sz="1400" b="1" i="0" u="none" strike="noStrike" cap="none">
                          <a:solidFill>
                            <a:schemeClr val="lt1"/>
                          </a:solidFill>
                          <a:latin typeface="Rockwell"/>
                          <a:sym typeface="Arial"/>
                        </a:defRPr>
                      </a:lvl1pPr>
                      <a:lvl2pPr marR="0" algn="l" rtl="0">
                        <a:lnSpc>
                          <a:spcPct val="100000"/>
                        </a:lnSpc>
                        <a:spcBef>
                          <a:spcPts val="0"/>
                        </a:spcBef>
                        <a:spcAft>
                          <a:spcPts val="0"/>
                        </a:spcAft>
                        <a:buNone/>
                        <a:defRPr sz="1400" b="1" i="0" u="none" strike="noStrike" cap="none">
                          <a:solidFill>
                            <a:schemeClr val="lt1"/>
                          </a:solidFill>
                          <a:latin typeface="Rockwell"/>
                          <a:sym typeface="Arial"/>
                        </a:defRPr>
                      </a:lvl2pPr>
                      <a:lvl3pPr marR="0" algn="l" rtl="0">
                        <a:lnSpc>
                          <a:spcPct val="100000"/>
                        </a:lnSpc>
                        <a:spcBef>
                          <a:spcPts val="0"/>
                        </a:spcBef>
                        <a:spcAft>
                          <a:spcPts val="0"/>
                        </a:spcAft>
                        <a:buNone/>
                        <a:defRPr sz="1400" b="1" i="0" u="none" strike="noStrike" cap="none">
                          <a:solidFill>
                            <a:schemeClr val="lt1"/>
                          </a:solidFill>
                          <a:latin typeface="Rockwell"/>
                          <a:sym typeface="Arial"/>
                        </a:defRPr>
                      </a:lvl3pPr>
                      <a:lvl4pPr marR="0" algn="l" rtl="0">
                        <a:lnSpc>
                          <a:spcPct val="100000"/>
                        </a:lnSpc>
                        <a:spcBef>
                          <a:spcPts val="0"/>
                        </a:spcBef>
                        <a:spcAft>
                          <a:spcPts val="0"/>
                        </a:spcAft>
                        <a:buNone/>
                        <a:defRPr sz="1400" b="1" i="0" u="none" strike="noStrike" cap="none">
                          <a:solidFill>
                            <a:schemeClr val="lt1"/>
                          </a:solidFill>
                          <a:latin typeface="Rockwell"/>
                          <a:sym typeface="Arial"/>
                        </a:defRPr>
                      </a:lvl4pPr>
                      <a:lvl5pPr marR="0" algn="l" rtl="0">
                        <a:lnSpc>
                          <a:spcPct val="100000"/>
                        </a:lnSpc>
                        <a:spcBef>
                          <a:spcPts val="0"/>
                        </a:spcBef>
                        <a:spcAft>
                          <a:spcPts val="0"/>
                        </a:spcAft>
                        <a:buNone/>
                        <a:defRPr sz="1400" b="1" i="0" u="none" strike="noStrike" cap="none">
                          <a:solidFill>
                            <a:schemeClr val="lt1"/>
                          </a:solidFill>
                          <a:latin typeface="Rockwell"/>
                          <a:sym typeface="Arial"/>
                        </a:defRPr>
                      </a:lvl5pPr>
                      <a:lvl6pPr marR="0" algn="l" rtl="0">
                        <a:lnSpc>
                          <a:spcPct val="100000"/>
                        </a:lnSpc>
                        <a:spcBef>
                          <a:spcPts val="0"/>
                        </a:spcBef>
                        <a:spcAft>
                          <a:spcPts val="0"/>
                        </a:spcAft>
                        <a:buNone/>
                        <a:defRPr sz="1400" b="1" i="0" u="none" strike="noStrike" cap="none">
                          <a:solidFill>
                            <a:schemeClr val="lt1"/>
                          </a:solidFill>
                          <a:latin typeface="Rockwell"/>
                          <a:sym typeface="Arial"/>
                        </a:defRPr>
                      </a:lvl6pPr>
                      <a:lvl7pPr marR="0" algn="l" rtl="0">
                        <a:lnSpc>
                          <a:spcPct val="100000"/>
                        </a:lnSpc>
                        <a:spcBef>
                          <a:spcPts val="0"/>
                        </a:spcBef>
                        <a:spcAft>
                          <a:spcPts val="0"/>
                        </a:spcAft>
                        <a:buNone/>
                        <a:defRPr sz="1400" b="1" i="0" u="none" strike="noStrike" cap="none">
                          <a:solidFill>
                            <a:schemeClr val="lt1"/>
                          </a:solidFill>
                          <a:latin typeface="Rockwell"/>
                          <a:sym typeface="Arial"/>
                        </a:defRPr>
                      </a:lvl7pPr>
                      <a:lvl8pPr marR="0" algn="l" rtl="0">
                        <a:lnSpc>
                          <a:spcPct val="100000"/>
                        </a:lnSpc>
                        <a:spcBef>
                          <a:spcPts val="0"/>
                        </a:spcBef>
                        <a:spcAft>
                          <a:spcPts val="0"/>
                        </a:spcAft>
                        <a:buNone/>
                        <a:defRPr sz="1400" b="1" i="0" u="none" strike="noStrike" cap="none">
                          <a:solidFill>
                            <a:schemeClr val="lt1"/>
                          </a:solidFill>
                          <a:latin typeface="Rockwell"/>
                          <a:sym typeface="Arial"/>
                        </a:defRPr>
                      </a:lvl8pPr>
                      <a:lvl9pPr marR="0" algn="l" rtl="0">
                        <a:lnSpc>
                          <a:spcPct val="100000"/>
                        </a:lnSpc>
                        <a:spcBef>
                          <a:spcPts val="0"/>
                        </a:spcBef>
                        <a:spcAft>
                          <a:spcPts val="0"/>
                        </a:spcAft>
                        <a:buNone/>
                        <a:defRPr sz="1400" b="1" i="0" u="none" strike="noStrike" cap="none">
                          <a:solidFill>
                            <a:schemeClr val="lt1"/>
                          </a:solidFill>
                          <a:latin typeface="Rockwell"/>
                          <a:sym typeface="Arial"/>
                        </a:defRPr>
                      </a:lvl9pPr>
                    </a:lstStyle>
                    <a:p>
                      <a:pPr marL="0" marR="0">
                        <a:spcBef>
                          <a:spcPts val="300"/>
                        </a:spcBef>
                        <a:spcAft>
                          <a:spcPts val="300"/>
                        </a:spcAft>
                      </a:pPr>
                      <a:r>
                        <a:rPr lang="en-US" sz="1100">
                          <a:effectLst/>
                        </a:rPr>
                        <a:t>502.gcc</a:t>
                      </a:r>
                      <a:r>
                        <a:rPr lang="en-US" sz="1200">
                          <a:effectLst/>
                        </a:rPr>
                        <a:t>_r</a:t>
                      </a:r>
                      <a:endParaRPr lang="en-US" sz="1200">
                        <a:effectLst/>
                        <a:latin typeface="Times" charset="0"/>
                        <a:ea typeface="Times New Roman" charset="0"/>
                        <a:cs typeface="Times New Roman" charset="0"/>
                      </a:endParaRPr>
                    </a:p>
                  </a:txBody>
                  <a:tcPr marL="68580" marR="68580"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ctr">
                        <a:spcBef>
                          <a:spcPts val="0"/>
                        </a:spcBef>
                        <a:spcAft>
                          <a:spcPts val="0"/>
                        </a:spcAft>
                      </a:pPr>
                      <a:r>
                        <a:rPr lang="en-US" sz="1200">
                          <a:effectLst/>
                        </a:rPr>
                        <a:t>1303</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4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ctr">
                        <a:spcBef>
                          <a:spcPts val="0"/>
                        </a:spcBef>
                        <a:spcAft>
                          <a:spcPts val="0"/>
                        </a:spcAft>
                      </a:pPr>
                      <a:r>
                        <a:rPr lang="en-US" sz="1200">
                          <a:effectLst/>
                        </a:rPr>
                        <a:t>835</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4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ctr">
                        <a:spcBef>
                          <a:spcPts val="0"/>
                        </a:spcBef>
                        <a:spcAft>
                          <a:spcPts val="0"/>
                        </a:spcAft>
                      </a:pPr>
                      <a:r>
                        <a:rPr lang="en-US" sz="1200">
                          <a:effectLst/>
                        </a:rPr>
                        <a:t>1276</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4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ctr">
                        <a:spcBef>
                          <a:spcPts val="0"/>
                        </a:spcBef>
                        <a:spcAft>
                          <a:spcPts val="0"/>
                        </a:spcAft>
                      </a:pPr>
                      <a:r>
                        <a:rPr lang="en-US" sz="1200">
                          <a:effectLst/>
                        </a:rPr>
                        <a:t>852</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40000"/>
                      </a:srgbClr>
                    </a:solidFill>
                  </a:tcPr>
                </a:tc>
                <a:extLst>
                  <a:ext uri="{0D108BD9-81ED-4DB2-BD59-A6C34878D82A}">
                    <a16:rowId xmlns:a16="http://schemas.microsoft.com/office/drawing/2014/main" xmlns="" val="10003"/>
                  </a:ext>
                </a:extLst>
              </a:tr>
              <a:tr h="362925">
                <a:tc>
                  <a:txBody>
                    <a:bodyPr/>
                    <a:lstStyle>
                      <a:lvl1pPr marR="0" algn="l" rtl="0">
                        <a:lnSpc>
                          <a:spcPct val="100000"/>
                        </a:lnSpc>
                        <a:spcBef>
                          <a:spcPts val="0"/>
                        </a:spcBef>
                        <a:spcAft>
                          <a:spcPts val="0"/>
                        </a:spcAft>
                        <a:buNone/>
                        <a:defRPr sz="1400" b="1" i="0" u="none" strike="noStrike" cap="none">
                          <a:solidFill>
                            <a:schemeClr val="lt1"/>
                          </a:solidFill>
                          <a:latin typeface="Rockwell"/>
                          <a:sym typeface="Arial"/>
                        </a:defRPr>
                      </a:lvl1pPr>
                      <a:lvl2pPr marR="0" algn="l" rtl="0">
                        <a:lnSpc>
                          <a:spcPct val="100000"/>
                        </a:lnSpc>
                        <a:spcBef>
                          <a:spcPts val="0"/>
                        </a:spcBef>
                        <a:spcAft>
                          <a:spcPts val="0"/>
                        </a:spcAft>
                        <a:buNone/>
                        <a:defRPr sz="1400" b="1" i="0" u="none" strike="noStrike" cap="none">
                          <a:solidFill>
                            <a:schemeClr val="lt1"/>
                          </a:solidFill>
                          <a:latin typeface="Rockwell"/>
                          <a:sym typeface="Arial"/>
                        </a:defRPr>
                      </a:lvl2pPr>
                      <a:lvl3pPr marR="0" algn="l" rtl="0">
                        <a:lnSpc>
                          <a:spcPct val="100000"/>
                        </a:lnSpc>
                        <a:spcBef>
                          <a:spcPts val="0"/>
                        </a:spcBef>
                        <a:spcAft>
                          <a:spcPts val="0"/>
                        </a:spcAft>
                        <a:buNone/>
                        <a:defRPr sz="1400" b="1" i="0" u="none" strike="noStrike" cap="none">
                          <a:solidFill>
                            <a:schemeClr val="lt1"/>
                          </a:solidFill>
                          <a:latin typeface="Rockwell"/>
                          <a:sym typeface="Arial"/>
                        </a:defRPr>
                      </a:lvl3pPr>
                      <a:lvl4pPr marR="0" algn="l" rtl="0">
                        <a:lnSpc>
                          <a:spcPct val="100000"/>
                        </a:lnSpc>
                        <a:spcBef>
                          <a:spcPts val="0"/>
                        </a:spcBef>
                        <a:spcAft>
                          <a:spcPts val="0"/>
                        </a:spcAft>
                        <a:buNone/>
                        <a:defRPr sz="1400" b="1" i="0" u="none" strike="noStrike" cap="none">
                          <a:solidFill>
                            <a:schemeClr val="lt1"/>
                          </a:solidFill>
                          <a:latin typeface="Rockwell"/>
                          <a:sym typeface="Arial"/>
                        </a:defRPr>
                      </a:lvl4pPr>
                      <a:lvl5pPr marR="0" algn="l" rtl="0">
                        <a:lnSpc>
                          <a:spcPct val="100000"/>
                        </a:lnSpc>
                        <a:spcBef>
                          <a:spcPts val="0"/>
                        </a:spcBef>
                        <a:spcAft>
                          <a:spcPts val="0"/>
                        </a:spcAft>
                        <a:buNone/>
                        <a:defRPr sz="1400" b="1" i="0" u="none" strike="noStrike" cap="none">
                          <a:solidFill>
                            <a:schemeClr val="lt1"/>
                          </a:solidFill>
                          <a:latin typeface="Rockwell"/>
                          <a:sym typeface="Arial"/>
                        </a:defRPr>
                      </a:lvl5pPr>
                      <a:lvl6pPr marR="0" algn="l" rtl="0">
                        <a:lnSpc>
                          <a:spcPct val="100000"/>
                        </a:lnSpc>
                        <a:spcBef>
                          <a:spcPts val="0"/>
                        </a:spcBef>
                        <a:spcAft>
                          <a:spcPts val="0"/>
                        </a:spcAft>
                        <a:buNone/>
                        <a:defRPr sz="1400" b="1" i="0" u="none" strike="noStrike" cap="none">
                          <a:solidFill>
                            <a:schemeClr val="lt1"/>
                          </a:solidFill>
                          <a:latin typeface="Rockwell"/>
                          <a:sym typeface="Arial"/>
                        </a:defRPr>
                      </a:lvl6pPr>
                      <a:lvl7pPr marR="0" algn="l" rtl="0">
                        <a:lnSpc>
                          <a:spcPct val="100000"/>
                        </a:lnSpc>
                        <a:spcBef>
                          <a:spcPts val="0"/>
                        </a:spcBef>
                        <a:spcAft>
                          <a:spcPts val="0"/>
                        </a:spcAft>
                        <a:buNone/>
                        <a:defRPr sz="1400" b="1" i="0" u="none" strike="noStrike" cap="none">
                          <a:solidFill>
                            <a:schemeClr val="lt1"/>
                          </a:solidFill>
                          <a:latin typeface="Rockwell"/>
                          <a:sym typeface="Arial"/>
                        </a:defRPr>
                      </a:lvl7pPr>
                      <a:lvl8pPr marR="0" algn="l" rtl="0">
                        <a:lnSpc>
                          <a:spcPct val="100000"/>
                        </a:lnSpc>
                        <a:spcBef>
                          <a:spcPts val="0"/>
                        </a:spcBef>
                        <a:spcAft>
                          <a:spcPts val="0"/>
                        </a:spcAft>
                        <a:buNone/>
                        <a:defRPr sz="1400" b="1" i="0" u="none" strike="noStrike" cap="none">
                          <a:solidFill>
                            <a:schemeClr val="lt1"/>
                          </a:solidFill>
                          <a:latin typeface="Rockwell"/>
                          <a:sym typeface="Arial"/>
                        </a:defRPr>
                      </a:lvl8pPr>
                      <a:lvl9pPr marR="0" algn="l" rtl="0">
                        <a:lnSpc>
                          <a:spcPct val="100000"/>
                        </a:lnSpc>
                        <a:spcBef>
                          <a:spcPts val="0"/>
                        </a:spcBef>
                        <a:spcAft>
                          <a:spcPts val="0"/>
                        </a:spcAft>
                        <a:buNone/>
                        <a:defRPr sz="1400" b="1" i="0" u="none" strike="noStrike" cap="none">
                          <a:solidFill>
                            <a:schemeClr val="lt1"/>
                          </a:solidFill>
                          <a:latin typeface="Rockwell"/>
                          <a:sym typeface="Arial"/>
                        </a:defRPr>
                      </a:lvl9pPr>
                    </a:lstStyle>
                    <a:p>
                      <a:pPr marL="0" marR="0">
                        <a:spcBef>
                          <a:spcPts val="300"/>
                        </a:spcBef>
                        <a:spcAft>
                          <a:spcPts val="300"/>
                        </a:spcAft>
                      </a:pPr>
                      <a:r>
                        <a:rPr lang="en-US" sz="1100">
                          <a:effectLst/>
                        </a:rPr>
                        <a:t>505.mcf</a:t>
                      </a:r>
                      <a:r>
                        <a:rPr lang="en-US" sz="1200">
                          <a:effectLst/>
                        </a:rPr>
                        <a:t>_r</a:t>
                      </a:r>
                      <a:endParaRPr lang="en-US" sz="1200">
                        <a:effectLst/>
                        <a:latin typeface="Times" charset="0"/>
                        <a:ea typeface="Times New Roman" charset="0"/>
                        <a:cs typeface="Times New Roman" charset="0"/>
                      </a:endParaRPr>
                    </a:p>
                  </a:txBody>
                  <a:tcPr marL="68580" marR="68580"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ctr">
                        <a:spcBef>
                          <a:spcPts val="0"/>
                        </a:spcBef>
                        <a:spcAft>
                          <a:spcPts val="0"/>
                        </a:spcAft>
                      </a:pPr>
                      <a:r>
                        <a:rPr lang="en-US" sz="1200">
                          <a:effectLst/>
                        </a:rPr>
                        <a:t>1433</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2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ctr">
                        <a:spcBef>
                          <a:spcPts val="0"/>
                        </a:spcBef>
                        <a:spcAft>
                          <a:spcPts val="0"/>
                        </a:spcAft>
                      </a:pPr>
                      <a:r>
                        <a:rPr lang="en-US" sz="1200">
                          <a:effectLst/>
                        </a:rPr>
                        <a:t>866</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2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ctr">
                        <a:spcBef>
                          <a:spcPts val="0"/>
                        </a:spcBef>
                        <a:spcAft>
                          <a:spcPts val="0"/>
                        </a:spcAft>
                      </a:pPr>
                      <a:r>
                        <a:rPr lang="en-US" sz="1200">
                          <a:effectLst/>
                        </a:rPr>
                        <a:t>1378</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2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ctr">
                        <a:spcBef>
                          <a:spcPts val="0"/>
                        </a:spcBef>
                        <a:spcAft>
                          <a:spcPts val="0"/>
                        </a:spcAft>
                      </a:pPr>
                      <a:r>
                        <a:rPr lang="en-US" sz="1200">
                          <a:effectLst/>
                        </a:rPr>
                        <a:t>901</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20000"/>
                      </a:srgbClr>
                    </a:solidFill>
                  </a:tcPr>
                </a:tc>
                <a:extLst>
                  <a:ext uri="{0D108BD9-81ED-4DB2-BD59-A6C34878D82A}">
                    <a16:rowId xmlns:a16="http://schemas.microsoft.com/office/drawing/2014/main" xmlns="" val="10004"/>
                  </a:ext>
                </a:extLst>
              </a:tr>
              <a:tr h="695606">
                <a:tc>
                  <a:txBody>
                    <a:bodyPr/>
                    <a:lstStyle>
                      <a:lvl1pPr marR="0" algn="l" rtl="0">
                        <a:lnSpc>
                          <a:spcPct val="100000"/>
                        </a:lnSpc>
                        <a:spcBef>
                          <a:spcPts val="0"/>
                        </a:spcBef>
                        <a:spcAft>
                          <a:spcPts val="0"/>
                        </a:spcAft>
                        <a:buNone/>
                        <a:defRPr sz="1400" b="1" i="0" u="none" strike="noStrike" cap="none">
                          <a:solidFill>
                            <a:schemeClr val="lt1"/>
                          </a:solidFill>
                          <a:latin typeface="Rockwell"/>
                          <a:sym typeface="Arial"/>
                        </a:defRPr>
                      </a:lvl1pPr>
                      <a:lvl2pPr marR="0" algn="l" rtl="0">
                        <a:lnSpc>
                          <a:spcPct val="100000"/>
                        </a:lnSpc>
                        <a:spcBef>
                          <a:spcPts val="0"/>
                        </a:spcBef>
                        <a:spcAft>
                          <a:spcPts val="0"/>
                        </a:spcAft>
                        <a:buNone/>
                        <a:defRPr sz="1400" b="1" i="0" u="none" strike="noStrike" cap="none">
                          <a:solidFill>
                            <a:schemeClr val="lt1"/>
                          </a:solidFill>
                          <a:latin typeface="Rockwell"/>
                          <a:sym typeface="Arial"/>
                        </a:defRPr>
                      </a:lvl2pPr>
                      <a:lvl3pPr marR="0" algn="l" rtl="0">
                        <a:lnSpc>
                          <a:spcPct val="100000"/>
                        </a:lnSpc>
                        <a:spcBef>
                          <a:spcPts val="0"/>
                        </a:spcBef>
                        <a:spcAft>
                          <a:spcPts val="0"/>
                        </a:spcAft>
                        <a:buNone/>
                        <a:defRPr sz="1400" b="1" i="0" u="none" strike="noStrike" cap="none">
                          <a:solidFill>
                            <a:schemeClr val="lt1"/>
                          </a:solidFill>
                          <a:latin typeface="Rockwell"/>
                          <a:sym typeface="Arial"/>
                        </a:defRPr>
                      </a:lvl3pPr>
                      <a:lvl4pPr marR="0" algn="l" rtl="0">
                        <a:lnSpc>
                          <a:spcPct val="100000"/>
                        </a:lnSpc>
                        <a:spcBef>
                          <a:spcPts val="0"/>
                        </a:spcBef>
                        <a:spcAft>
                          <a:spcPts val="0"/>
                        </a:spcAft>
                        <a:buNone/>
                        <a:defRPr sz="1400" b="1" i="0" u="none" strike="noStrike" cap="none">
                          <a:solidFill>
                            <a:schemeClr val="lt1"/>
                          </a:solidFill>
                          <a:latin typeface="Rockwell"/>
                          <a:sym typeface="Arial"/>
                        </a:defRPr>
                      </a:lvl4pPr>
                      <a:lvl5pPr marR="0" algn="l" rtl="0">
                        <a:lnSpc>
                          <a:spcPct val="100000"/>
                        </a:lnSpc>
                        <a:spcBef>
                          <a:spcPts val="0"/>
                        </a:spcBef>
                        <a:spcAft>
                          <a:spcPts val="0"/>
                        </a:spcAft>
                        <a:buNone/>
                        <a:defRPr sz="1400" b="1" i="0" u="none" strike="noStrike" cap="none">
                          <a:solidFill>
                            <a:schemeClr val="lt1"/>
                          </a:solidFill>
                          <a:latin typeface="Rockwell"/>
                          <a:sym typeface="Arial"/>
                        </a:defRPr>
                      </a:lvl5pPr>
                      <a:lvl6pPr marR="0" algn="l" rtl="0">
                        <a:lnSpc>
                          <a:spcPct val="100000"/>
                        </a:lnSpc>
                        <a:spcBef>
                          <a:spcPts val="0"/>
                        </a:spcBef>
                        <a:spcAft>
                          <a:spcPts val="0"/>
                        </a:spcAft>
                        <a:buNone/>
                        <a:defRPr sz="1400" b="1" i="0" u="none" strike="noStrike" cap="none">
                          <a:solidFill>
                            <a:schemeClr val="lt1"/>
                          </a:solidFill>
                          <a:latin typeface="Rockwell"/>
                          <a:sym typeface="Arial"/>
                        </a:defRPr>
                      </a:lvl6pPr>
                      <a:lvl7pPr marR="0" algn="l" rtl="0">
                        <a:lnSpc>
                          <a:spcPct val="100000"/>
                        </a:lnSpc>
                        <a:spcBef>
                          <a:spcPts val="0"/>
                        </a:spcBef>
                        <a:spcAft>
                          <a:spcPts val="0"/>
                        </a:spcAft>
                        <a:buNone/>
                        <a:defRPr sz="1400" b="1" i="0" u="none" strike="noStrike" cap="none">
                          <a:solidFill>
                            <a:schemeClr val="lt1"/>
                          </a:solidFill>
                          <a:latin typeface="Rockwell"/>
                          <a:sym typeface="Arial"/>
                        </a:defRPr>
                      </a:lvl7pPr>
                      <a:lvl8pPr marR="0" algn="l" rtl="0">
                        <a:lnSpc>
                          <a:spcPct val="100000"/>
                        </a:lnSpc>
                        <a:spcBef>
                          <a:spcPts val="0"/>
                        </a:spcBef>
                        <a:spcAft>
                          <a:spcPts val="0"/>
                        </a:spcAft>
                        <a:buNone/>
                        <a:defRPr sz="1400" b="1" i="0" u="none" strike="noStrike" cap="none">
                          <a:solidFill>
                            <a:schemeClr val="lt1"/>
                          </a:solidFill>
                          <a:latin typeface="Rockwell"/>
                          <a:sym typeface="Arial"/>
                        </a:defRPr>
                      </a:lvl8pPr>
                      <a:lvl9pPr marR="0" algn="l" rtl="0">
                        <a:lnSpc>
                          <a:spcPct val="100000"/>
                        </a:lnSpc>
                        <a:spcBef>
                          <a:spcPts val="0"/>
                        </a:spcBef>
                        <a:spcAft>
                          <a:spcPts val="0"/>
                        </a:spcAft>
                        <a:buNone/>
                        <a:defRPr sz="1400" b="1" i="0" u="none" strike="noStrike" cap="none">
                          <a:solidFill>
                            <a:schemeClr val="lt1"/>
                          </a:solidFill>
                          <a:latin typeface="Rockwell"/>
                          <a:sym typeface="Arial"/>
                        </a:defRPr>
                      </a:lvl9pPr>
                    </a:lstStyle>
                    <a:p>
                      <a:pPr marL="0" marR="0">
                        <a:spcBef>
                          <a:spcPts val="300"/>
                        </a:spcBef>
                        <a:spcAft>
                          <a:spcPts val="300"/>
                        </a:spcAft>
                      </a:pPr>
                      <a:r>
                        <a:rPr lang="en-US" sz="1100">
                          <a:effectLst/>
                        </a:rPr>
                        <a:t>520.omnetpp</a:t>
                      </a:r>
                      <a:r>
                        <a:rPr lang="en-US" sz="1200">
                          <a:effectLst/>
                        </a:rPr>
                        <a:t>_r</a:t>
                      </a:r>
                      <a:endParaRPr lang="en-US" sz="1200">
                        <a:effectLst/>
                        <a:latin typeface="Times" charset="0"/>
                        <a:ea typeface="Times New Roman" charset="0"/>
                        <a:cs typeface="Times New Roman" charset="0"/>
                      </a:endParaRPr>
                    </a:p>
                  </a:txBody>
                  <a:tcPr marL="68580" marR="68580"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ctr">
                        <a:spcBef>
                          <a:spcPts val="0"/>
                        </a:spcBef>
                        <a:spcAft>
                          <a:spcPts val="0"/>
                        </a:spcAft>
                      </a:pPr>
                      <a:r>
                        <a:rPr lang="en-US" sz="1200">
                          <a:effectLst/>
                        </a:rPr>
                        <a:t>1664</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4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ctr">
                        <a:spcBef>
                          <a:spcPts val="0"/>
                        </a:spcBef>
                        <a:spcAft>
                          <a:spcPts val="0"/>
                        </a:spcAft>
                      </a:pPr>
                      <a:r>
                        <a:rPr lang="en-US" sz="1200">
                          <a:effectLst/>
                        </a:rPr>
                        <a:t>606</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4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ctr">
                        <a:spcBef>
                          <a:spcPts val="0"/>
                        </a:spcBef>
                        <a:spcAft>
                          <a:spcPts val="0"/>
                        </a:spcAft>
                      </a:pPr>
                      <a:r>
                        <a:rPr lang="en-US" sz="1200">
                          <a:effectLst/>
                        </a:rPr>
                        <a:t>1634</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4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ctr">
                        <a:spcBef>
                          <a:spcPts val="0"/>
                        </a:spcBef>
                        <a:spcAft>
                          <a:spcPts val="0"/>
                        </a:spcAft>
                      </a:pPr>
                      <a:r>
                        <a:rPr lang="en-US" sz="1200">
                          <a:effectLst/>
                        </a:rPr>
                        <a:t>617</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40000"/>
                      </a:srgbClr>
                    </a:solidFill>
                  </a:tcPr>
                </a:tc>
                <a:extLst>
                  <a:ext uri="{0D108BD9-81ED-4DB2-BD59-A6C34878D82A}">
                    <a16:rowId xmlns:a16="http://schemas.microsoft.com/office/drawing/2014/main" xmlns="" val="10005"/>
                  </a:ext>
                </a:extLst>
              </a:tr>
              <a:tr h="695606">
                <a:tc>
                  <a:txBody>
                    <a:bodyPr/>
                    <a:lstStyle>
                      <a:lvl1pPr marR="0" algn="l" rtl="0">
                        <a:lnSpc>
                          <a:spcPct val="100000"/>
                        </a:lnSpc>
                        <a:spcBef>
                          <a:spcPts val="0"/>
                        </a:spcBef>
                        <a:spcAft>
                          <a:spcPts val="0"/>
                        </a:spcAft>
                        <a:buNone/>
                        <a:defRPr sz="1400" b="1" i="0" u="none" strike="noStrike" cap="none">
                          <a:solidFill>
                            <a:schemeClr val="lt1"/>
                          </a:solidFill>
                          <a:latin typeface="Rockwell"/>
                          <a:sym typeface="Arial"/>
                        </a:defRPr>
                      </a:lvl1pPr>
                      <a:lvl2pPr marR="0" algn="l" rtl="0">
                        <a:lnSpc>
                          <a:spcPct val="100000"/>
                        </a:lnSpc>
                        <a:spcBef>
                          <a:spcPts val="0"/>
                        </a:spcBef>
                        <a:spcAft>
                          <a:spcPts val="0"/>
                        </a:spcAft>
                        <a:buNone/>
                        <a:defRPr sz="1400" b="1" i="0" u="none" strike="noStrike" cap="none">
                          <a:solidFill>
                            <a:schemeClr val="lt1"/>
                          </a:solidFill>
                          <a:latin typeface="Rockwell"/>
                          <a:sym typeface="Arial"/>
                        </a:defRPr>
                      </a:lvl2pPr>
                      <a:lvl3pPr marR="0" algn="l" rtl="0">
                        <a:lnSpc>
                          <a:spcPct val="100000"/>
                        </a:lnSpc>
                        <a:spcBef>
                          <a:spcPts val="0"/>
                        </a:spcBef>
                        <a:spcAft>
                          <a:spcPts val="0"/>
                        </a:spcAft>
                        <a:buNone/>
                        <a:defRPr sz="1400" b="1" i="0" u="none" strike="noStrike" cap="none">
                          <a:solidFill>
                            <a:schemeClr val="lt1"/>
                          </a:solidFill>
                          <a:latin typeface="Rockwell"/>
                          <a:sym typeface="Arial"/>
                        </a:defRPr>
                      </a:lvl3pPr>
                      <a:lvl4pPr marR="0" algn="l" rtl="0">
                        <a:lnSpc>
                          <a:spcPct val="100000"/>
                        </a:lnSpc>
                        <a:spcBef>
                          <a:spcPts val="0"/>
                        </a:spcBef>
                        <a:spcAft>
                          <a:spcPts val="0"/>
                        </a:spcAft>
                        <a:buNone/>
                        <a:defRPr sz="1400" b="1" i="0" u="none" strike="noStrike" cap="none">
                          <a:solidFill>
                            <a:schemeClr val="lt1"/>
                          </a:solidFill>
                          <a:latin typeface="Rockwell"/>
                          <a:sym typeface="Arial"/>
                        </a:defRPr>
                      </a:lvl4pPr>
                      <a:lvl5pPr marR="0" algn="l" rtl="0">
                        <a:lnSpc>
                          <a:spcPct val="100000"/>
                        </a:lnSpc>
                        <a:spcBef>
                          <a:spcPts val="0"/>
                        </a:spcBef>
                        <a:spcAft>
                          <a:spcPts val="0"/>
                        </a:spcAft>
                        <a:buNone/>
                        <a:defRPr sz="1400" b="1" i="0" u="none" strike="noStrike" cap="none">
                          <a:solidFill>
                            <a:schemeClr val="lt1"/>
                          </a:solidFill>
                          <a:latin typeface="Rockwell"/>
                          <a:sym typeface="Arial"/>
                        </a:defRPr>
                      </a:lvl5pPr>
                      <a:lvl6pPr marR="0" algn="l" rtl="0">
                        <a:lnSpc>
                          <a:spcPct val="100000"/>
                        </a:lnSpc>
                        <a:spcBef>
                          <a:spcPts val="0"/>
                        </a:spcBef>
                        <a:spcAft>
                          <a:spcPts val="0"/>
                        </a:spcAft>
                        <a:buNone/>
                        <a:defRPr sz="1400" b="1" i="0" u="none" strike="noStrike" cap="none">
                          <a:solidFill>
                            <a:schemeClr val="lt1"/>
                          </a:solidFill>
                          <a:latin typeface="Rockwell"/>
                          <a:sym typeface="Arial"/>
                        </a:defRPr>
                      </a:lvl6pPr>
                      <a:lvl7pPr marR="0" algn="l" rtl="0">
                        <a:lnSpc>
                          <a:spcPct val="100000"/>
                        </a:lnSpc>
                        <a:spcBef>
                          <a:spcPts val="0"/>
                        </a:spcBef>
                        <a:spcAft>
                          <a:spcPts val="0"/>
                        </a:spcAft>
                        <a:buNone/>
                        <a:defRPr sz="1400" b="1" i="0" u="none" strike="noStrike" cap="none">
                          <a:solidFill>
                            <a:schemeClr val="lt1"/>
                          </a:solidFill>
                          <a:latin typeface="Rockwell"/>
                          <a:sym typeface="Arial"/>
                        </a:defRPr>
                      </a:lvl7pPr>
                      <a:lvl8pPr marR="0" algn="l" rtl="0">
                        <a:lnSpc>
                          <a:spcPct val="100000"/>
                        </a:lnSpc>
                        <a:spcBef>
                          <a:spcPts val="0"/>
                        </a:spcBef>
                        <a:spcAft>
                          <a:spcPts val="0"/>
                        </a:spcAft>
                        <a:buNone/>
                        <a:defRPr sz="1400" b="1" i="0" u="none" strike="noStrike" cap="none">
                          <a:solidFill>
                            <a:schemeClr val="lt1"/>
                          </a:solidFill>
                          <a:latin typeface="Rockwell"/>
                          <a:sym typeface="Arial"/>
                        </a:defRPr>
                      </a:lvl8pPr>
                      <a:lvl9pPr marR="0" algn="l" rtl="0">
                        <a:lnSpc>
                          <a:spcPct val="100000"/>
                        </a:lnSpc>
                        <a:spcBef>
                          <a:spcPts val="0"/>
                        </a:spcBef>
                        <a:spcAft>
                          <a:spcPts val="0"/>
                        </a:spcAft>
                        <a:buNone/>
                        <a:defRPr sz="1400" b="1" i="0" u="none" strike="noStrike" cap="none">
                          <a:solidFill>
                            <a:schemeClr val="lt1"/>
                          </a:solidFill>
                          <a:latin typeface="Rockwell"/>
                          <a:sym typeface="Arial"/>
                        </a:defRPr>
                      </a:lvl9pPr>
                    </a:lstStyle>
                    <a:p>
                      <a:pPr marL="0" marR="0">
                        <a:spcBef>
                          <a:spcPts val="300"/>
                        </a:spcBef>
                        <a:spcAft>
                          <a:spcPts val="300"/>
                        </a:spcAft>
                      </a:pPr>
                      <a:r>
                        <a:rPr lang="en-US" sz="1100">
                          <a:effectLst/>
                        </a:rPr>
                        <a:t>523.xalancbmk</a:t>
                      </a:r>
                      <a:r>
                        <a:rPr lang="en-US" sz="1200">
                          <a:effectLst/>
                        </a:rPr>
                        <a:t>_r</a:t>
                      </a:r>
                      <a:endParaRPr lang="en-US" sz="1200">
                        <a:effectLst/>
                        <a:latin typeface="Times" charset="0"/>
                        <a:ea typeface="Times New Roman" charset="0"/>
                        <a:cs typeface="Times New Roman" charset="0"/>
                      </a:endParaRPr>
                    </a:p>
                  </a:txBody>
                  <a:tcPr marL="68580" marR="68580"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ctr">
                        <a:spcBef>
                          <a:spcPts val="0"/>
                        </a:spcBef>
                        <a:spcAft>
                          <a:spcPts val="0"/>
                        </a:spcAft>
                      </a:pPr>
                      <a:r>
                        <a:rPr lang="en-US" sz="1200">
                          <a:effectLst/>
                        </a:rPr>
                        <a:t>722</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2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ctr">
                        <a:spcBef>
                          <a:spcPts val="0"/>
                        </a:spcBef>
                        <a:spcAft>
                          <a:spcPts val="0"/>
                        </a:spcAft>
                      </a:pPr>
                      <a:r>
                        <a:rPr lang="en-US" sz="1200">
                          <a:effectLst/>
                        </a:rPr>
                        <a:t>1120</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2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ctr">
                        <a:spcBef>
                          <a:spcPts val="0"/>
                        </a:spcBef>
                        <a:spcAft>
                          <a:spcPts val="0"/>
                        </a:spcAft>
                      </a:pPr>
                      <a:r>
                        <a:rPr lang="en-US" sz="1200">
                          <a:effectLst/>
                        </a:rPr>
                        <a:t>713</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2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ctr">
                        <a:spcBef>
                          <a:spcPts val="0"/>
                        </a:spcBef>
                        <a:spcAft>
                          <a:spcPts val="0"/>
                        </a:spcAft>
                      </a:pPr>
                      <a:r>
                        <a:rPr lang="en-US" sz="1200">
                          <a:effectLst/>
                        </a:rPr>
                        <a:t>1140</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20000"/>
                      </a:srgbClr>
                    </a:solidFill>
                  </a:tcPr>
                </a:tc>
                <a:extLst>
                  <a:ext uri="{0D108BD9-81ED-4DB2-BD59-A6C34878D82A}">
                    <a16:rowId xmlns:a16="http://schemas.microsoft.com/office/drawing/2014/main" xmlns="" val="10006"/>
                  </a:ext>
                </a:extLst>
              </a:tr>
              <a:tr h="362925">
                <a:tc>
                  <a:txBody>
                    <a:bodyPr/>
                    <a:lstStyle>
                      <a:lvl1pPr marR="0" algn="l" rtl="0">
                        <a:lnSpc>
                          <a:spcPct val="100000"/>
                        </a:lnSpc>
                        <a:spcBef>
                          <a:spcPts val="0"/>
                        </a:spcBef>
                        <a:spcAft>
                          <a:spcPts val="0"/>
                        </a:spcAft>
                        <a:buNone/>
                        <a:defRPr sz="1400" b="1" i="0" u="none" strike="noStrike" cap="none">
                          <a:solidFill>
                            <a:schemeClr val="lt1"/>
                          </a:solidFill>
                          <a:latin typeface="Rockwell"/>
                          <a:sym typeface="Arial"/>
                        </a:defRPr>
                      </a:lvl1pPr>
                      <a:lvl2pPr marR="0" algn="l" rtl="0">
                        <a:lnSpc>
                          <a:spcPct val="100000"/>
                        </a:lnSpc>
                        <a:spcBef>
                          <a:spcPts val="0"/>
                        </a:spcBef>
                        <a:spcAft>
                          <a:spcPts val="0"/>
                        </a:spcAft>
                        <a:buNone/>
                        <a:defRPr sz="1400" b="1" i="0" u="none" strike="noStrike" cap="none">
                          <a:solidFill>
                            <a:schemeClr val="lt1"/>
                          </a:solidFill>
                          <a:latin typeface="Rockwell"/>
                          <a:sym typeface="Arial"/>
                        </a:defRPr>
                      </a:lvl2pPr>
                      <a:lvl3pPr marR="0" algn="l" rtl="0">
                        <a:lnSpc>
                          <a:spcPct val="100000"/>
                        </a:lnSpc>
                        <a:spcBef>
                          <a:spcPts val="0"/>
                        </a:spcBef>
                        <a:spcAft>
                          <a:spcPts val="0"/>
                        </a:spcAft>
                        <a:buNone/>
                        <a:defRPr sz="1400" b="1" i="0" u="none" strike="noStrike" cap="none">
                          <a:solidFill>
                            <a:schemeClr val="lt1"/>
                          </a:solidFill>
                          <a:latin typeface="Rockwell"/>
                          <a:sym typeface="Arial"/>
                        </a:defRPr>
                      </a:lvl3pPr>
                      <a:lvl4pPr marR="0" algn="l" rtl="0">
                        <a:lnSpc>
                          <a:spcPct val="100000"/>
                        </a:lnSpc>
                        <a:spcBef>
                          <a:spcPts val="0"/>
                        </a:spcBef>
                        <a:spcAft>
                          <a:spcPts val="0"/>
                        </a:spcAft>
                        <a:buNone/>
                        <a:defRPr sz="1400" b="1" i="0" u="none" strike="noStrike" cap="none">
                          <a:solidFill>
                            <a:schemeClr val="lt1"/>
                          </a:solidFill>
                          <a:latin typeface="Rockwell"/>
                          <a:sym typeface="Arial"/>
                        </a:defRPr>
                      </a:lvl4pPr>
                      <a:lvl5pPr marR="0" algn="l" rtl="0">
                        <a:lnSpc>
                          <a:spcPct val="100000"/>
                        </a:lnSpc>
                        <a:spcBef>
                          <a:spcPts val="0"/>
                        </a:spcBef>
                        <a:spcAft>
                          <a:spcPts val="0"/>
                        </a:spcAft>
                        <a:buNone/>
                        <a:defRPr sz="1400" b="1" i="0" u="none" strike="noStrike" cap="none">
                          <a:solidFill>
                            <a:schemeClr val="lt1"/>
                          </a:solidFill>
                          <a:latin typeface="Rockwell"/>
                          <a:sym typeface="Arial"/>
                        </a:defRPr>
                      </a:lvl5pPr>
                      <a:lvl6pPr marR="0" algn="l" rtl="0">
                        <a:lnSpc>
                          <a:spcPct val="100000"/>
                        </a:lnSpc>
                        <a:spcBef>
                          <a:spcPts val="0"/>
                        </a:spcBef>
                        <a:spcAft>
                          <a:spcPts val="0"/>
                        </a:spcAft>
                        <a:buNone/>
                        <a:defRPr sz="1400" b="1" i="0" u="none" strike="noStrike" cap="none">
                          <a:solidFill>
                            <a:schemeClr val="lt1"/>
                          </a:solidFill>
                          <a:latin typeface="Rockwell"/>
                          <a:sym typeface="Arial"/>
                        </a:defRPr>
                      </a:lvl6pPr>
                      <a:lvl7pPr marR="0" algn="l" rtl="0">
                        <a:lnSpc>
                          <a:spcPct val="100000"/>
                        </a:lnSpc>
                        <a:spcBef>
                          <a:spcPts val="0"/>
                        </a:spcBef>
                        <a:spcAft>
                          <a:spcPts val="0"/>
                        </a:spcAft>
                        <a:buNone/>
                        <a:defRPr sz="1400" b="1" i="0" u="none" strike="noStrike" cap="none">
                          <a:solidFill>
                            <a:schemeClr val="lt1"/>
                          </a:solidFill>
                          <a:latin typeface="Rockwell"/>
                          <a:sym typeface="Arial"/>
                        </a:defRPr>
                      </a:lvl7pPr>
                      <a:lvl8pPr marR="0" algn="l" rtl="0">
                        <a:lnSpc>
                          <a:spcPct val="100000"/>
                        </a:lnSpc>
                        <a:spcBef>
                          <a:spcPts val="0"/>
                        </a:spcBef>
                        <a:spcAft>
                          <a:spcPts val="0"/>
                        </a:spcAft>
                        <a:buNone/>
                        <a:defRPr sz="1400" b="1" i="0" u="none" strike="noStrike" cap="none">
                          <a:solidFill>
                            <a:schemeClr val="lt1"/>
                          </a:solidFill>
                          <a:latin typeface="Rockwell"/>
                          <a:sym typeface="Arial"/>
                        </a:defRPr>
                      </a:lvl8pPr>
                      <a:lvl9pPr marR="0" algn="l" rtl="0">
                        <a:lnSpc>
                          <a:spcPct val="100000"/>
                        </a:lnSpc>
                        <a:spcBef>
                          <a:spcPts val="0"/>
                        </a:spcBef>
                        <a:spcAft>
                          <a:spcPts val="0"/>
                        </a:spcAft>
                        <a:buNone/>
                        <a:defRPr sz="1400" b="1" i="0" u="none" strike="noStrike" cap="none">
                          <a:solidFill>
                            <a:schemeClr val="lt1"/>
                          </a:solidFill>
                          <a:latin typeface="Rockwell"/>
                          <a:sym typeface="Arial"/>
                        </a:defRPr>
                      </a:lvl9pPr>
                    </a:lstStyle>
                    <a:p>
                      <a:pPr marL="0" marR="0">
                        <a:spcBef>
                          <a:spcPts val="300"/>
                        </a:spcBef>
                        <a:spcAft>
                          <a:spcPts val="300"/>
                        </a:spcAft>
                      </a:pPr>
                      <a:r>
                        <a:rPr lang="en-US" sz="1100">
                          <a:effectLst/>
                        </a:rPr>
                        <a:t>525.x264</a:t>
                      </a:r>
                      <a:r>
                        <a:rPr lang="en-US" sz="1200">
                          <a:effectLst/>
                        </a:rPr>
                        <a:t>_r</a:t>
                      </a:r>
                      <a:endParaRPr lang="en-US" sz="1200">
                        <a:effectLst/>
                        <a:latin typeface="Times" charset="0"/>
                        <a:ea typeface="Times New Roman" charset="0"/>
                        <a:cs typeface="Times New Roman" charset="0"/>
                      </a:endParaRPr>
                    </a:p>
                  </a:txBody>
                  <a:tcPr marL="68580" marR="68580"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ctr">
                        <a:spcBef>
                          <a:spcPts val="0"/>
                        </a:spcBef>
                        <a:spcAft>
                          <a:spcPts val="0"/>
                        </a:spcAft>
                      </a:pPr>
                      <a:r>
                        <a:rPr lang="en-US" sz="1200">
                          <a:effectLst/>
                        </a:rPr>
                        <a:t>655</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4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ctr">
                        <a:spcBef>
                          <a:spcPts val="0"/>
                        </a:spcBef>
                        <a:spcAft>
                          <a:spcPts val="0"/>
                        </a:spcAft>
                      </a:pPr>
                      <a:r>
                        <a:rPr lang="en-US" sz="1200">
                          <a:effectLst/>
                        </a:rPr>
                        <a:t>2053</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4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ctr">
                        <a:spcBef>
                          <a:spcPts val="0"/>
                        </a:spcBef>
                        <a:spcAft>
                          <a:spcPts val="0"/>
                        </a:spcAft>
                      </a:pPr>
                      <a:r>
                        <a:rPr lang="en-US" sz="1200">
                          <a:effectLst/>
                        </a:rPr>
                        <a:t>661</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4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ctr">
                        <a:spcBef>
                          <a:spcPts val="0"/>
                        </a:spcBef>
                        <a:spcAft>
                          <a:spcPts val="0"/>
                        </a:spcAft>
                      </a:pPr>
                      <a:r>
                        <a:rPr lang="en-US" sz="1200">
                          <a:effectLst/>
                        </a:rPr>
                        <a:t>2030</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40000"/>
                      </a:srgbClr>
                    </a:solidFill>
                  </a:tcPr>
                </a:tc>
                <a:extLst>
                  <a:ext uri="{0D108BD9-81ED-4DB2-BD59-A6C34878D82A}">
                    <a16:rowId xmlns:a16="http://schemas.microsoft.com/office/drawing/2014/main" xmlns="" val="10007"/>
                  </a:ext>
                </a:extLst>
              </a:tr>
              <a:tr h="695606">
                <a:tc>
                  <a:txBody>
                    <a:bodyPr/>
                    <a:lstStyle>
                      <a:lvl1pPr marR="0" algn="l" rtl="0">
                        <a:lnSpc>
                          <a:spcPct val="100000"/>
                        </a:lnSpc>
                        <a:spcBef>
                          <a:spcPts val="0"/>
                        </a:spcBef>
                        <a:spcAft>
                          <a:spcPts val="0"/>
                        </a:spcAft>
                        <a:buNone/>
                        <a:defRPr sz="1400" b="1" i="0" u="none" strike="noStrike" cap="none">
                          <a:solidFill>
                            <a:schemeClr val="lt1"/>
                          </a:solidFill>
                          <a:latin typeface="Rockwell"/>
                          <a:sym typeface="Arial"/>
                        </a:defRPr>
                      </a:lvl1pPr>
                      <a:lvl2pPr marR="0" algn="l" rtl="0">
                        <a:lnSpc>
                          <a:spcPct val="100000"/>
                        </a:lnSpc>
                        <a:spcBef>
                          <a:spcPts val="0"/>
                        </a:spcBef>
                        <a:spcAft>
                          <a:spcPts val="0"/>
                        </a:spcAft>
                        <a:buNone/>
                        <a:defRPr sz="1400" b="1" i="0" u="none" strike="noStrike" cap="none">
                          <a:solidFill>
                            <a:schemeClr val="lt1"/>
                          </a:solidFill>
                          <a:latin typeface="Rockwell"/>
                          <a:sym typeface="Arial"/>
                        </a:defRPr>
                      </a:lvl2pPr>
                      <a:lvl3pPr marR="0" algn="l" rtl="0">
                        <a:lnSpc>
                          <a:spcPct val="100000"/>
                        </a:lnSpc>
                        <a:spcBef>
                          <a:spcPts val="0"/>
                        </a:spcBef>
                        <a:spcAft>
                          <a:spcPts val="0"/>
                        </a:spcAft>
                        <a:buNone/>
                        <a:defRPr sz="1400" b="1" i="0" u="none" strike="noStrike" cap="none">
                          <a:solidFill>
                            <a:schemeClr val="lt1"/>
                          </a:solidFill>
                          <a:latin typeface="Rockwell"/>
                          <a:sym typeface="Arial"/>
                        </a:defRPr>
                      </a:lvl3pPr>
                      <a:lvl4pPr marR="0" algn="l" rtl="0">
                        <a:lnSpc>
                          <a:spcPct val="100000"/>
                        </a:lnSpc>
                        <a:spcBef>
                          <a:spcPts val="0"/>
                        </a:spcBef>
                        <a:spcAft>
                          <a:spcPts val="0"/>
                        </a:spcAft>
                        <a:buNone/>
                        <a:defRPr sz="1400" b="1" i="0" u="none" strike="noStrike" cap="none">
                          <a:solidFill>
                            <a:schemeClr val="lt1"/>
                          </a:solidFill>
                          <a:latin typeface="Rockwell"/>
                          <a:sym typeface="Arial"/>
                        </a:defRPr>
                      </a:lvl4pPr>
                      <a:lvl5pPr marR="0" algn="l" rtl="0">
                        <a:lnSpc>
                          <a:spcPct val="100000"/>
                        </a:lnSpc>
                        <a:spcBef>
                          <a:spcPts val="0"/>
                        </a:spcBef>
                        <a:spcAft>
                          <a:spcPts val="0"/>
                        </a:spcAft>
                        <a:buNone/>
                        <a:defRPr sz="1400" b="1" i="0" u="none" strike="noStrike" cap="none">
                          <a:solidFill>
                            <a:schemeClr val="lt1"/>
                          </a:solidFill>
                          <a:latin typeface="Rockwell"/>
                          <a:sym typeface="Arial"/>
                        </a:defRPr>
                      </a:lvl5pPr>
                      <a:lvl6pPr marR="0" algn="l" rtl="0">
                        <a:lnSpc>
                          <a:spcPct val="100000"/>
                        </a:lnSpc>
                        <a:spcBef>
                          <a:spcPts val="0"/>
                        </a:spcBef>
                        <a:spcAft>
                          <a:spcPts val="0"/>
                        </a:spcAft>
                        <a:buNone/>
                        <a:defRPr sz="1400" b="1" i="0" u="none" strike="noStrike" cap="none">
                          <a:solidFill>
                            <a:schemeClr val="lt1"/>
                          </a:solidFill>
                          <a:latin typeface="Rockwell"/>
                          <a:sym typeface="Arial"/>
                        </a:defRPr>
                      </a:lvl6pPr>
                      <a:lvl7pPr marR="0" algn="l" rtl="0">
                        <a:lnSpc>
                          <a:spcPct val="100000"/>
                        </a:lnSpc>
                        <a:spcBef>
                          <a:spcPts val="0"/>
                        </a:spcBef>
                        <a:spcAft>
                          <a:spcPts val="0"/>
                        </a:spcAft>
                        <a:buNone/>
                        <a:defRPr sz="1400" b="1" i="0" u="none" strike="noStrike" cap="none">
                          <a:solidFill>
                            <a:schemeClr val="lt1"/>
                          </a:solidFill>
                          <a:latin typeface="Rockwell"/>
                          <a:sym typeface="Arial"/>
                        </a:defRPr>
                      </a:lvl7pPr>
                      <a:lvl8pPr marR="0" algn="l" rtl="0">
                        <a:lnSpc>
                          <a:spcPct val="100000"/>
                        </a:lnSpc>
                        <a:spcBef>
                          <a:spcPts val="0"/>
                        </a:spcBef>
                        <a:spcAft>
                          <a:spcPts val="0"/>
                        </a:spcAft>
                        <a:buNone/>
                        <a:defRPr sz="1400" b="1" i="0" u="none" strike="noStrike" cap="none">
                          <a:solidFill>
                            <a:schemeClr val="lt1"/>
                          </a:solidFill>
                          <a:latin typeface="Rockwell"/>
                          <a:sym typeface="Arial"/>
                        </a:defRPr>
                      </a:lvl8pPr>
                      <a:lvl9pPr marR="0" algn="l" rtl="0">
                        <a:lnSpc>
                          <a:spcPct val="100000"/>
                        </a:lnSpc>
                        <a:spcBef>
                          <a:spcPts val="0"/>
                        </a:spcBef>
                        <a:spcAft>
                          <a:spcPts val="0"/>
                        </a:spcAft>
                        <a:buNone/>
                        <a:defRPr sz="1400" b="1" i="0" u="none" strike="noStrike" cap="none">
                          <a:solidFill>
                            <a:schemeClr val="lt1"/>
                          </a:solidFill>
                          <a:latin typeface="Rockwell"/>
                          <a:sym typeface="Arial"/>
                        </a:defRPr>
                      </a:lvl9pPr>
                    </a:lstStyle>
                    <a:p>
                      <a:pPr marL="0" marR="0">
                        <a:spcBef>
                          <a:spcPts val="300"/>
                        </a:spcBef>
                        <a:spcAft>
                          <a:spcPts val="300"/>
                        </a:spcAft>
                      </a:pPr>
                      <a:r>
                        <a:rPr lang="en-US" sz="1100">
                          <a:effectLst/>
                        </a:rPr>
                        <a:t>531.deepsjeng</a:t>
                      </a:r>
                      <a:r>
                        <a:rPr lang="en-US" sz="1200">
                          <a:effectLst/>
                        </a:rPr>
                        <a:t>_r</a:t>
                      </a:r>
                      <a:endParaRPr lang="en-US" sz="1200">
                        <a:effectLst/>
                        <a:latin typeface="Times" charset="0"/>
                        <a:ea typeface="Times New Roman" charset="0"/>
                        <a:cs typeface="Times New Roman" charset="0"/>
                      </a:endParaRPr>
                    </a:p>
                  </a:txBody>
                  <a:tcPr marL="68580" marR="68580"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ctr">
                        <a:spcBef>
                          <a:spcPts val="0"/>
                        </a:spcBef>
                        <a:spcAft>
                          <a:spcPts val="0"/>
                        </a:spcAft>
                      </a:pPr>
                      <a:r>
                        <a:rPr lang="en-US" sz="1200">
                          <a:effectLst/>
                        </a:rPr>
                        <a:t>604</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2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ctr">
                        <a:spcBef>
                          <a:spcPts val="0"/>
                        </a:spcBef>
                        <a:spcAft>
                          <a:spcPts val="0"/>
                        </a:spcAft>
                      </a:pPr>
                      <a:r>
                        <a:rPr lang="en-US" sz="1200">
                          <a:effectLst/>
                        </a:rPr>
                        <a:t>1460</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2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ctr">
                        <a:spcBef>
                          <a:spcPts val="0"/>
                        </a:spcBef>
                        <a:spcAft>
                          <a:spcPts val="0"/>
                        </a:spcAft>
                      </a:pPr>
                      <a:r>
                        <a:rPr lang="en-US" sz="1200" dirty="0">
                          <a:effectLst/>
                        </a:rPr>
                        <a:t>597</a:t>
                      </a:r>
                      <a:endParaRPr lang="en-US" sz="1200" dirty="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2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ctr">
                        <a:spcBef>
                          <a:spcPts val="0"/>
                        </a:spcBef>
                        <a:spcAft>
                          <a:spcPts val="0"/>
                        </a:spcAft>
                      </a:pPr>
                      <a:r>
                        <a:rPr lang="en-US" sz="1200" dirty="0">
                          <a:effectLst/>
                        </a:rPr>
                        <a:t>1470</a:t>
                      </a:r>
                      <a:endParaRPr lang="en-US" sz="1200" dirty="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20000"/>
                      </a:srgbClr>
                    </a:solidFill>
                  </a:tcPr>
                </a:tc>
                <a:extLst>
                  <a:ext uri="{0D108BD9-81ED-4DB2-BD59-A6C34878D82A}">
                    <a16:rowId xmlns:a16="http://schemas.microsoft.com/office/drawing/2014/main" xmlns="" val="10008"/>
                  </a:ext>
                </a:extLst>
              </a:tr>
              <a:tr h="362925">
                <a:tc>
                  <a:txBody>
                    <a:bodyPr/>
                    <a:lstStyle>
                      <a:lvl1pPr marR="0" algn="l" rtl="0">
                        <a:lnSpc>
                          <a:spcPct val="100000"/>
                        </a:lnSpc>
                        <a:spcBef>
                          <a:spcPts val="0"/>
                        </a:spcBef>
                        <a:spcAft>
                          <a:spcPts val="0"/>
                        </a:spcAft>
                        <a:buNone/>
                        <a:defRPr sz="1400" b="1" i="0" u="none" strike="noStrike" cap="none">
                          <a:solidFill>
                            <a:schemeClr val="lt1"/>
                          </a:solidFill>
                          <a:latin typeface="Rockwell"/>
                          <a:sym typeface="Arial"/>
                        </a:defRPr>
                      </a:lvl1pPr>
                      <a:lvl2pPr marR="0" algn="l" rtl="0">
                        <a:lnSpc>
                          <a:spcPct val="100000"/>
                        </a:lnSpc>
                        <a:spcBef>
                          <a:spcPts val="0"/>
                        </a:spcBef>
                        <a:spcAft>
                          <a:spcPts val="0"/>
                        </a:spcAft>
                        <a:buNone/>
                        <a:defRPr sz="1400" b="1" i="0" u="none" strike="noStrike" cap="none">
                          <a:solidFill>
                            <a:schemeClr val="lt1"/>
                          </a:solidFill>
                          <a:latin typeface="Rockwell"/>
                          <a:sym typeface="Arial"/>
                        </a:defRPr>
                      </a:lvl2pPr>
                      <a:lvl3pPr marR="0" algn="l" rtl="0">
                        <a:lnSpc>
                          <a:spcPct val="100000"/>
                        </a:lnSpc>
                        <a:spcBef>
                          <a:spcPts val="0"/>
                        </a:spcBef>
                        <a:spcAft>
                          <a:spcPts val="0"/>
                        </a:spcAft>
                        <a:buNone/>
                        <a:defRPr sz="1400" b="1" i="0" u="none" strike="noStrike" cap="none">
                          <a:solidFill>
                            <a:schemeClr val="lt1"/>
                          </a:solidFill>
                          <a:latin typeface="Rockwell"/>
                          <a:sym typeface="Arial"/>
                        </a:defRPr>
                      </a:lvl3pPr>
                      <a:lvl4pPr marR="0" algn="l" rtl="0">
                        <a:lnSpc>
                          <a:spcPct val="100000"/>
                        </a:lnSpc>
                        <a:spcBef>
                          <a:spcPts val="0"/>
                        </a:spcBef>
                        <a:spcAft>
                          <a:spcPts val="0"/>
                        </a:spcAft>
                        <a:buNone/>
                        <a:defRPr sz="1400" b="1" i="0" u="none" strike="noStrike" cap="none">
                          <a:solidFill>
                            <a:schemeClr val="lt1"/>
                          </a:solidFill>
                          <a:latin typeface="Rockwell"/>
                          <a:sym typeface="Arial"/>
                        </a:defRPr>
                      </a:lvl4pPr>
                      <a:lvl5pPr marR="0" algn="l" rtl="0">
                        <a:lnSpc>
                          <a:spcPct val="100000"/>
                        </a:lnSpc>
                        <a:spcBef>
                          <a:spcPts val="0"/>
                        </a:spcBef>
                        <a:spcAft>
                          <a:spcPts val="0"/>
                        </a:spcAft>
                        <a:buNone/>
                        <a:defRPr sz="1400" b="1" i="0" u="none" strike="noStrike" cap="none">
                          <a:solidFill>
                            <a:schemeClr val="lt1"/>
                          </a:solidFill>
                          <a:latin typeface="Rockwell"/>
                          <a:sym typeface="Arial"/>
                        </a:defRPr>
                      </a:lvl5pPr>
                      <a:lvl6pPr marR="0" algn="l" rtl="0">
                        <a:lnSpc>
                          <a:spcPct val="100000"/>
                        </a:lnSpc>
                        <a:spcBef>
                          <a:spcPts val="0"/>
                        </a:spcBef>
                        <a:spcAft>
                          <a:spcPts val="0"/>
                        </a:spcAft>
                        <a:buNone/>
                        <a:defRPr sz="1400" b="1" i="0" u="none" strike="noStrike" cap="none">
                          <a:solidFill>
                            <a:schemeClr val="lt1"/>
                          </a:solidFill>
                          <a:latin typeface="Rockwell"/>
                          <a:sym typeface="Arial"/>
                        </a:defRPr>
                      </a:lvl6pPr>
                      <a:lvl7pPr marR="0" algn="l" rtl="0">
                        <a:lnSpc>
                          <a:spcPct val="100000"/>
                        </a:lnSpc>
                        <a:spcBef>
                          <a:spcPts val="0"/>
                        </a:spcBef>
                        <a:spcAft>
                          <a:spcPts val="0"/>
                        </a:spcAft>
                        <a:buNone/>
                        <a:defRPr sz="1400" b="1" i="0" u="none" strike="noStrike" cap="none">
                          <a:solidFill>
                            <a:schemeClr val="lt1"/>
                          </a:solidFill>
                          <a:latin typeface="Rockwell"/>
                          <a:sym typeface="Arial"/>
                        </a:defRPr>
                      </a:lvl7pPr>
                      <a:lvl8pPr marR="0" algn="l" rtl="0">
                        <a:lnSpc>
                          <a:spcPct val="100000"/>
                        </a:lnSpc>
                        <a:spcBef>
                          <a:spcPts val="0"/>
                        </a:spcBef>
                        <a:spcAft>
                          <a:spcPts val="0"/>
                        </a:spcAft>
                        <a:buNone/>
                        <a:defRPr sz="1400" b="1" i="0" u="none" strike="noStrike" cap="none">
                          <a:solidFill>
                            <a:schemeClr val="lt1"/>
                          </a:solidFill>
                          <a:latin typeface="Rockwell"/>
                          <a:sym typeface="Arial"/>
                        </a:defRPr>
                      </a:lvl8pPr>
                      <a:lvl9pPr marR="0" algn="l" rtl="0">
                        <a:lnSpc>
                          <a:spcPct val="100000"/>
                        </a:lnSpc>
                        <a:spcBef>
                          <a:spcPts val="0"/>
                        </a:spcBef>
                        <a:spcAft>
                          <a:spcPts val="0"/>
                        </a:spcAft>
                        <a:buNone/>
                        <a:defRPr sz="1400" b="1" i="0" u="none" strike="noStrike" cap="none">
                          <a:solidFill>
                            <a:schemeClr val="lt1"/>
                          </a:solidFill>
                          <a:latin typeface="Rockwell"/>
                          <a:sym typeface="Arial"/>
                        </a:defRPr>
                      </a:lvl9pPr>
                    </a:lstStyle>
                    <a:p>
                      <a:pPr marL="0" marR="0">
                        <a:spcBef>
                          <a:spcPts val="300"/>
                        </a:spcBef>
                        <a:spcAft>
                          <a:spcPts val="300"/>
                        </a:spcAft>
                      </a:pPr>
                      <a:r>
                        <a:rPr lang="en-US" sz="1100">
                          <a:effectLst/>
                        </a:rPr>
                        <a:t>541.leela</a:t>
                      </a:r>
                      <a:r>
                        <a:rPr lang="en-US" sz="1200">
                          <a:effectLst/>
                        </a:rPr>
                        <a:t>_r</a:t>
                      </a:r>
                      <a:endParaRPr lang="en-US" sz="1200">
                        <a:effectLst/>
                        <a:latin typeface="Times" charset="0"/>
                        <a:ea typeface="Times New Roman" charset="0"/>
                        <a:cs typeface="Times New Roman" charset="0"/>
                      </a:endParaRPr>
                    </a:p>
                  </a:txBody>
                  <a:tcPr marL="68580" marR="68580"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ctr">
                        <a:spcBef>
                          <a:spcPts val="0"/>
                        </a:spcBef>
                        <a:spcAft>
                          <a:spcPts val="0"/>
                        </a:spcAft>
                      </a:pPr>
                      <a:r>
                        <a:rPr lang="en-US" sz="1200">
                          <a:effectLst/>
                        </a:rPr>
                        <a:t>892</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4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ctr">
                        <a:spcBef>
                          <a:spcPts val="0"/>
                        </a:spcBef>
                        <a:spcAft>
                          <a:spcPts val="0"/>
                        </a:spcAft>
                      </a:pPr>
                      <a:r>
                        <a:rPr lang="en-US" sz="1200">
                          <a:effectLst/>
                        </a:rPr>
                        <a:t>1410</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4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ctr">
                        <a:spcBef>
                          <a:spcPts val="0"/>
                        </a:spcBef>
                        <a:spcAft>
                          <a:spcPts val="0"/>
                        </a:spcAft>
                      </a:pPr>
                      <a:r>
                        <a:rPr lang="en-US" sz="1200">
                          <a:effectLst/>
                        </a:rPr>
                        <a:t>896</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4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ctr">
                        <a:spcBef>
                          <a:spcPts val="0"/>
                        </a:spcBef>
                        <a:spcAft>
                          <a:spcPts val="0"/>
                        </a:spcAft>
                      </a:pPr>
                      <a:r>
                        <a:rPr lang="en-US" sz="1200">
                          <a:effectLst/>
                        </a:rPr>
                        <a:t>1420</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40000"/>
                      </a:srgbClr>
                    </a:solidFill>
                  </a:tcPr>
                </a:tc>
                <a:extLst>
                  <a:ext uri="{0D108BD9-81ED-4DB2-BD59-A6C34878D82A}">
                    <a16:rowId xmlns:a16="http://schemas.microsoft.com/office/drawing/2014/main" xmlns="" val="10009"/>
                  </a:ext>
                </a:extLst>
              </a:tr>
              <a:tr h="695606">
                <a:tc>
                  <a:txBody>
                    <a:bodyPr/>
                    <a:lstStyle>
                      <a:lvl1pPr marR="0" algn="l" rtl="0">
                        <a:lnSpc>
                          <a:spcPct val="100000"/>
                        </a:lnSpc>
                        <a:spcBef>
                          <a:spcPts val="0"/>
                        </a:spcBef>
                        <a:spcAft>
                          <a:spcPts val="0"/>
                        </a:spcAft>
                        <a:buNone/>
                        <a:defRPr sz="1400" b="1" i="0" u="none" strike="noStrike" cap="none">
                          <a:solidFill>
                            <a:schemeClr val="lt1"/>
                          </a:solidFill>
                          <a:latin typeface="Rockwell"/>
                          <a:sym typeface="Arial"/>
                        </a:defRPr>
                      </a:lvl1pPr>
                      <a:lvl2pPr marR="0" algn="l" rtl="0">
                        <a:lnSpc>
                          <a:spcPct val="100000"/>
                        </a:lnSpc>
                        <a:spcBef>
                          <a:spcPts val="0"/>
                        </a:spcBef>
                        <a:spcAft>
                          <a:spcPts val="0"/>
                        </a:spcAft>
                        <a:buNone/>
                        <a:defRPr sz="1400" b="1" i="0" u="none" strike="noStrike" cap="none">
                          <a:solidFill>
                            <a:schemeClr val="lt1"/>
                          </a:solidFill>
                          <a:latin typeface="Rockwell"/>
                          <a:sym typeface="Arial"/>
                        </a:defRPr>
                      </a:lvl2pPr>
                      <a:lvl3pPr marR="0" algn="l" rtl="0">
                        <a:lnSpc>
                          <a:spcPct val="100000"/>
                        </a:lnSpc>
                        <a:spcBef>
                          <a:spcPts val="0"/>
                        </a:spcBef>
                        <a:spcAft>
                          <a:spcPts val="0"/>
                        </a:spcAft>
                        <a:buNone/>
                        <a:defRPr sz="1400" b="1" i="0" u="none" strike="noStrike" cap="none">
                          <a:solidFill>
                            <a:schemeClr val="lt1"/>
                          </a:solidFill>
                          <a:latin typeface="Rockwell"/>
                          <a:sym typeface="Arial"/>
                        </a:defRPr>
                      </a:lvl3pPr>
                      <a:lvl4pPr marR="0" algn="l" rtl="0">
                        <a:lnSpc>
                          <a:spcPct val="100000"/>
                        </a:lnSpc>
                        <a:spcBef>
                          <a:spcPts val="0"/>
                        </a:spcBef>
                        <a:spcAft>
                          <a:spcPts val="0"/>
                        </a:spcAft>
                        <a:buNone/>
                        <a:defRPr sz="1400" b="1" i="0" u="none" strike="noStrike" cap="none">
                          <a:solidFill>
                            <a:schemeClr val="lt1"/>
                          </a:solidFill>
                          <a:latin typeface="Rockwell"/>
                          <a:sym typeface="Arial"/>
                        </a:defRPr>
                      </a:lvl4pPr>
                      <a:lvl5pPr marR="0" algn="l" rtl="0">
                        <a:lnSpc>
                          <a:spcPct val="100000"/>
                        </a:lnSpc>
                        <a:spcBef>
                          <a:spcPts val="0"/>
                        </a:spcBef>
                        <a:spcAft>
                          <a:spcPts val="0"/>
                        </a:spcAft>
                        <a:buNone/>
                        <a:defRPr sz="1400" b="1" i="0" u="none" strike="noStrike" cap="none">
                          <a:solidFill>
                            <a:schemeClr val="lt1"/>
                          </a:solidFill>
                          <a:latin typeface="Rockwell"/>
                          <a:sym typeface="Arial"/>
                        </a:defRPr>
                      </a:lvl5pPr>
                      <a:lvl6pPr marR="0" algn="l" rtl="0">
                        <a:lnSpc>
                          <a:spcPct val="100000"/>
                        </a:lnSpc>
                        <a:spcBef>
                          <a:spcPts val="0"/>
                        </a:spcBef>
                        <a:spcAft>
                          <a:spcPts val="0"/>
                        </a:spcAft>
                        <a:buNone/>
                        <a:defRPr sz="1400" b="1" i="0" u="none" strike="noStrike" cap="none">
                          <a:solidFill>
                            <a:schemeClr val="lt1"/>
                          </a:solidFill>
                          <a:latin typeface="Rockwell"/>
                          <a:sym typeface="Arial"/>
                        </a:defRPr>
                      </a:lvl6pPr>
                      <a:lvl7pPr marR="0" algn="l" rtl="0">
                        <a:lnSpc>
                          <a:spcPct val="100000"/>
                        </a:lnSpc>
                        <a:spcBef>
                          <a:spcPts val="0"/>
                        </a:spcBef>
                        <a:spcAft>
                          <a:spcPts val="0"/>
                        </a:spcAft>
                        <a:buNone/>
                        <a:defRPr sz="1400" b="1" i="0" u="none" strike="noStrike" cap="none">
                          <a:solidFill>
                            <a:schemeClr val="lt1"/>
                          </a:solidFill>
                          <a:latin typeface="Rockwell"/>
                          <a:sym typeface="Arial"/>
                        </a:defRPr>
                      </a:lvl7pPr>
                      <a:lvl8pPr marR="0" algn="l" rtl="0">
                        <a:lnSpc>
                          <a:spcPct val="100000"/>
                        </a:lnSpc>
                        <a:spcBef>
                          <a:spcPts val="0"/>
                        </a:spcBef>
                        <a:spcAft>
                          <a:spcPts val="0"/>
                        </a:spcAft>
                        <a:buNone/>
                        <a:defRPr sz="1400" b="1" i="0" u="none" strike="noStrike" cap="none">
                          <a:solidFill>
                            <a:schemeClr val="lt1"/>
                          </a:solidFill>
                          <a:latin typeface="Rockwell"/>
                          <a:sym typeface="Arial"/>
                        </a:defRPr>
                      </a:lvl8pPr>
                      <a:lvl9pPr marR="0" algn="l" rtl="0">
                        <a:lnSpc>
                          <a:spcPct val="100000"/>
                        </a:lnSpc>
                        <a:spcBef>
                          <a:spcPts val="0"/>
                        </a:spcBef>
                        <a:spcAft>
                          <a:spcPts val="0"/>
                        </a:spcAft>
                        <a:buNone/>
                        <a:defRPr sz="1400" b="1" i="0" u="none" strike="noStrike" cap="none">
                          <a:solidFill>
                            <a:schemeClr val="lt1"/>
                          </a:solidFill>
                          <a:latin typeface="Rockwell"/>
                          <a:sym typeface="Arial"/>
                        </a:defRPr>
                      </a:lvl9pPr>
                    </a:lstStyle>
                    <a:p>
                      <a:pPr marL="0" marR="0">
                        <a:spcBef>
                          <a:spcPts val="300"/>
                        </a:spcBef>
                        <a:spcAft>
                          <a:spcPts val="300"/>
                        </a:spcAft>
                      </a:pPr>
                      <a:r>
                        <a:rPr lang="en-US" sz="1100">
                          <a:effectLst/>
                        </a:rPr>
                        <a:t>548.exchange2</a:t>
                      </a:r>
                      <a:r>
                        <a:rPr lang="en-US" sz="1200">
                          <a:effectLst/>
                        </a:rPr>
                        <a:t>_r</a:t>
                      </a:r>
                      <a:endParaRPr lang="en-US" sz="1200">
                        <a:effectLst/>
                        <a:latin typeface="Times" charset="0"/>
                        <a:ea typeface="Times New Roman" charset="0"/>
                        <a:cs typeface="Times New Roman" charset="0"/>
                      </a:endParaRPr>
                    </a:p>
                  </a:txBody>
                  <a:tcPr marL="68580" marR="68580"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ctr">
                        <a:spcBef>
                          <a:spcPts val="0"/>
                        </a:spcBef>
                        <a:spcAft>
                          <a:spcPts val="0"/>
                        </a:spcAft>
                      </a:pPr>
                      <a:r>
                        <a:rPr lang="en-US" sz="1200">
                          <a:effectLst/>
                        </a:rPr>
                        <a:t>833</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2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ctr">
                        <a:spcBef>
                          <a:spcPts val="0"/>
                        </a:spcBef>
                        <a:spcAft>
                          <a:spcPts val="0"/>
                        </a:spcAft>
                      </a:pPr>
                      <a:r>
                        <a:rPr lang="en-US" sz="1200">
                          <a:effectLst/>
                        </a:rPr>
                        <a:t>2420</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2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ctr">
                        <a:spcBef>
                          <a:spcPts val="0"/>
                        </a:spcBef>
                        <a:spcAft>
                          <a:spcPts val="0"/>
                        </a:spcAft>
                      </a:pPr>
                      <a:r>
                        <a:rPr lang="en-US" sz="1200">
                          <a:effectLst/>
                        </a:rPr>
                        <a:t>770</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2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ctr">
                        <a:spcBef>
                          <a:spcPts val="0"/>
                        </a:spcBef>
                        <a:spcAft>
                          <a:spcPts val="0"/>
                        </a:spcAft>
                      </a:pPr>
                      <a:r>
                        <a:rPr lang="en-US" sz="1200">
                          <a:effectLst/>
                        </a:rPr>
                        <a:t>2610</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20000"/>
                      </a:srgbClr>
                    </a:solidFill>
                  </a:tcPr>
                </a:tc>
                <a:extLst>
                  <a:ext uri="{0D108BD9-81ED-4DB2-BD59-A6C34878D82A}">
                    <a16:rowId xmlns:a16="http://schemas.microsoft.com/office/drawing/2014/main" xmlns="" val="10010"/>
                  </a:ext>
                </a:extLst>
              </a:tr>
              <a:tr h="362925">
                <a:tc>
                  <a:txBody>
                    <a:bodyPr/>
                    <a:lstStyle>
                      <a:lvl1pPr marR="0" algn="l" rtl="0">
                        <a:lnSpc>
                          <a:spcPct val="100000"/>
                        </a:lnSpc>
                        <a:spcBef>
                          <a:spcPts val="0"/>
                        </a:spcBef>
                        <a:spcAft>
                          <a:spcPts val="0"/>
                        </a:spcAft>
                        <a:buNone/>
                        <a:defRPr sz="1400" b="1" i="0" u="none" strike="noStrike" cap="none">
                          <a:solidFill>
                            <a:schemeClr val="lt1"/>
                          </a:solidFill>
                          <a:latin typeface="Rockwell"/>
                          <a:sym typeface="Arial"/>
                        </a:defRPr>
                      </a:lvl1pPr>
                      <a:lvl2pPr marR="0" algn="l" rtl="0">
                        <a:lnSpc>
                          <a:spcPct val="100000"/>
                        </a:lnSpc>
                        <a:spcBef>
                          <a:spcPts val="0"/>
                        </a:spcBef>
                        <a:spcAft>
                          <a:spcPts val="0"/>
                        </a:spcAft>
                        <a:buNone/>
                        <a:defRPr sz="1400" b="1" i="0" u="none" strike="noStrike" cap="none">
                          <a:solidFill>
                            <a:schemeClr val="lt1"/>
                          </a:solidFill>
                          <a:latin typeface="Rockwell"/>
                          <a:sym typeface="Arial"/>
                        </a:defRPr>
                      </a:lvl2pPr>
                      <a:lvl3pPr marR="0" algn="l" rtl="0">
                        <a:lnSpc>
                          <a:spcPct val="100000"/>
                        </a:lnSpc>
                        <a:spcBef>
                          <a:spcPts val="0"/>
                        </a:spcBef>
                        <a:spcAft>
                          <a:spcPts val="0"/>
                        </a:spcAft>
                        <a:buNone/>
                        <a:defRPr sz="1400" b="1" i="0" u="none" strike="noStrike" cap="none">
                          <a:solidFill>
                            <a:schemeClr val="lt1"/>
                          </a:solidFill>
                          <a:latin typeface="Rockwell"/>
                          <a:sym typeface="Arial"/>
                        </a:defRPr>
                      </a:lvl3pPr>
                      <a:lvl4pPr marR="0" algn="l" rtl="0">
                        <a:lnSpc>
                          <a:spcPct val="100000"/>
                        </a:lnSpc>
                        <a:spcBef>
                          <a:spcPts val="0"/>
                        </a:spcBef>
                        <a:spcAft>
                          <a:spcPts val="0"/>
                        </a:spcAft>
                        <a:buNone/>
                        <a:defRPr sz="1400" b="1" i="0" u="none" strike="noStrike" cap="none">
                          <a:solidFill>
                            <a:schemeClr val="lt1"/>
                          </a:solidFill>
                          <a:latin typeface="Rockwell"/>
                          <a:sym typeface="Arial"/>
                        </a:defRPr>
                      </a:lvl4pPr>
                      <a:lvl5pPr marR="0" algn="l" rtl="0">
                        <a:lnSpc>
                          <a:spcPct val="100000"/>
                        </a:lnSpc>
                        <a:spcBef>
                          <a:spcPts val="0"/>
                        </a:spcBef>
                        <a:spcAft>
                          <a:spcPts val="0"/>
                        </a:spcAft>
                        <a:buNone/>
                        <a:defRPr sz="1400" b="1" i="0" u="none" strike="noStrike" cap="none">
                          <a:solidFill>
                            <a:schemeClr val="lt1"/>
                          </a:solidFill>
                          <a:latin typeface="Rockwell"/>
                          <a:sym typeface="Arial"/>
                        </a:defRPr>
                      </a:lvl5pPr>
                      <a:lvl6pPr marR="0" algn="l" rtl="0">
                        <a:lnSpc>
                          <a:spcPct val="100000"/>
                        </a:lnSpc>
                        <a:spcBef>
                          <a:spcPts val="0"/>
                        </a:spcBef>
                        <a:spcAft>
                          <a:spcPts val="0"/>
                        </a:spcAft>
                        <a:buNone/>
                        <a:defRPr sz="1400" b="1" i="0" u="none" strike="noStrike" cap="none">
                          <a:solidFill>
                            <a:schemeClr val="lt1"/>
                          </a:solidFill>
                          <a:latin typeface="Rockwell"/>
                          <a:sym typeface="Arial"/>
                        </a:defRPr>
                      </a:lvl6pPr>
                      <a:lvl7pPr marR="0" algn="l" rtl="0">
                        <a:lnSpc>
                          <a:spcPct val="100000"/>
                        </a:lnSpc>
                        <a:spcBef>
                          <a:spcPts val="0"/>
                        </a:spcBef>
                        <a:spcAft>
                          <a:spcPts val="0"/>
                        </a:spcAft>
                        <a:buNone/>
                        <a:defRPr sz="1400" b="1" i="0" u="none" strike="noStrike" cap="none">
                          <a:solidFill>
                            <a:schemeClr val="lt1"/>
                          </a:solidFill>
                          <a:latin typeface="Rockwell"/>
                          <a:sym typeface="Arial"/>
                        </a:defRPr>
                      </a:lvl7pPr>
                      <a:lvl8pPr marR="0" algn="l" rtl="0">
                        <a:lnSpc>
                          <a:spcPct val="100000"/>
                        </a:lnSpc>
                        <a:spcBef>
                          <a:spcPts val="0"/>
                        </a:spcBef>
                        <a:spcAft>
                          <a:spcPts val="0"/>
                        </a:spcAft>
                        <a:buNone/>
                        <a:defRPr sz="1400" b="1" i="0" u="none" strike="noStrike" cap="none">
                          <a:solidFill>
                            <a:schemeClr val="lt1"/>
                          </a:solidFill>
                          <a:latin typeface="Rockwell"/>
                          <a:sym typeface="Arial"/>
                        </a:defRPr>
                      </a:lvl8pPr>
                      <a:lvl9pPr marR="0" algn="l" rtl="0">
                        <a:lnSpc>
                          <a:spcPct val="100000"/>
                        </a:lnSpc>
                        <a:spcBef>
                          <a:spcPts val="0"/>
                        </a:spcBef>
                        <a:spcAft>
                          <a:spcPts val="0"/>
                        </a:spcAft>
                        <a:buNone/>
                        <a:defRPr sz="1400" b="1" i="0" u="none" strike="noStrike" cap="none">
                          <a:solidFill>
                            <a:schemeClr val="lt1"/>
                          </a:solidFill>
                          <a:latin typeface="Rockwell"/>
                          <a:sym typeface="Arial"/>
                        </a:defRPr>
                      </a:lvl9pPr>
                    </a:lstStyle>
                    <a:p>
                      <a:pPr marL="0" marR="0">
                        <a:spcBef>
                          <a:spcPts val="300"/>
                        </a:spcBef>
                        <a:spcAft>
                          <a:spcPts val="300"/>
                        </a:spcAft>
                      </a:pPr>
                      <a:r>
                        <a:rPr lang="en-US" sz="1100">
                          <a:effectLst/>
                        </a:rPr>
                        <a:t>557.xz</a:t>
                      </a:r>
                      <a:r>
                        <a:rPr lang="en-US" sz="1200">
                          <a:effectLst/>
                        </a:rPr>
                        <a:t>_r</a:t>
                      </a:r>
                      <a:endParaRPr lang="en-US" sz="1200">
                        <a:effectLst/>
                        <a:latin typeface="Times" charset="0"/>
                        <a:ea typeface="Times New Roman" charset="0"/>
                        <a:cs typeface="Times New Roman" charset="0"/>
                      </a:endParaRPr>
                    </a:p>
                  </a:txBody>
                  <a:tcPr marL="68580" marR="68580"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ctr">
                        <a:spcBef>
                          <a:spcPts val="0"/>
                        </a:spcBef>
                        <a:spcAft>
                          <a:spcPts val="0"/>
                        </a:spcAft>
                      </a:pPr>
                      <a:r>
                        <a:rPr lang="en-US" sz="1200">
                          <a:effectLst/>
                        </a:rPr>
                        <a:t>870</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4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ctr">
                        <a:spcBef>
                          <a:spcPts val="0"/>
                        </a:spcBef>
                        <a:spcAft>
                          <a:spcPts val="0"/>
                        </a:spcAft>
                      </a:pPr>
                      <a:r>
                        <a:rPr lang="en-US" sz="1200">
                          <a:effectLst/>
                        </a:rPr>
                        <a:t>953</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4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ctr">
                        <a:spcBef>
                          <a:spcPts val="0"/>
                        </a:spcBef>
                        <a:spcAft>
                          <a:spcPts val="0"/>
                        </a:spcAft>
                      </a:pPr>
                      <a:r>
                        <a:rPr lang="en-US" sz="1200">
                          <a:effectLst/>
                        </a:rPr>
                        <a:t>863</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4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ctr">
                        <a:spcBef>
                          <a:spcPts val="0"/>
                        </a:spcBef>
                        <a:spcAft>
                          <a:spcPts val="0"/>
                        </a:spcAft>
                      </a:pPr>
                      <a:r>
                        <a:rPr lang="en-US" sz="1200" dirty="0">
                          <a:effectLst/>
                        </a:rPr>
                        <a:t>961</a:t>
                      </a:r>
                      <a:endParaRPr lang="en-US" sz="1200" dirty="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40000"/>
                      </a:srgbClr>
                    </a:solidFill>
                  </a:tcPr>
                </a:tc>
                <a:extLst>
                  <a:ext uri="{0D108BD9-81ED-4DB2-BD59-A6C34878D82A}">
                    <a16:rowId xmlns:a16="http://schemas.microsoft.com/office/drawing/2014/main" xmlns="" val="10011"/>
                  </a:ext>
                </a:extLst>
              </a:tr>
            </a:tbl>
          </a:graphicData>
        </a:graphic>
      </p:graphicFrame>
    </p:spTree>
    <p:extLst>
      <p:ext uri="{BB962C8B-B14F-4D97-AF65-F5344CB8AC3E}">
        <p14:creationId xmlns:p14="http://schemas.microsoft.com/office/powerpoint/2010/main" val="12775599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5652120" y="6208284"/>
            <a:ext cx="3419872" cy="415498"/>
          </a:xfrm>
          <a:prstGeom prst="rect">
            <a:avLst/>
          </a:prstGeom>
          <a:noFill/>
        </p:spPr>
        <p:txBody>
          <a:bodyPr wrap="square" rtlCol="0">
            <a:spAutoFit/>
          </a:bodyPr>
          <a:lstStyle/>
          <a:p>
            <a:r>
              <a:rPr lang="en-US" sz="1050" dirty="0">
                <a:latin typeface="+mn-lt"/>
              </a:rPr>
              <a:t>(Table can be found on page 64 in the textbook.)</a:t>
            </a:r>
          </a:p>
          <a:p>
            <a:endParaRPr lang="en-US" sz="1050" dirty="0">
              <a:latin typeface="+mn-lt"/>
            </a:endParaRPr>
          </a:p>
        </p:txBody>
      </p:sp>
      <p:graphicFrame>
        <p:nvGraphicFramePr>
          <p:cNvPr id="10" name="Table 9" descr="The first table, labeled rate result 768 copies, has 5 columns labeled benchmark, base in seconds, base rate, peak in seconds, and peak rate. The information from the rows will be presented in the order of the columns from left to right. Row 1. 500 dot p e r l b e n c h underscore r. 1141, 1070, 933, 1310. Row 2. 502 point g c c underscore r. 1303, 835, 1276, 852. Row 3. 505 dot m c f underscore r. 1433, 866, 1378, 901. Row 4. 520 dot o m n e t p p underscore r. 1664, 606, 1634, 617. Row 5. 523 dot x a l a n c b m k underscore r. 722, 1120, 713, 1140. Row 6. 525 dot x 264 underscore r. 655, 2053, 661, 2030. Row 7. 531 dot deeps j e n g underscore r. 601, 1460, 597, 1470. Row 8. 541 dot lee la underscore r. 892, 1410, 896, 1420. Row 9. 548 dot exchange 2 underscore r. 833, 2420, 770, 2610. Row 10. 557 dot x z underscore r. 870, 953, 863, 961. The second table, labeled speed result, 384 threads, has five columns labeled benchmark, base in seconds, base ration, peak in seconds, and peak ratio. The information from the rows will be presented in the order of the columns from left to right. Row 1. 600 dot p e r l bench underscore s. 358, 4 point 96, 295, 6 point 0 1. Row 2. 6 0 2 dot g c c underscore s. 546, 7 point 29, 535, 7 point 45. Row 3. 605 dot m c f underscore s. 866, 5 point 45, 700, 6 point 75. Row 4. 620 dot o m n e t pp underscore s. 276, 5 point 90, 247, 6 point 61. Row 5. 623 dot x a l a n c b m k underscore s. 188, 7 point 5 2, 179, 7 point 9 1. Row 6. 625 point x 2 6 4 underscore s. 283, 6 point 23, 271, 6 point 51. Row 7. 631 dot deeps j e n g underscore s. 407, 3 point 52, 343, 4 point 1 8. Row 8. 641 dot lee la underscore s. 469, 3 point 63, 439, 3 point 88. Row 9. 648 dot exchange 2 underscore s. 329, 8 point 93, 299, 9 point 82. Row 10. 657 dot x z underscore s. 2164, 2. 86, 2119, 2 point 92." title="Two tables labeled, rate result 768 copies and speed result 384 threads."/>
          <p:cNvGraphicFramePr>
            <a:graphicFrameLocks noGrp="1"/>
          </p:cNvGraphicFramePr>
          <p:nvPr>
            <p:extLst>
              <p:ext uri="{D42A27DB-BD31-4B8C-83A1-F6EECF244321}">
                <p14:modId xmlns:p14="http://schemas.microsoft.com/office/powerpoint/2010/main" val="2127180249"/>
              </p:ext>
            </p:extLst>
          </p:nvPr>
        </p:nvGraphicFramePr>
        <p:xfrm>
          <a:off x="179512" y="188640"/>
          <a:ext cx="7056783" cy="6008468"/>
        </p:xfrm>
        <a:graphic>
          <a:graphicData uri="http://schemas.openxmlformats.org/drawingml/2006/table">
            <a:tbl>
              <a:tblPr firstRow="1" firstCol="1" bandRow="1"/>
              <a:tblGrid>
                <a:gridCol w="1540212">
                  <a:extLst>
                    <a:ext uri="{9D8B030D-6E8A-4147-A177-3AD203B41FA5}">
                      <a16:colId xmlns:a16="http://schemas.microsoft.com/office/drawing/2014/main" xmlns="" val="20000"/>
                    </a:ext>
                  </a:extLst>
                </a:gridCol>
                <a:gridCol w="1379359">
                  <a:extLst>
                    <a:ext uri="{9D8B030D-6E8A-4147-A177-3AD203B41FA5}">
                      <a16:colId xmlns:a16="http://schemas.microsoft.com/office/drawing/2014/main" xmlns="" val="20001"/>
                    </a:ext>
                  </a:extLst>
                </a:gridCol>
                <a:gridCol w="1379359">
                  <a:extLst>
                    <a:ext uri="{9D8B030D-6E8A-4147-A177-3AD203B41FA5}">
                      <a16:colId xmlns:a16="http://schemas.microsoft.com/office/drawing/2014/main" xmlns="" val="20002"/>
                    </a:ext>
                  </a:extLst>
                </a:gridCol>
                <a:gridCol w="1379359">
                  <a:extLst>
                    <a:ext uri="{9D8B030D-6E8A-4147-A177-3AD203B41FA5}">
                      <a16:colId xmlns:a16="http://schemas.microsoft.com/office/drawing/2014/main" xmlns="" val="20003"/>
                    </a:ext>
                  </a:extLst>
                </a:gridCol>
                <a:gridCol w="1378494">
                  <a:extLst>
                    <a:ext uri="{9D8B030D-6E8A-4147-A177-3AD203B41FA5}">
                      <a16:colId xmlns:a16="http://schemas.microsoft.com/office/drawing/2014/main" xmlns="" val="20004"/>
                    </a:ext>
                  </a:extLst>
                </a:gridCol>
              </a:tblGrid>
              <a:tr h="360508">
                <a:tc rowSpan="2">
                  <a:txBody>
                    <a:bodyPr/>
                    <a:lstStyle>
                      <a:lvl1pPr marR="0" algn="l" rtl="0">
                        <a:lnSpc>
                          <a:spcPct val="100000"/>
                        </a:lnSpc>
                        <a:spcBef>
                          <a:spcPts val="0"/>
                        </a:spcBef>
                        <a:spcAft>
                          <a:spcPts val="0"/>
                        </a:spcAft>
                        <a:buNone/>
                        <a:defRPr sz="1400" b="1" i="0" u="none" strike="noStrike" cap="none">
                          <a:solidFill>
                            <a:schemeClr val="lt1"/>
                          </a:solidFill>
                          <a:latin typeface="Rockwell"/>
                          <a:sym typeface="Arial"/>
                        </a:defRPr>
                      </a:lvl1pPr>
                      <a:lvl2pPr marR="0" algn="l" rtl="0">
                        <a:lnSpc>
                          <a:spcPct val="100000"/>
                        </a:lnSpc>
                        <a:spcBef>
                          <a:spcPts val="0"/>
                        </a:spcBef>
                        <a:spcAft>
                          <a:spcPts val="0"/>
                        </a:spcAft>
                        <a:buNone/>
                        <a:defRPr sz="1400" b="1" i="0" u="none" strike="noStrike" cap="none">
                          <a:solidFill>
                            <a:schemeClr val="lt1"/>
                          </a:solidFill>
                          <a:latin typeface="Rockwell"/>
                          <a:sym typeface="Arial"/>
                        </a:defRPr>
                      </a:lvl2pPr>
                      <a:lvl3pPr marR="0" algn="l" rtl="0">
                        <a:lnSpc>
                          <a:spcPct val="100000"/>
                        </a:lnSpc>
                        <a:spcBef>
                          <a:spcPts val="0"/>
                        </a:spcBef>
                        <a:spcAft>
                          <a:spcPts val="0"/>
                        </a:spcAft>
                        <a:buNone/>
                        <a:defRPr sz="1400" b="1" i="0" u="none" strike="noStrike" cap="none">
                          <a:solidFill>
                            <a:schemeClr val="lt1"/>
                          </a:solidFill>
                          <a:latin typeface="Rockwell"/>
                          <a:sym typeface="Arial"/>
                        </a:defRPr>
                      </a:lvl3pPr>
                      <a:lvl4pPr marR="0" algn="l" rtl="0">
                        <a:lnSpc>
                          <a:spcPct val="100000"/>
                        </a:lnSpc>
                        <a:spcBef>
                          <a:spcPts val="0"/>
                        </a:spcBef>
                        <a:spcAft>
                          <a:spcPts val="0"/>
                        </a:spcAft>
                        <a:buNone/>
                        <a:defRPr sz="1400" b="1" i="0" u="none" strike="noStrike" cap="none">
                          <a:solidFill>
                            <a:schemeClr val="lt1"/>
                          </a:solidFill>
                          <a:latin typeface="Rockwell"/>
                          <a:sym typeface="Arial"/>
                        </a:defRPr>
                      </a:lvl4pPr>
                      <a:lvl5pPr marR="0" algn="l" rtl="0">
                        <a:lnSpc>
                          <a:spcPct val="100000"/>
                        </a:lnSpc>
                        <a:spcBef>
                          <a:spcPts val="0"/>
                        </a:spcBef>
                        <a:spcAft>
                          <a:spcPts val="0"/>
                        </a:spcAft>
                        <a:buNone/>
                        <a:defRPr sz="1400" b="1" i="0" u="none" strike="noStrike" cap="none">
                          <a:solidFill>
                            <a:schemeClr val="lt1"/>
                          </a:solidFill>
                          <a:latin typeface="Rockwell"/>
                          <a:sym typeface="Arial"/>
                        </a:defRPr>
                      </a:lvl5pPr>
                      <a:lvl6pPr marR="0" algn="l" rtl="0">
                        <a:lnSpc>
                          <a:spcPct val="100000"/>
                        </a:lnSpc>
                        <a:spcBef>
                          <a:spcPts val="0"/>
                        </a:spcBef>
                        <a:spcAft>
                          <a:spcPts val="0"/>
                        </a:spcAft>
                        <a:buNone/>
                        <a:defRPr sz="1400" b="1" i="0" u="none" strike="noStrike" cap="none">
                          <a:solidFill>
                            <a:schemeClr val="lt1"/>
                          </a:solidFill>
                          <a:latin typeface="Rockwell"/>
                          <a:sym typeface="Arial"/>
                        </a:defRPr>
                      </a:lvl6pPr>
                      <a:lvl7pPr marR="0" algn="l" rtl="0">
                        <a:lnSpc>
                          <a:spcPct val="100000"/>
                        </a:lnSpc>
                        <a:spcBef>
                          <a:spcPts val="0"/>
                        </a:spcBef>
                        <a:spcAft>
                          <a:spcPts val="0"/>
                        </a:spcAft>
                        <a:buNone/>
                        <a:defRPr sz="1400" b="1" i="0" u="none" strike="noStrike" cap="none">
                          <a:solidFill>
                            <a:schemeClr val="lt1"/>
                          </a:solidFill>
                          <a:latin typeface="Rockwell"/>
                          <a:sym typeface="Arial"/>
                        </a:defRPr>
                      </a:lvl7pPr>
                      <a:lvl8pPr marR="0" algn="l" rtl="0">
                        <a:lnSpc>
                          <a:spcPct val="100000"/>
                        </a:lnSpc>
                        <a:spcBef>
                          <a:spcPts val="0"/>
                        </a:spcBef>
                        <a:spcAft>
                          <a:spcPts val="0"/>
                        </a:spcAft>
                        <a:buNone/>
                        <a:defRPr sz="1400" b="1" i="0" u="none" strike="noStrike" cap="none">
                          <a:solidFill>
                            <a:schemeClr val="lt1"/>
                          </a:solidFill>
                          <a:latin typeface="Rockwell"/>
                          <a:sym typeface="Arial"/>
                        </a:defRPr>
                      </a:lvl8pPr>
                      <a:lvl9pPr marR="0" algn="l" rtl="0">
                        <a:lnSpc>
                          <a:spcPct val="100000"/>
                        </a:lnSpc>
                        <a:spcBef>
                          <a:spcPts val="0"/>
                        </a:spcBef>
                        <a:spcAft>
                          <a:spcPts val="0"/>
                        </a:spcAft>
                        <a:buNone/>
                        <a:defRPr sz="1400" b="1" i="0" u="none" strike="noStrike" cap="none">
                          <a:solidFill>
                            <a:schemeClr val="lt1"/>
                          </a:solidFill>
                          <a:latin typeface="Rockwell"/>
                          <a:sym typeface="Arial"/>
                        </a:defRPr>
                      </a:lvl9pPr>
                    </a:lstStyle>
                    <a:p>
                      <a:pPr marL="0" marR="0" algn="ctr">
                        <a:spcBef>
                          <a:spcPts val="0"/>
                        </a:spcBef>
                        <a:spcAft>
                          <a:spcPts val="0"/>
                        </a:spcAft>
                      </a:pPr>
                      <a:r>
                        <a:rPr lang="en-US" sz="1200">
                          <a:effectLst/>
                        </a:rPr>
                        <a:t>Benchmark</a:t>
                      </a:r>
                      <a:endParaRPr lang="en-US" sz="1200">
                        <a:effectLst/>
                        <a:latin typeface="Times" charset="0"/>
                        <a:ea typeface="Times New Roman" charset="0"/>
                        <a:cs typeface="Times New Roman" charset="0"/>
                      </a:endParaRPr>
                    </a:p>
                  </a:txBody>
                  <a:tcPr marL="68580" marR="68580" marT="0" marB="0" anchor="b">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663366"/>
                    </a:solidFill>
                  </a:tcPr>
                </a:tc>
                <a:tc gridSpan="2">
                  <a:txBody>
                    <a:bodyPr/>
                    <a:lstStyle>
                      <a:lvl1pPr marR="0" algn="l" rtl="0">
                        <a:lnSpc>
                          <a:spcPct val="100000"/>
                        </a:lnSpc>
                        <a:spcBef>
                          <a:spcPts val="0"/>
                        </a:spcBef>
                        <a:spcAft>
                          <a:spcPts val="0"/>
                        </a:spcAft>
                        <a:buNone/>
                        <a:defRPr sz="1400" b="1" i="0" u="none" strike="noStrike" cap="none">
                          <a:solidFill>
                            <a:schemeClr val="lt1"/>
                          </a:solidFill>
                          <a:latin typeface="Rockwell"/>
                          <a:sym typeface="Arial"/>
                        </a:defRPr>
                      </a:lvl1pPr>
                      <a:lvl2pPr marR="0" algn="l" rtl="0">
                        <a:lnSpc>
                          <a:spcPct val="100000"/>
                        </a:lnSpc>
                        <a:spcBef>
                          <a:spcPts val="0"/>
                        </a:spcBef>
                        <a:spcAft>
                          <a:spcPts val="0"/>
                        </a:spcAft>
                        <a:buNone/>
                        <a:defRPr sz="1400" b="1" i="0" u="none" strike="noStrike" cap="none">
                          <a:solidFill>
                            <a:schemeClr val="lt1"/>
                          </a:solidFill>
                          <a:latin typeface="Rockwell"/>
                          <a:sym typeface="Arial"/>
                        </a:defRPr>
                      </a:lvl2pPr>
                      <a:lvl3pPr marR="0" algn="l" rtl="0">
                        <a:lnSpc>
                          <a:spcPct val="100000"/>
                        </a:lnSpc>
                        <a:spcBef>
                          <a:spcPts val="0"/>
                        </a:spcBef>
                        <a:spcAft>
                          <a:spcPts val="0"/>
                        </a:spcAft>
                        <a:buNone/>
                        <a:defRPr sz="1400" b="1" i="0" u="none" strike="noStrike" cap="none">
                          <a:solidFill>
                            <a:schemeClr val="lt1"/>
                          </a:solidFill>
                          <a:latin typeface="Rockwell"/>
                          <a:sym typeface="Arial"/>
                        </a:defRPr>
                      </a:lvl3pPr>
                      <a:lvl4pPr marR="0" algn="l" rtl="0">
                        <a:lnSpc>
                          <a:spcPct val="100000"/>
                        </a:lnSpc>
                        <a:spcBef>
                          <a:spcPts val="0"/>
                        </a:spcBef>
                        <a:spcAft>
                          <a:spcPts val="0"/>
                        </a:spcAft>
                        <a:buNone/>
                        <a:defRPr sz="1400" b="1" i="0" u="none" strike="noStrike" cap="none">
                          <a:solidFill>
                            <a:schemeClr val="lt1"/>
                          </a:solidFill>
                          <a:latin typeface="Rockwell"/>
                          <a:sym typeface="Arial"/>
                        </a:defRPr>
                      </a:lvl4pPr>
                      <a:lvl5pPr marR="0" algn="l" rtl="0">
                        <a:lnSpc>
                          <a:spcPct val="100000"/>
                        </a:lnSpc>
                        <a:spcBef>
                          <a:spcPts val="0"/>
                        </a:spcBef>
                        <a:spcAft>
                          <a:spcPts val="0"/>
                        </a:spcAft>
                        <a:buNone/>
                        <a:defRPr sz="1400" b="1" i="0" u="none" strike="noStrike" cap="none">
                          <a:solidFill>
                            <a:schemeClr val="lt1"/>
                          </a:solidFill>
                          <a:latin typeface="Rockwell"/>
                          <a:sym typeface="Arial"/>
                        </a:defRPr>
                      </a:lvl5pPr>
                      <a:lvl6pPr marR="0" algn="l" rtl="0">
                        <a:lnSpc>
                          <a:spcPct val="100000"/>
                        </a:lnSpc>
                        <a:spcBef>
                          <a:spcPts val="0"/>
                        </a:spcBef>
                        <a:spcAft>
                          <a:spcPts val="0"/>
                        </a:spcAft>
                        <a:buNone/>
                        <a:defRPr sz="1400" b="1" i="0" u="none" strike="noStrike" cap="none">
                          <a:solidFill>
                            <a:schemeClr val="lt1"/>
                          </a:solidFill>
                          <a:latin typeface="Rockwell"/>
                          <a:sym typeface="Arial"/>
                        </a:defRPr>
                      </a:lvl6pPr>
                      <a:lvl7pPr marR="0" algn="l" rtl="0">
                        <a:lnSpc>
                          <a:spcPct val="100000"/>
                        </a:lnSpc>
                        <a:spcBef>
                          <a:spcPts val="0"/>
                        </a:spcBef>
                        <a:spcAft>
                          <a:spcPts val="0"/>
                        </a:spcAft>
                        <a:buNone/>
                        <a:defRPr sz="1400" b="1" i="0" u="none" strike="noStrike" cap="none">
                          <a:solidFill>
                            <a:schemeClr val="lt1"/>
                          </a:solidFill>
                          <a:latin typeface="Rockwell"/>
                          <a:sym typeface="Arial"/>
                        </a:defRPr>
                      </a:lvl7pPr>
                      <a:lvl8pPr marR="0" algn="l" rtl="0">
                        <a:lnSpc>
                          <a:spcPct val="100000"/>
                        </a:lnSpc>
                        <a:spcBef>
                          <a:spcPts val="0"/>
                        </a:spcBef>
                        <a:spcAft>
                          <a:spcPts val="0"/>
                        </a:spcAft>
                        <a:buNone/>
                        <a:defRPr sz="1400" b="1" i="0" u="none" strike="noStrike" cap="none">
                          <a:solidFill>
                            <a:schemeClr val="lt1"/>
                          </a:solidFill>
                          <a:latin typeface="Rockwell"/>
                          <a:sym typeface="Arial"/>
                        </a:defRPr>
                      </a:lvl8pPr>
                      <a:lvl9pPr marR="0" algn="l" rtl="0">
                        <a:lnSpc>
                          <a:spcPct val="100000"/>
                        </a:lnSpc>
                        <a:spcBef>
                          <a:spcPts val="0"/>
                        </a:spcBef>
                        <a:spcAft>
                          <a:spcPts val="0"/>
                        </a:spcAft>
                        <a:buNone/>
                        <a:defRPr sz="1400" b="1" i="0" u="none" strike="noStrike" cap="none">
                          <a:solidFill>
                            <a:schemeClr val="lt1"/>
                          </a:solidFill>
                          <a:latin typeface="Rockwell"/>
                          <a:sym typeface="Arial"/>
                        </a:defRPr>
                      </a:lvl9pPr>
                    </a:lstStyle>
                    <a:p>
                      <a:pPr marL="0" marR="0" algn="ctr">
                        <a:spcBef>
                          <a:spcPts val="0"/>
                        </a:spcBef>
                        <a:spcAft>
                          <a:spcPts val="0"/>
                        </a:spcAft>
                      </a:pPr>
                      <a:r>
                        <a:rPr lang="en-US" sz="1200">
                          <a:effectLst/>
                        </a:rPr>
                        <a:t>Base</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663366"/>
                    </a:solidFill>
                  </a:tcPr>
                </a:tc>
                <a:tc hMerge="1">
                  <a:txBody>
                    <a:bodyPr/>
                    <a:lstStyle/>
                    <a:p>
                      <a:endParaRPr lang="en-US"/>
                    </a:p>
                  </a:txBody>
                  <a:tcPr/>
                </a:tc>
                <a:tc gridSpan="2">
                  <a:txBody>
                    <a:bodyPr/>
                    <a:lstStyle>
                      <a:lvl1pPr marR="0" algn="l" rtl="0">
                        <a:lnSpc>
                          <a:spcPct val="100000"/>
                        </a:lnSpc>
                        <a:spcBef>
                          <a:spcPts val="0"/>
                        </a:spcBef>
                        <a:spcAft>
                          <a:spcPts val="0"/>
                        </a:spcAft>
                        <a:buNone/>
                        <a:defRPr sz="1400" b="1" i="0" u="none" strike="noStrike" cap="none">
                          <a:solidFill>
                            <a:schemeClr val="lt1"/>
                          </a:solidFill>
                          <a:latin typeface="Rockwell"/>
                          <a:sym typeface="Arial"/>
                        </a:defRPr>
                      </a:lvl1pPr>
                      <a:lvl2pPr marR="0" algn="l" rtl="0">
                        <a:lnSpc>
                          <a:spcPct val="100000"/>
                        </a:lnSpc>
                        <a:spcBef>
                          <a:spcPts val="0"/>
                        </a:spcBef>
                        <a:spcAft>
                          <a:spcPts val="0"/>
                        </a:spcAft>
                        <a:buNone/>
                        <a:defRPr sz="1400" b="1" i="0" u="none" strike="noStrike" cap="none">
                          <a:solidFill>
                            <a:schemeClr val="lt1"/>
                          </a:solidFill>
                          <a:latin typeface="Rockwell"/>
                          <a:sym typeface="Arial"/>
                        </a:defRPr>
                      </a:lvl2pPr>
                      <a:lvl3pPr marR="0" algn="l" rtl="0">
                        <a:lnSpc>
                          <a:spcPct val="100000"/>
                        </a:lnSpc>
                        <a:spcBef>
                          <a:spcPts val="0"/>
                        </a:spcBef>
                        <a:spcAft>
                          <a:spcPts val="0"/>
                        </a:spcAft>
                        <a:buNone/>
                        <a:defRPr sz="1400" b="1" i="0" u="none" strike="noStrike" cap="none">
                          <a:solidFill>
                            <a:schemeClr val="lt1"/>
                          </a:solidFill>
                          <a:latin typeface="Rockwell"/>
                          <a:sym typeface="Arial"/>
                        </a:defRPr>
                      </a:lvl3pPr>
                      <a:lvl4pPr marR="0" algn="l" rtl="0">
                        <a:lnSpc>
                          <a:spcPct val="100000"/>
                        </a:lnSpc>
                        <a:spcBef>
                          <a:spcPts val="0"/>
                        </a:spcBef>
                        <a:spcAft>
                          <a:spcPts val="0"/>
                        </a:spcAft>
                        <a:buNone/>
                        <a:defRPr sz="1400" b="1" i="0" u="none" strike="noStrike" cap="none">
                          <a:solidFill>
                            <a:schemeClr val="lt1"/>
                          </a:solidFill>
                          <a:latin typeface="Rockwell"/>
                          <a:sym typeface="Arial"/>
                        </a:defRPr>
                      </a:lvl4pPr>
                      <a:lvl5pPr marR="0" algn="l" rtl="0">
                        <a:lnSpc>
                          <a:spcPct val="100000"/>
                        </a:lnSpc>
                        <a:spcBef>
                          <a:spcPts val="0"/>
                        </a:spcBef>
                        <a:spcAft>
                          <a:spcPts val="0"/>
                        </a:spcAft>
                        <a:buNone/>
                        <a:defRPr sz="1400" b="1" i="0" u="none" strike="noStrike" cap="none">
                          <a:solidFill>
                            <a:schemeClr val="lt1"/>
                          </a:solidFill>
                          <a:latin typeface="Rockwell"/>
                          <a:sym typeface="Arial"/>
                        </a:defRPr>
                      </a:lvl5pPr>
                      <a:lvl6pPr marR="0" algn="l" rtl="0">
                        <a:lnSpc>
                          <a:spcPct val="100000"/>
                        </a:lnSpc>
                        <a:spcBef>
                          <a:spcPts val="0"/>
                        </a:spcBef>
                        <a:spcAft>
                          <a:spcPts val="0"/>
                        </a:spcAft>
                        <a:buNone/>
                        <a:defRPr sz="1400" b="1" i="0" u="none" strike="noStrike" cap="none">
                          <a:solidFill>
                            <a:schemeClr val="lt1"/>
                          </a:solidFill>
                          <a:latin typeface="Rockwell"/>
                          <a:sym typeface="Arial"/>
                        </a:defRPr>
                      </a:lvl6pPr>
                      <a:lvl7pPr marR="0" algn="l" rtl="0">
                        <a:lnSpc>
                          <a:spcPct val="100000"/>
                        </a:lnSpc>
                        <a:spcBef>
                          <a:spcPts val="0"/>
                        </a:spcBef>
                        <a:spcAft>
                          <a:spcPts val="0"/>
                        </a:spcAft>
                        <a:buNone/>
                        <a:defRPr sz="1400" b="1" i="0" u="none" strike="noStrike" cap="none">
                          <a:solidFill>
                            <a:schemeClr val="lt1"/>
                          </a:solidFill>
                          <a:latin typeface="Rockwell"/>
                          <a:sym typeface="Arial"/>
                        </a:defRPr>
                      </a:lvl7pPr>
                      <a:lvl8pPr marR="0" algn="l" rtl="0">
                        <a:lnSpc>
                          <a:spcPct val="100000"/>
                        </a:lnSpc>
                        <a:spcBef>
                          <a:spcPts val="0"/>
                        </a:spcBef>
                        <a:spcAft>
                          <a:spcPts val="0"/>
                        </a:spcAft>
                        <a:buNone/>
                        <a:defRPr sz="1400" b="1" i="0" u="none" strike="noStrike" cap="none">
                          <a:solidFill>
                            <a:schemeClr val="lt1"/>
                          </a:solidFill>
                          <a:latin typeface="Rockwell"/>
                          <a:sym typeface="Arial"/>
                        </a:defRPr>
                      </a:lvl8pPr>
                      <a:lvl9pPr marR="0" algn="l" rtl="0">
                        <a:lnSpc>
                          <a:spcPct val="100000"/>
                        </a:lnSpc>
                        <a:spcBef>
                          <a:spcPts val="0"/>
                        </a:spcBef>
                        <a:spcAft>
                          <a:spcPts val="0"/>
                        </a:spcAft>
                        <a:buNone/>
                        <a:defRPr sz="1400" b="1" i="0" u="none" strike="noStrike" cap="none">
                          <a:solidFill>
                            <a:schemeClr val="lt1"/>
                          </a:solidFill>
                          <a:latin typeface="Rockwell"/>
                          <a:sym typeface="Arial"/>
                        </a:defRPr>
                      </a:lvl9pPr>
                    </a:lstStyle>
                    <a:p>
                      <a:pPr marL="0" marR="0" algn="ctr">
                        <a:spcBef>
                          <a:spcPts val="0"/>
                        </a:spcBef>
                        <a:spcAft>
                          <a:spcPts val="0"/>
                        </a:spcAft>
                      </a:pPr>
                      <a:r>
                        <a:rPr lang="en-US" sz="1200">
                          <a:effectLst/>
                        </a:rPr>
                        <a:t>Peak</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663366"/>
                    </a:solidFill>
                  </a:tcPr>
                </a:tc>
                <a:tc hMerge="1">
                  <a:txBody>
                    <a:bodyPr/>
                    <a:lstStyle/>
                    <a:p>
                      <a:endParaRPr lang="en-US"/>
                    </a:p>
                  </a:txBody>
                  <a:tcPr/>
                </a:tc>
                <a:extLst>
                  <a:ext uri="{0D108BD9-81ED-4DB2-BD59-A6C34878D82A}">
                    <a16:rowId xmlns:a16="http://schemas.microsoft.com/office/drawing/2014/main" xmlns="" val="10000"/>
                  </a:ext>
                </a:extLst>
              </a:tr>
              <a:tr h="360508">
                <a:tc vMerge="1">
                  <a:txBody>
                    <a:bodyPr/>
                    <a:lstStyle/>
                    <a:p>
                      <a:endParaRPr lang="en-US"/>
                    </a:p>
                  </a:txBody>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ctr">
                        <a:spcBef>
                          <a:spcPts val="0"/>
                        </a:spcBef>
                        <a:spcAft>
                          <a:spcPts val="0"/>
                        </a:spcAft>
                      </a:pPr>
                      <a:r>
                        <a:rPr lang="en-US" sz="1200">
                          <a:effectLst/>
                        </a:rPr>
                        <a:t>Seconds</a:t>
                      </a:r>
                      <a:endParaRPr lang="en-US" sz="1200">
                        <a:effectLst/>
                        <a:latin typeface="Times" charset="0"/>
                        <a:ea typeface="Times New Roman" charset="0"/>
                        <a:cs typeface="Times New Roman" charset="0"/>
                      </a:endParaRPr>
                    </a:p>
                  </a:txBody>
                  <a:tcPr marL="68580" marR="68580" marT="0" marB="0">
                    <a:lnL w="381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4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ctr">
                        <a:spcBef>
                          <a:spcPts val="0"/>
                        </a:spcBef>
                        <a:spcAft>
                          <a:spcPts val="0"/>
                        </a:spcAft>
                      </a:pPr>
                      <a:r>
                        <a:rPr lang="en-US" sz="1200">
                          <a:effectLst/>
                        </a:rPr>
                        <a:t>Ratio</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4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ctr">
                        <a:spcBef>
                          <a:spcPts val="0"/>
                        </a:spcBef>
                        <a:spcAft>
                          <a:spcPts val="0"/>
                        </a:spcAft>
                      </a:pPr>
                      <a:r>
                        <a:rPr lang="en-US" sz="1200">
                          <a:effectLst/>
                        </a:rPr>
                        <a:t>Seconds</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4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ctr">
                        <a:spcBef>
                          <a:spcPts val="0"/>
                        </a:spcBef>
                        <a:spcAft>
                          <a:spcPts val="0"/>
                        </a:spcAft>
                      </a:pPr>
                      <a:r>
                        <a:rPr lang="en-US" sz="1200">
                          <a:effectLst/>
                        </a:rPr>
                        <a:t>Ratio</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40000"/>
                      </a:srgbClr>
                    </a:solidFill>
                  </a:tcPr>
                </a:tc>
                <a:extLst>
                  <a:ext uri="{0D108BD9-81ED-4DB2-BD59-A6C34878D82A}">
                    <a16:rowId xmlns:a16="http://schemas.microsoft.com/office/drawing/2014/main" xmlns="" val="10001"/>
                  </a:ext>
                </a:extLst>
              </a:tr>
              <a:tr h="690974">
                <a:tc>
                  <a:txBody>
                    <a:bodyPr/>
                    <a:lstStyle>
                      <a:lvl1pPr marR="0" algn="l" rtl="0">
                        <a:lnSpc>
                          <a:spcPct val="100000"/>
                        </a:lnSpc>
                        <a:spcBef>
                          <a:spcPts val="0"/>
                        </a:spcBef>
                        <a:spcAft>
                          <a:spcPts val="0"/>
                        </a:spcAft>
                        <a:buNone/>
                        <a:defRPr sz="1400" b="1" i="0" u="none" strike="noStrike" cap="none">
                          <a:solidFill>
                            <a:schemeClr val="lt1"/>
                          </a:solidFill>
                          <a:latin typeface="Rockwell"/>
                          <a:sym typeface="Arial"/>
                        </a:defRPr>
                      </a:lvl1pPr>
                      <a:lvl2pPr marR="0" algn="l" rtl="0">
                        <a:lnSpc>
                          <a:spcPct val="100000"/>
                        </a:lnSpc>
                        <a:spcBef>
                          <a:spcPts val="0"/>
                        </a:spcBef>
                        <a:spcAft>
                          <a:spcPts val="0"/>
                        </a:spcAft>
                        <a:buNone/>
                        <a:defRPr sz="1400" b="1" i="0" u="none" strike="noStrike" cap="none">
                          <a:solidFill>
                            <a:schemeClr val="lt1"/>
                          </a:solidFill>
                          <a:latin typeface="Rockwell"/>
                          <a:sym typeface="Arial"/>
                        </a:defRPr>
                      </a:lvl2pPr>
                      <a:lvl3pPr marR="0" algn="l" rtl="0">
                        <a:lnSpc>
                          <a:spcPct val="100000"/>
                        </a:lnSpc>
                        <a:spcBef>
                          <a:spcPts val="0"/>
                        </a:spcBef>
                        <a:spcAft>
                          <a:spcPts val="0"/>
                        </a:spcAft>
                        <a:buNone/>
                        <a:defRPr sz="1400" b="1" i="0" u="none" strike="noStrike" cap="none">
                          <a:solidFill>
                            <a:schemeClr val="lt1"/>
                          </a:solidFill>
                          <a:latin typeface="Rockwell"/>
                          <a:sym typeface="Arial"/>
                        </a:defRPr>
                      </a:lvl3pPr>
                      <a:lvl4pPr marR="0" algn="l" rtl="0">
                        <a:lnSpc>
                          <a:spcPct val="100000"/>
                        </a:lnSpc>
                        <a:spcBef>
                          <a:spcPts val="0"/>
                        </a:spcBef>
                        <a:spcAft>
                          <a:spcPts val="0"/>
                        </a:spcAft>
                        <a:buNone/>
                        <a:defRPr sz="1400" b="1" i="0" u="none" strike="noStrike" cap="none">
                          <a:solidFill>
                            <a:schemeClr val="lt1"/>
                          </a:solidFill>
                          <a:latin typeface="Rockwell"/>
                          <a:sym typeface="Arial"/>
                        </a:defRPr>
                      </a:lvl4pPr>
                      <a:lvl5pPr marR="0" algn="l" rtl="0">
                        <a:lnSpc>
                          <a:spcPct val="100000"/>
                        </a:lnSpc>
                        <a:spcBef>
                          <a:spcPts val="0"/>
                        </a:spcBef>
                        <a:spcAft>
                          <a:spcPts val="0"/>
                        </a:spcAft>
                        <a:buNone/>
                        <a:defRPr sz="1400" b="1" i="0" u="none" strike="noStrike" cap="none">
                          <a:solidFill>
                            <a:schemeClr val="lt1"/>
                          </a:solidFill>
                          <a:latin typeface="Rockwell"/>
                          <a:sym typeface="Arial"/>
                        </a:defRPr>
                      </a:lvl5pPr>
                      <a:lvl6pPr marR="0" algn="l" rtl="0">
                        <a:lnSpc>
                          <a:spcPct val="100000"/>
                        </a:lnSpc>
                        <a:spcBef>
                          <a:spcPts val="0"/>
                        </a:spcBef>
                        <a:spcAft>
                          <a:spcPts val="0"/>
                        </a:spcAft>
                        <a:buNone/>
                        <a:defRPr sz="1400" b="1" i="0" u="none" strike="noStrike" cap="none">
                          <a:solidFill>
                            <a:schemeClr val="lt1"/>
                          </a:solidFill>
                          <a:latin typeface="Rockwell"/>
                          <a:sym typeface="Arial"/>
                        </a:defRPr>
                      </a:lvl6pPr>
                      <a:lvl7pPr marR="0" algn="l" rtl="0">
                        <a:lnSpc>
                          <a:spcPct val="100000"/>
                        </a:lnSpc>
                        <a:spcBef>
                          <a:spcPts val="0"/>
                        </a:spcBef>
                        <a:spcAft>
                          <a:spcPts val="0"/>
                        </a:spcAft>
                        <a:buNone/>
                        <a:defRPr sz="1400" b="1" i="0" u="none" strike="noStrike" cap="none">
                          <a:solidFill>
                            <a:schemeClr val="lt1"/>
                          </a:solidFill>
                          <a:latin typeface="Rockwell"/>
                          <a:sym typeface="Arial"/>
                        </a:defRPr>
                      </a:lvl7pPr>
                      <a:lvl8pPr marR="0" algn="l" rtl="0">
                        <a:lnSpc>
                          <a:spcPct val="100000"/>
                        </a:lnSpc>
                        <a:spcBef>
                          <a:spcPts val="0"/>
                        </a:spcBef>
                        <a:spcAft>
                          <a:spcPts val="0"/>
                        </a:spcAft>
                        <a:buNone/>
                        <a:defRPr sz="1400" b="1" i="0" u="none" strike="noStrike" cap="none">
                          <a:solidFill>
                            <a:schemeClr val="lt1"/>
                          </a:solidFill>
                          <a:latin typeface="Rockwell"/>
                          <a:sym typeface="Arial"/>
                        </a:defRPr>
                      </a:lvl8pPr>
                      <a:lvl9pPr marR="0" algn="l" rtl="0">
                        <a:lnSpc>
                          <a:spcPct val="100000"/>
                        </a:lnSpc>
                        <a:spcBef>
                          <a:spcPts val="0"/>
                        </a:spcBef>
                        <a:spcAft>
                          <a:spcPts val="0"/>
                        </a:spcAft>
                        <a:buNone/>
                        <a:defRPr sz="1400" b="1" i="0" u="none" strike="noStrike" cap="none">
                          <a:solidFill>
                            <a:schemeClr val="lt1"/>
                          </a:solidFill>
                          <a:latin typeface="Rockwell"/>
                          <a:sym typeface="Arial"/>
                        </a:defRPr>
                      </a:lvl9pPr>
                    </a:lstStyle>
                    <a:p>
                      <a:pPr marL="0" marR="0">
                        <a:spcBef>
                          <a:spcPts val="300"/>
                        </a:spcBef>
                        <a:spcAft>
                          <a:spcPts val="300"/>
                        </a:spcAft>
                      </a:pPr>
                      <a:r>
                        <a:rPr lang="en-US" sz="1100">
                          <a:effectLst/>
                        </a:rPr>
                        <a:t>600.perlbench</a:t>
                      </a:r>
                      <a:r>
                        <a:rPr lang="en-US" sz="1200">
                          <a:effectLst/>
                        </a:rPr>
                        <a:t>_s</a:t>
                      </a:r>
                      <a:endParaRPr lang="en-US" sz="1200">
                        <a:effectLst/>
                        <a:latin typeface="Times" charset="0"/>
                        <a:ea typeface="Times New Roman" charset="0"/>
                        <a:cs typeface="Times New Roman" charset="0"/>
                      </a:endParaRPr>
                    </a:p>
                  </a:txBody>
                  <a:tcPr marL="68580" marR="68580" marT="0" marB="0"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ctr">
                        <a:spcBef>
                          <a:spcPts val="0"/>
                        </a:spcBef>
                        <a:spcAft>
                          <a:spcPts val="0"/>
                        </a:spcAft>
                      </a:pPr>
                      <a:r>
                        <a:rPr lang="en-US" sz="1200">
                          <a:effectLst/>
                        </a:rPr>
                        <a:t>358</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2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ctr">
                        <a:spcBef>
                          <a:spcPts val="0"/>
                        </a:spcBef>
                        <a:spcAft>
                          <a:spcPts val="0"/>
                        </a:spcAft>
                      </a:pPr>
                      <a:r>
                        <a:rPr lang="en-US" sz="1200">
                          <a:effectLst/>
                        </a:rPr>
                        <a:t>4.96</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2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ctr">
                        <a:spcBef>
                          <a:spcPts val="0"/>
                        </a:spcBef>
                        <a:spcAft>
                          <a:spcPts val="0"/>
                        </a:spcAft>
                      </a:pPr>
                      <a:r>
                        <a:rPr lang="en-US" sz="1200">
                          <a:effectLst/>
                        </a:rPr>
                        <a:t>295</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2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ctr">
                        <a:spcBef>
                          <a:spcPts val="0"/>
                        </a:spcBef>
                        <a:spcAft>
                          <a:spcPts val="0"/>
                        </a:spcAft>
                      </a:pPr>
                      <a:r>
                        <a:rPr lang="en-US" sz="1200">
                          <a:effectLst/>
                        </a:rPr>
                        <a:t>6.01</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20000"/>
                      </a:srgbClr>
                    </a:solidFill>
                  </a:tcPr>
                </a:tc>
                <a:extLst>
                  <a:ext uri="{0D108BD9-81ED-4DB2-BD59-A6C34878D82A}">
                    <a16:rowId xmlns:a16="http://schemas.microsoft.com/office/drawing/2014/main" xmlns="" val="10002"/>
                  </a:ext>
                </a:extLst>
              </a:tr>
              <a:tr h="360508">
                <a:tc>
                  <a:txBody>
                    <a:bodyPr/>
                    <a:lstStyle>
                      <a:lvl1pPr marR="0" algn="l" rtl="0">
                        <a:lnSpc>
                          <a:spcPct val="100000"/>
                        </a:lnSpc>
                        <a:spcBef>
                          <a:spcPts val="0"/>
                        </a:spcBef>
                        <a:spcAft>
                          <a:spcPts val="0"/>
                        </a:spcAft>
                        <a:buNone/>
                        <a:defRPr sz="1400" b="1" i="0" u="none" strike="noStrike" cap="none">
                          <a:solidFill>
                            <a:schemeClr val="lt1"/>
                          </a:solidFill>
                          <a:latin typeface="Rockwell"/>
                          <a:sym typeface="Arial"/>
                        </a:defRPr>
                      </a:lvl1pPr>
                      <a:lvl2pPr marR="0" algn="l" rtl="0">
                        <a:lnSpc>
                          <a:spcPct val="100000"/>
                        </a:lnSpc>
                        <a:spcBef>
                          <a:spcPts val="0"/>
                        </a:spcBef>
                        <a:spcAft>
                          <a:spcPts val="0"/>
                        </a:spcAft>
                        <a:buNone/>
                        <a:defRPr sz="1400" b="1" i="0" u="none" strike="noStrike" cap="none">
                          <a:solidFill>
                            <a:schemeClr val="lt1"/>
                          </a:solidFill>
                          <a:latin typeface="Rockwell"/>
                          <a:sym typeface="Arial"/>
                        </a:defRPr>
                      </a:lvl2pPr>
                      <a:lvl3pPr marR="0" algn="l" rtl="0">
                        <a:lnSpc>
                          <a:spcPct val="100000"/>
                        </a:lnSpc>
                        <a:spcBef>
                          <a:spcPts val="0"/>
                        </a:spcBef>
                        <a:spcAft>
                          <a:spcPts val="0"/>
                        </a:spcAft>
                        <a:buNone/>
                        <a:defRPr sz="1400" b="1" i="0" u="none" strike="noStrike" cap="none">
                          <a:solidFill>
                            <a:schemeClr val="lt1"/>
                          </a:solidFill>
                          <a:latin typeface="Rockwell"/>
                          <a:sym typeface="Arial"/>
                        </a:defRPr>
                      </a:lvl3pPr>
                      <a:lvl4pPr marR="0" algn="l" rtl="0">
                        <a:lnSpc>
                          <a:spcPct val="100000"/>
                        </a:lnSpc>
                        <a:spcBef>
                          <a:spcPts val="0"/>
                        </a:spcBef>
                        <a:spcAft>
                          <a:spcPts val="0"/>
                        </a:spcAft>
                        <a:buNone/>
                        <a:defRPr sz="1400" b="1" i="0" u="none" strike="noStrike" cap="none">
                          <a:solidFill>
                            <a:schemeClr val="lt1"/>
                          </a:solidFill>
                          <a:latin typeface="Rockwell"/>
                          <a:sym typeface="Arial"/>
                        </a:defRPr>
                      </a:lvl4pPr>
                      <a:lvl5pPr marR="0" algn="l" rtl="0">
                        <a:lnSpc>
                          <a:spcPct val="100000"/>
                        </a:lnSpc>
                        <a:spcBef>
                          <a:spcPts val="0"/>
                        </a:spcBef>
                        <a:spcAft>
                          <a:spcPts val="0"/>
                        </a:spcAft>
                        <a:buNone/>
                        <a:defRPr sz="1400" b="1" i="0" u="none" strike="noStrike" cap="none">
                          <a:solidFill>
                            <a:schemeClr val="lt1"/>
                          </a:solidFill>
                          <a:latin typeface="Rockwell"/>
                          <a:sym typeface="Arial"/>
                        </a:defRPr>
                      </a:lvl5pPr>
                      <a:lvl6pPr marR="0" algn="l" rtl="0">
                        <a:lnSpc>
                          <a:spcPct val="100000"/>
                        </a:lnSpc>
                        <a:spcBef>
                          <a:spcPts val="0"/>
                        </a:spcBef>
                        <a:spcAft>
                          <a:spcPts val="0"/>
                        </a:spcAft>
                        <a:buNone/>
                        <a:defRPr sz="1400" b="1" i="0" u="none" strike="noStrike" cap="none">
                          <a:solidFill>
                            <a:schemeClr val="lt1"/>
                          </a:solidFill>
                          <a:latin typeface="Rockwell"/>
                          <a:sym typeface="Arial"/>
                        </a:defRPr>
                      </a:lvl6pPr>
                      <a:lvl7pPr marR="0" algn="l" rtl="0">
                        <a:lnSpc>
                          <a:spcPct val="100000"/>
                        </a:lnSpc>
                        <a:spcBef>
                          <a:spcPts val="0"/>
                        </a:spcBef>
                        <a:spcAft>
                          <a:spcPts val="0"/>
                        </a:spcAft>
                        <a:buNone/>
                        <a:defRPr sz="1400" b="1" i="0" u="none" strike="noStrike" cap="none">
                          <a:solidFill>
                            <a:schemeClr val="lt1"/>
                          </a:solidFill>
                          <a:latin typeface="Rockwell"/>
                          <a:sym typeface="Arial"/>
                        </a:defRPr>
                      </a:lvl7pPr>
                      <a:lvl8pPr marR="0" algn="l" rtl="0">
                        <a:lnSpc>
                          <a:spcPct val="100000"/>
                        </a:lnSpc>
                        <a:spcBef>
                          <a:spcPts val="0"/>
                        </a:spcBef>
                        <a:spcAft>
                          <a:spcPts val="0"/>
                        </a:spcAft>
                        <a:buNone/>
                        <a:defRPr sz="1400" b="1" i="0" u="none" strike="noStrike" cap="none">
                          <a:solidFill>
                            <a:schemeClr val="lt1"/>
                          </a:solidFill>
                          <a:latin typeface="Rockwell"/>
                          <a:sym typeface="Arial"/>
                        </a:defRPr>
                      </a:lvl8pPr>
                      <a:lvl9pPr marR="0" algn="l" rtl="0">
                        <a:lnSpc>
                          <a:spcPct val="100000"/>
                        </a:lnSpc>
                        <a:spcBef>
                          <a:spcPts val="0"/>
                        </a:spcBef>
                        <a:spcAft>
                          <a:spcPts val="0"/>
                        </a:spcAft>
                        <a:buNone/>
                        <a:defRPr sz="1400" b="1" i="0" u="none" strike="noStrike" cap="none">
                          <a:solidFill>
                            <a:schemeClr val="lt1"/>
                          </a:solidFill>
                          <a:latin typeface="Rockwell"/>
                          <a:sym typeface="Arial"/>
                        </a:defRPr>
                      </a:lvl9pPr>
                    </a:lstStyle>
                    <a:p>
                      <a:pPr marL="0" marR="0">
                        <a:spcBef>
                          <a:spcPts val="300"/>
                        </a:spcBef>
                        <a:spcAft>
                          <a:spcPts val="300"/>
                        </a:spcAft>
                      </a:pPr>
                      <a:r>
                        <a:rPr lang="en-US" sz="1100">
                          <a:effectLst/>
                        </a:rPr>
                        <a:t>602.gcc</a:t>
                      </a:r>
                      <a:r>
                        <a:rPr lang="en-US" sz="1200">
                          <a:effectLst/>
                        </a:rPr>
                        <a:t>_s</a:t>
                      </a:r>
                      <a:endParaRPr lang="en-US" sz="1200">
                        <a:effectLst/>
                        <a:latin typeface="Times" charset="0"/>
                        <a:ea typeface="Times New Roman" charset="0"/>
                        <a:cs typeface="Times New Roman" charset="0"/>
                      </a:endParaRPr>
                    </a:p>
                  </a:txBody>
                  <a:tcPr marL="68580" marR="68580"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ctr">
                        <a:spcBef>
                          <a:spcPts val="0"/>
                        </a:spcBef>
                        <a:spcAft>
                          <a:spcPts val="0"/>
                        </a:spcAft>
                      </a:pPr>
                      <a:r>
                        <a:rPr lang="en-US" sz="1200">
                          <a:effectLst/>
                        </a:rPr>
                        <a:t>546</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4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ctr">
                        <a:spcBef>
                          <a:spcPts val="0"/>
                        </a:spcBef>
                        <a:spcAft>
                          <a:spcPts val="0"/>
                        </a:spcAft>
                      </a:pPr>
                      <a:r>
                        <a:rPr lang="en-US" sz="1200">
                          <a:effectLst/>
                        </a:rPr>
                        <a:t>7.29</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4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ctr">
                        <a:spcBef>
                          <a:spcPts val="0"/>
                        </a:spcBef>
                        <a:spcAft>
                          <a:spcPts val="0"/>
                        </a:spcAft>
                      </a:pPr>
                      <a:r>
                        <a:rPr lang="en-US" sz="1200">
                          <a:effectLst/>
                        </a:rPr>
                        <a:t>535</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4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ctr">
                        <a:spcBef>
                          <a:spcPts val="0"/>
                        </a:spcBef>
                        <a:spcAft>
                          <a:spcPts val="0"/>
                        </a:spcAft>
                      </a:pPr>
                      <a:r>
                        <a:rPr lang="en-US" sz="1200" dirty="0">
                          <a:effectLst/>
                        </a:rPr>
                        <a:t>7.45</a:t>
                      </a:r>
                      <a:endParaRPr lang="en-US" sz="1200" dirty="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40000"/>
                      </a:srgbClr>
                    </a:solidFill>
                  </a:tcPr>
                </a:tc>
                <a:extLst>
                  <a:ext uri="{0D108BD9-81ED-4DB2-BD59-A6C34878D82A}">
                    <a16:rowId xmlns:a16="http://schemas.microsoft.com/office/drawing/2014/main" xmlns="" val="10003"/>
                  </a:ext>
                </a:extLst>
              </a:tr>
              <a:tr h="360508">
                <a:tc>
                  <a:txBody>
                    <a:bodyPr/>
                    <a:lstStyle>
                      <a:lvl1pPr marR="0" algn="l" rtl="0">
                        <a:lnSpc>
                          <a:spcPct val="100000"/>
                        </a:lnSpc>
                        <a:spcBef>
                          <a:spcPts val="0"/>
                        </a:spcBef>
                        <a:spcAft>
                          <a:spcPts val="0"/>
                        </a:spcAft>
                        <a:buNone/>
                        <a:defRPr sz="1400" b="1" i="0" u="none" strike="noStrike" cap="none">
                          <a:solidFill>
                            <a:schemeClr val="lt1"/>
                          </a:solidFill>
                          <a:latin typeface="Rockwell"/>
                          <a:sym typeface="Arial"/>
                        </a:defRPr>
                      </a:lvl1pPr>
                      <a:lvl2pPr marR="0" algn="l" rtl="0">
                        <a:lnSpc>
                          <a:spcPct val="100000"/>
                        </a:lnSpc>
                        <a:spcBef>
                          <a:spcPts val="0"/>
                        </a:spcBef>
                        <a:spcAft>
                          <a:spcPts val="0"/>
                        </a:spcAft>
                        <a:buNone/>
                        <a:defRPr sz="1400" b="1" i="0" u="none" strike="noStrike" cap="none">
                          <a:solidFill>
                            <a:schemeClr val="lt1"/>
                          </a:solidFill>
                          <a:latin typeface="Rockwell"/>
                          <a:sym typeface="Arial"/>
                        </a:defRPr>
                      </a:lvl2pPr>
                      <a:lvl3pPr marR="0" algn="l" rtl="0">
                        <a:lnSpc>
                          <a:spcPct val="100000"/>
                        </a:lnSpc>
                        <a:spcBef>
                          <a:spcPts val="0"/>
                        </a:spcBef>
                        <a:spcAft>
                          <a:spcPts val="0"/>
                        </a:spcAft>
                        <a:buNone/>
                        <a:defRPr sz="1400" b="1" i="0" u="none" strike="noStrike" cap="none">
                          <a:solidFill>
                            <a:schemeClr val="lt1"/>
                          </a:solidFill>
                          <a:latin typeface="Rockwell"/>
                          <a:sym typeface="Arial"/>
                        </a:defRPr>
                      </a:lvl3pPr>
                      <a:lvl4pPr marR="0" algn="l" rtl="0">
                        <a:lnSpc>
                          <a:spcPct val="100000"/>
                        </a:lnSpc>
                        <a:spcBef>
                          <a:spcPts val="0"/>
                        </a:spcBef>
                        <a:spcAft>
                          <a:spcPts val="0"/>
                        </a:spcAft>
                        <a:buNone/>
                        <a:defRPr sz="1400" b="1" i="0" u="none" strike="noStrike" cap="none">
                          <a:solidFill>
                            <a:schemeClr val="lt1"/>
                          </a:solidFill>
                          <a:latin typeface="Rockwell"/>
                          <a:sym typeface="Arial"/>
                        </a:defRPr>
                      </a:lvl4pPr>
                      <a:lvl5pPr marR="0" algn="l" rtl="0">
                        <a:lnSpc>
                          <a:spcPct val="100000"/>
                        </a:lnSpc>
                        <a:spcBef>
                          <a:spcPts val="0"/>
                        </a:spcBef>
                        <a:spcAft>
                          <a:spcPts val="0"/>
                        </a:spcAft>
                        <a:buNone/>
                        <a:defRPr sz="1400" b="1" i="0" u="none" strike="noStrike" cap="none">
                          <a:solidFill>
                            <a:schemeClr val="lt1"/>
                          </a:solidFill>
                          <a:latin typeface="Rockwell"/>
                          <a:sym typeface="Arial"/>
                        </a:defRPr>
                      </a:lvl5pPr>
                      <a:lvl6pPr marR="0" algn="l" rtl="0">
                        <a:lnSpc>
                          <a:spcPct val="100000"/>
                        </a:lnSpc>
                        <a:spcBef>
                          <a:spcPts val="0"/>
                        </a:spcBef>
                        <a:spcAft>
                          <a:spcPts val="0"/>
                        </a:spcAft>
                        <a:buNone/>
                        <a:defRPr sz="1400" b="1" i="0" u="none" strike="noStrike" cap="none">
                          <a:solidFill>
                            <a:schemeClr val="lt1"/>
                          </a:solidFill>
                          <a:latin typeface="Rockwell"/>
                          <a:sym typeface="Arial"/>
                        </a:defRPr>
                      </a:lvl6pPr>
                      <a:lvl7pPr marR="0" algn="l" rtl="0">
                        <a:lnSpc>
                          <a:spcPct val="100000"/>
                        </a:lnSpc>
                        <a:spcBef>
                          <a:spcPts val="0"/>
                        </a:spcBef>
                        <a:spcAft>
                          <a:spcPts val="0"/>
                        </a:spcAft>
                        <a:buNone/>
                        <a:defRPr sz="1400" b="1" i="0" u="none" strike="noStrike" cap="none">
                          <a:solidFill>
                            <a:schemeClr val="lt1"/>
                          </a:solidFill>
                          <a:latin typeface="Rockwell"/>
                          <a:sym typeface="Arial"/>
                        </a:defRPr>
                      </a:lvl7pPr>
                      <a:lvl8pPr marR="0" algn="l" rtl="0">
                        <a:lnSpc>
                          <a:spcPct val="100000"/>
                        </a:lnSpc>
                        <a:spcBef>
                          <a:spcPts val="0"/>
                        </a:spcBef>
                        <a:spcAft>
                          <a:spcPts val="0"/>
                        </a:spcAft>
                        <a:buNone/>
                        <a:defRPr sz="1400" b="1" i="0" u="none" strike="noStrike" cap="none">
                          <a:solidFill>
                            <a:schemeClr val="lt1"/>
                          </a:solidFill>
                          <a:latin typeface="Rockwell"/>
                          <a:sym typeface="Arial"/>
                        </a:defRPr>
                      </a:lvl8pPr>
                      <a:lvl9pPr marR="0" algn="l" rtl="0">
                        <a:lnSpc>
                          <a:spcPct val="100000"/>
                        </a:lnSpc>
                        <a:spcBef>
                          <a:spcPts val="0"/>
                        </a:spcBef>
                        <a:spcAft>
                          <a:spcPts val="0"/>
                        </a:spcAft>
                        <a:buNone/>
                        <a:defRPr sz="1400" b="1" i="0" u="none" strike="noStrike" cap="none">
                          <a:solidFill>
                            <a:schemeClr val="lt1"/>
                          </a:solidFill>
                          <a:latin typeface="Rockwell"/>
                          <a:sym typeface="Arial"/>
                        </a:defRPr>
                      </a:lvl9pPr>
                    </a:lstStyle>
                    <a:p>
                      <a:pPr marL="0" marR="0">
                        <a:spcBef>
                          <a:spcPts val="300"/>
                        </a:spcBef>
                        <a:spcAft>
                          <a:spcPts val="300"/>
                        </a:spcAft>
                      </a:pPr>
                      <a:r>
                        <a:rPr lang="en-US" sz="1100">
                          <a:effectLst/>
                        </a:rPr>
                        <a:t>605.mcf</a:t>
                      </a:r>
                      <a:r>
                        <a:rPr lang="en-US" sz="1200">
                          <a:effectLst/>
                        </a:rPr>
                        <a:t>_s</a:t>
                      </a:r>
                      <a:endParaRPr lang="en-US" sz="1200">
                        <a:effectLst/>
                        <a:latin typeface="Times" charset="0"/>
                        <a:ea typeface="Times New Roman" charset="0"/>
                        <a:cs typeface="Times New Roman" charset="0"/>
                      </a:endParaRPr>
                    </a:p>
                  </a:txBody>
                  <a:tcPr marL="68580" marR="68580"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ctr">
                        <a:spcBef>
                          <a:spcPts val="0"/>
                        </a:spcBef>
                        <a:spcAft>
                          <a:spcPts val="0"/>
                        </a:spcAft>
                      </a:pPr>
                      <a:r>
                        <a:rPr lang="en-US" sz="1200">
                          <a:effectLst/>
                        </a:rPr>
                        <a:t>866</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2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ctr">
                        <a:spcBef>
                          <a:spcPts val="0"/>
                        </a:spcBef>
                        <a:spcAft>
                          <a:spcPts val="0"/>
                        </a:spcAft>
                      </a:pPr>
                      <a:r>
                        <a:rPr lang="en-US" sz="1200">
                          <a:effectLst/>
                        </a:rPr>
                        <a:t>5.45</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2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ctr">
                        <a:spcBef>
                          <a:spcPts val="0"/>
                        </a:spcBef>
                        <a:spcAft>
                          <a:spcPts val="0"/>
                        </a:spcAft>
                      </a:pPr>
                      <a:r>
                        <a:rPr lang="en-US" sz="1200">
                          <a:effectLst/>
                        </a:rPr>
                        <a:t>700</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2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ctr">
                        <a:spcBef>
                          <a:spcPts val="0"/>
                        </a:spcBef>
                        <a:spcAft>
                          <a:spcPts val="0"/>
                        </a:spcAft>
                      </a:pPr>
                      <a:r>
                        <a:rPr lang="en-US" sz="1200">
                          <a:effectLst/>
                        </a:rPr>
                        <a:t>6.75</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20000"/>
                      </a:srgbClr>
                    </a:solidFill>
                  </a:tcPr>
                </a:tc>
                <a:extLst>
                  <a:ext uri="{0D108BD9-81ED-4DB2-BD59-A6C34878D82A}">
                    <a16:rowId xmlns:a16="http://schemas.microsoft.com/office/drawing/2014/main" xmlns="" val="10004"/>
                  </a:ext>
                </a:extLst>
              </a:tr>
              <a:tr h="721016">
                <a:tc>
                  <a:txBody>
                    <a:bodyPr/>
                    <a:lstStyle>
                      <a:lvl1pPr marR="0" algn="l" rtl="0">
                        <a:lnSpc>
                          <a:spcPct val="100000"/>
                        </a:lnSpc>
                        <a:spcBef>
                          <a:spcPts val="0"/>
                        </a:spcBef>
                        <a:spcAft>
                          <a:spcPts val="0"/>
                        </a:spcAft>
                        <a:buNone/>
                        <a:defRPr sz="1400" b="1" i="0" u="none" strike="noStrike" cap="none">
                          <a:solidFill>
                            <a:schemeClr val="lt1"/>
                          </a:solidFill>
                          <a:latin typeface="Rockwell"/>
                          <a:sym typeface="Arial"/>
                        </a:defRPr>
                      </a:lvl1pPr>
                      <a:lvl2pPr marR="0" algn="l" rtl="0">
                        <a:lnSpc>
                          <a:spcPct val="100000"/>
                        </a:lnSpc>
                        <a:spcBef>
                          <a:spcPts val="0"/>
                        </a:spcBef>
                        <a:spcAft>
                          <a:spcPts val="0"/>
                        </a:spcAft>
                        <a:buNone/>
                        <a:defRPr sz="1400" b="1" i="0" u="none" strike="noStrike" cap="none">
                          <a:solidFill>
                            <a:schemeClr val="lt1"/>
                          </a:solidFill>
                          <a:latin typeface="Rockwell"/>
                          <a:sym typeface="Arial"/>
                        </a:defRPr>
                      </a:lvl2pPr>
                      <a:lvl3pPr marR="0" algn="l" rtl="0">
                        <a:lnSpc>
                          <a:spcPct val="100000"/>
                        </a:lnSpc>
                        <a:spcBef>
                          <a:spcPts val="0"/>
                        </a:spcBef>
                        <a:spcAft>
                          <a:spcPts val="0"/>
                        </a:spcAft>
                        <a:buNone/>
                        <a:defRPr sz="1400" b="1" i="0" u="none" strike="noStrike" cap="none">
                          <a:solidFill>
                            <a:schemeClr val="lt1"/>
                          </a:solidFill>
                          <a:latin typeface="Rockwell"/>
                          <a:sym typeface="Arial"/>
                        </a:defRPr>
                      </a:lvl3pPr>
                      <a:lvl4pPr marR="0" algn="l" rtl="0">
                        <a:lnSpc>
                          <a:spcPct val="100000"/>
                        </a:lnSpc>
                        <a:spcBef>
                          <a:spcPts val="0"/>
                        </a:spcBef>
                        <a:spcAft>
                          <a:spcPts val="0"/>
                        </a:spcAft>
                        <a:buNone/>
                        <a:defRPr sz="1400" b="1" i="0" u="none" strike="noStrike" cap="none">
                          <a:solidFill>
                            <a:schemeClr val="lt1"/>
                          </a:solidFill>
                          <a:latin typeface="Rockwell"/>
                          <a:sym typeface="Arial"/>
                        </a:defRPr>
                      </a:lvl4pPr>
                      <a:lvl5pPr marR="0" algn="l" rtl="0">
                        <a:lnSpc>
                          <a:spcPct val="100000"/>
                        </a:lnSpc>
                        <a:spcBef>
                          <a:spcPts val="0"/>
                        </a:spcBef>
                        <a:spcAft>
                          <a:spcPts val="0"/>
                        </a:spcAft>
                        <a:buNone/>
                        <a:defRPr sz="1400" b="1" i="0" u="none" strike="noStrike" cap="none">
                          <a:solidFill>
                            <a:schemeClr val="lt1"/>
                          </a:solidFill>
                          <a:latin typeface="Rockwell"/>
                          <a:sym typeface="Arial"/>
                        </a:defRPr>
                      </a:lvl5pPr>
                      <a:lvl6pPr marR="0" algn="l" rtl="0">
                        <a:lnSpc>
                          <a:spcPct val="100000"/>
                        </a:lnSpc>
                        <a:spcBef>
                          <a:spcPts val="0"/>
                        </a:spcBef>
                        <a:spcAft>
                          <a:spcPts val="0"/>
                        </a:spcAft>
                        <a:buNone/>
                        <a:defRPr sz="1400" b="1" i="0" u="none" strike="noStrike" cap="none">
                          <a:solidFill>
                            <a:schemeClr val="lt1"/>
                          </a:solidFill>
                          <a:latin typeface="Rockwell"/>
                          <a:sym typeface="Arial"/>
                        </a:defRPr>
                      </a:lvl6pPr>
                      <a:lvl7pPr marR="0" algn="l" rtl="0">
                        <a:lnSpc>
                          <a:spcPct val="100000"/>
                        </a:lnSpc>
                        <a:spcBef>
                          <a:spcPts val="0"/>
                        </a:spcBef>
                        <a:spcAft>
                          <a:spcPts val="0"/>
                        </a:spcAft>
                        <a:buNone/>
                        <a:defRPr sz="1400" b="1" i="0" u="none" strike="noStrike" cap="none">
                          <a:solidFill>
                            <a:schemeClr val="lt1"/>
                          </a:solidFill>
                          <a:latin typeface="Rockwell"/>
                          <a:sym typeface="Arial"/>
                        </a:defRPr>
                      </a:lvl7pPr>
                      <a:lvl8pPr marR="0" algn="l" rtl="0">
                        <a:lnSpc>
                          <a:spcPct val="100000"/>
                        </a:lnSpc>
                        <a:spcBef>
                          <a:spcPts val="0"/>
                        </a:spcBef>
                        <a:spcAft>
                          <a:spcPts val="0"/>
                        </a:spcAft>
                        <a:buNone/>
                        <a:defRPr sz="1400" b="1" i="0" u="none" strike="noStrike" cap="none">
                          <a:solidFill>
                            <a:schemeClr val="lt1"/>
                          </a:solidFill>
                          <a:latin typeface="Rockwell"/>
                          <a:sym typeface="Arial"/>
                        </a:defRPr>
                      </a:lvl8pPr>
                      <a:lvl9pPr marR="0" algn="l" rtl="0">
                        <a:lnSpc>
                          <a:spcPct val="100000"/>
                        </a:lnSpc>
                        <a:spcBef>
                          <a:spcPts val="0"/>
                        </a:spcBef>
                        <a:spcAft>
                          <a:spcPts val="0"/>
                        </a:spcAft>
                        <a:buNone/>
                        <a:defRPr sz="1400" b="1" i="0" u="none" strike="noStrike" cap="none">
                          <a:solidFill>
                            <a:schemeClr val="lt1"/>
                          </a:solidFill>
                          <a:latin typeface="Rockwell"/>
                          <a:sym typeface="Arial"/>
                        </a:defRPr>
                      </a:lvl9pPr>
                    </a:lstStyle>
                    <a:p>
                      <a:pPr marL="0" marR="0">
                        <a:spcBef>
                          <a:spcPts val="300"/>
                        </a:spcBef>
                        <a:spcAft>
                          <a:spcPts val="300"/>
                        </a:spcAft>
                      </a:pPr>
                      <a:r>
                        <a:rPr lang="en-US" sz="1100">
                          <a:effectLst/>
                        </a:rPr>
                        <a:t>620.omnetpp</a:t>
                      </a:r>
                      <a:r>
                        <a:rPr lang="en-US" sz="1200">
                          <a:effectLst/>
                        </a:rPr>
                        <a:t>_s</a:t>
                      </a:r>
                      <a:endParaRPr lang="en-US" sz="1200">
                        <a:effectLst/>
                        <a:latin typeface="Times" charset="0"/>
                        <a:ea typeface="Times New Roman" charset="0"/>
                        <a:cs typeface="Times New Roman" charset="0"/>
                      </a:endParaRPr>
                    </a:p>
                  </a:txBody>
                  <a:tcPr marL="68580" marR="68580"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ctr">
                        <a:spcBef>
                          <a:spcPts val="0"/>
                        </a:spcBef>
                        <a:spcAft>
                          <a:spcPts val="0"/>
                        </a:spcAft>
                      </a:pPr>
                      <a:r>
                        <a:rPr lang="en-US" sz="1200">
                          <a:effectLst/>
                        </a:rPr>
                        <a:t>276</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4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ctr">
                        <a:spcBef>
                          <a:spcPts val="0"/>
                        </a:spcBef>
                        <a:spcAft>
                          <a:spcPts val="0"/>
                        </a:spcAft>
                      </a:pPr>
                      <a:r>
                        <a:rPr lang="en-US" sz="1200" dirty="0">
                          <a:effectLst/>
                        </a:rPr>
                        <a:t>5.90</a:t>
                      </a:r>
                      <a:endParaRPr lang="en-US" sz="1200" dirty="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4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ctr">
                        <a:spcBef>
                          <a:spcPts val="0"/>
                        </a:spcBef>
                        <a:spcAft>
                          <a:spcPts val="0"/>
                        </a:spcAft>
                      </a:pPr>
                      <a:r>
                        <a:rPr lang="en-US" sz="1200">
                          <a:effectLst/>
                        </a:rPr>
                        <a:t>247</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4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ctr">
                        <a:spcBef>
                          <a:spcPts val="0"/>
                        </a:spcBef>
                        <a:spcAft>
                          <a:spcPts val="0"/>
                        </a:spcAft>
                      </a:pPr>
                      <a:r>
                        <a:rPr lang="en-US" sz="1200">
                          <a:effectLst/>
                        </a:rPr>
                        <a:t>6.61</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40000"/>
                      </a:srgbClr>
                    </a:solidFill>
                  </a:tcPr>
                </a:tc>
                <a:extLst>
                  <a:ext uri="{0D108BD9-81ED-4DB2-BD59-A6C34878D82A}">
                    <a16:rowId xmlns:a16="http://schemas.microsoft.com/office/drawing/2014/main" xmlns="" val="10005"/>
                  </a:ext>
                </a:extLst>
              </a:tr>
              <a:tr h="690974">
                <a:tc>
                  <a:txBody>
                    <a:bodyPr/>
                    <a:lstStyle>
                      <a:lvl1pPr marR="0" algn="l" rtl="0">
                        <a:lnSpc>
                          <a:spcPct val="100000"/>
                        </a:lnSpc>
                        <a:spcBef>
                          <a:spcPts val="0"/>
                        </a:spcBef>
                        <a:spcAft>
                          <a:spcPts val="0"/>
                        </a:spcAft>
                        <a:buNone/>
                        <a:defRPr sz="1400" b="1" i="0" u="none" strike="noStrike" cap="none">
                          <a:solidFill>
                            <a:schemeClr val="lt1"/>
                          </a:solidFill>
                          <a:latin typeface="Rockwell"/>
                          <a:sym typeface="Arial"/>
                        </a:defRPr>
                      </a:lvl1pPr>
                      <a:lvl2pPr marR="0" algn="l" rtl="0">
                        <a:lnSpc>
                          <a:spcPct val="100000"/>
                        </a:lnSpc>
                        <a:spcBef>
                          <a:spcPts val="0"/>
                        </a:spcBef>
                        <a:spcAft>
                          <a:spcPts val="0"/>
                        </a:spcAft>
                        <a:buNone/>
                        <a:defRPr sz="1400" b="1" i="0" u="none" strike="noStrike" cap="none">
                          <a:solidFill>
                            <a:schemeClr val="lt1"/>
                          </a:solidFill>
                          <a:latin typeface="Rockwell"/>
                          <a:sym typeface="Arial"/>
                        </a:defRPr>
                      </a:lvl2pPr>
                      <a:lvl3pPr marR="0" algn="l" rtl="0">
                        <a:lnSpc>
                          <a:spcPct val="100000"/>
                        </a:lnSpc>
                        <a:spcBef>
                          <a:spcPts val="0"/>
                        </a:spcBef>
                        <a:spcAft>
                          <a:spcPts val="0"/>
                        </a:spcAft>
                        <a:buNone/>
                        <a:defRPr sz="1400" b="1" i="0" u="none" strike="noStrike" cap="none">
                          <a:solidFill>
                            <a:schemeClr val="lt1"/>
                          </a:solidFill>
                          <a:latin typeface="Rockwell"/>
                          <a:sym typeface="Arial"/>
                        </a:defRPr>
                      </a:lvl3pPr>
                      <a:lvl4pPr marR="0" algn="l" rtl="0">
                        <a:lnSpc>
                          <a:spcPct val="100000"/>
                        </a:lnSpc>
                        <a:spcBef>
                          <a:spcPts val="0"/>
                        </a:spcBef>
                        <a:spcAft>
                          <a:spcPts val="0"/>
                        </a:spcAft>
                        <a:buNone/>
                        <a:defRPr sz="1400" b="1" i="0" u="none" strike="noStrike" cap="none">
                          <a:solidFill>
                            <a:schemeClr val="lt1"/>
                          </a:solidFill>
                          <a:latin typeface="Rockwell"/>
                          <a:sym typeface="Arial"/>
                        </a:defRPr>
                      </a:lvl4pPr>
                      <a:lvl5pPr marR="0" algn="l" rtl="0">
                        <a:lnSpc>
                          <a:spcPct val="100000"/>
                        </a:lnSpc>
                        <a:spcBef>
                          <a:spcPts val="0"/>
                        </a:spcBef>
                        <a:spcAft>
                          <a:spcPts val="0"/>
                        </a:spcAft>
                        <a:buNone/>
                        <a:defRPr sz="1400" b="1" i="0" u="none" strike="noStrike" cap="none">
                          <a:solidFill>
                            <a:schemeClr val="lt1"/>
                          </a:solidFill>
                          <a:latin typeface="Rockwell"/>
                          <a:sym typeface="Arial"/>
                        </a:defRPr>
                      </a:lvl5pPr>
                      <a:lvl6pPr marR="0" algn="l" rtl="0">
                        <a:lnSpc>
                          <a:spcPct val="100000"/>
                        </a:lnSpc>
                        <a:spcBef>
                          <a:spcPts val="0"/>
                        </a:spcBef>
                        <a:spcAft>
                          <a:spcPts val="0"/>
                        </a:spcAft>
                        <a:buNone/>
                        <a:defRPr sz="1400" b="1" i="0" u="none" strike="noStrike" cap="none">
                          <a:solidFill>
                            <a:schemeClr val="lt1"/>
                          </a:solidFill>
                          <a:latin typeface="Rockwell"/>
                          <a:sym typeface="Arial"/>
                        </a:defRPr>
                      </a:lvl6pPr>
                      <a:lvl7pPr marR="0" algn="l" rtl="0">
                        <a:lnSpc>
                          <a:spcPct val="100000"/>
                        </a:lnSpc>
                        <a:spcBef>
                          <a:spcPts val="0"/>
                        </a:spcBef>
                        <a:spcAft>
                          <a:spcPts val="0"/>
                        </a:spcAft>
                        <a:buNone/>
                        <a:defRPr sz="1400" b="1" i="0" u="none" strike="noStrike" cap="none">
                          <a:solidFill>
                            <a:schemeClr val="lt1"/>
                          </a:solidFill>
                          <a:latin typeface="Rockwell"/>
                          <a:sym typeface="Arial"/>
                        </a:defRPr>
                      </a:lvl7pPr>
                      <a:lvl8pPr marR="0" algn="l" rtl="0">
                        <a:lnSpc>
                          <a:spcPct val="100000"/>
                        </a:lnSpc>
                        <a:spcBef>
                          <a:spcPts val="0"/>
                        </a:spcBef>
                        <a:spcAft>
                          <a:spcPts val="0"/>
                        </a:spcAft>
                        <a:buNone/>
                        <a:defRPr sz="1400" b="1" i="0" u="none" strike="noStrike" cap="none">
                          <a:solidFill>
                            <a:schemeClr val="lt1"/>
                          </a:solidFill>
                          <a:latin typeface="Rockwell"/>
                          <a:sym typeface="Arial"/>
                        </a:defRPr>
                      </a:lvl8pPr>
                      <a:lvl9pPr marR="0" algn="l" rtl="0">
                        <a:lnSpc>
                          <a:spcPct val="100000"/>
                        </a:lnSpc>
                        <a:spcBef>
                          <a:spcPts val="0"/>
                        </a:spcBef>
                        <a:spcAft>
                          <a:spcPts val="0"/>
                        </a:spcAft>
                        <a:buNone/>
                        <a:defRPr sz="1400" b="1" i="0" u="none" strike="noStrike" cap="none">
                          <a:solidFill>
                            <a:schemeClr val="lt1"/>
                          </a:solidFill>
                          <a:latin typeface="Rockwell"/>
                          <a:sym typeface="Arial"/>
                        </a:defRPr>
                      </a:lvl9pPr>
                    </a:lstStyle>
                    <a:p>
                      <a:pPr marL="0" marR="0">
                        <a:spcBef>
                          <a:spcPts val="300"/>
                        </a:spcBef>
                        <a:spcAft>
                          <a:spcPts val="300"/>
                        </a:spcAft>
                      </a:pPr>
                      <a:r>
                        <a:rPr lang="en-US" sz="1100">
                          <a:effectLst/>
                        </a:rPr>
                        <a:t>623.xalancbmk</a:t>
                      </a:r>
                      <a:r>
                        <a:rPr lang="en-US" sz="1200">
                          <a:effectLst/>
                        </a:rPr>
                        <a:t>_s</a:t>
                      </a:r>
                      <a:endParaRPr lang="en-US" sz="1200">
                        <a:effectLst/>
                        <a:latin typeface="Times" charset="0"/>
                        <a:ea typeface="Times New Roman" charset="0"/>
                        <a:cs typeface="Times New Roman" charset="0"/>
                      </a:endParaRPr>
                    </a:p>
                  </a:txBody>
                  <a:tcPr marL="68580" marR="68580"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ctr">
                        <a:spcBef>
                          <a:spcPts val="0"/>
                        </a:spcBef>
                        <a:spcAft>
                          <a:spcPts val="0"/>
                        </a:spcAft>
                      </a:pPr>
                      <a:r>
                        <a:rPr lang="en-US" sz="1200">
                          <a:effectLst/>
                        </a:rPr>
                        <a:t>188</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2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ctr">
                        <a:spcBef>
                          <a:spcPts val="0"/>
                        </a:spcBef>
                        <a:spcAft>
                          <a:spcPts val="0"/>
                        </a:spcAft>
                      </a:pPr>
                      <a:r>
                        <a:rPr lang="en-US" sz="1200">
                          <a:effectLst/>
                        </a:rPr>
                        <a:t>7.52</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2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ctr">
                        <a:spcBef>
                          <a:spcPts val="0"/>
                        </a:spcBef>
                        <a:spcAft>
                          <a:spcPts val="0"/>
                        </a:spcAft>
                      </a:pPr>
                      <a:r>
                        <a:rPr lang="en-US" sz="1200">
                          <a:effectLst/>
                        </a:rPr>
                        <a:t>179</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2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ctr">
                        <a:spcBef>
                          <a:spcPts val="0"/>
                        </a:spcBef>
                        <a:spcAft>
                          <a:spcPts val="0"/>
                        </a:spcAft>
                      </a:pPr>
                      <a:r>
                        <a:rPr lang="en-US" sz="1200">
                          <a:effectLst/>
                        </a:rPr>
                        <a:t>7.91</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20000"/>
                      </a:srgbClr>
                    </a:solidFill>
                  </a:tcPr>
                </a:tc>
                <a:extLst>
                  <a:ext uri="{0D108BD9-81ED-4DB2-BD59-A6C34878D82A}">
                    <a16:rowId xmlns:a16="http://schemas.microsoft.com/office/drawing/2014/main" xmlns="" val="10006"/>
                  </a:ext>
                </a:extLst>
              </a:tr>
              <a:tr h="360508">
                <a:tc>
                  <a:txBody>
                    <a:bodyPr/>
                    <a:lstStyle>
                      <a:lvl1pPr marR="0" algn="l" rtl="0">
                        <a:lnSpc>
                          <a:spcPct val="100000"/>
                        </a:lnSpc>
                        <a:spcBef>
                          <a:spcPts val="0"/>
                        </a:spcBef>
                        <a:spcAft>
                          <a:spcPts val="0"/>
                        </a:spcAft>
                        <a:buNone/>
                        <a:defRPr sz="1400" b="1" i="0" u="none" strike="noStrike" cap="none">
                          <a:solidFill>
                            <a:schemeClr val="lt1"/>
                          </a:solidFill>
                          <a:latin typeface="Rockwell"/>
                          <a:sym typeface="Arial"/>
                        </a:defRPr>
                      </a:lvl1pPr>
                      <a:lvl2pPr marR="0" algn="l" rtl="0">
                        <a:lnSpc>
                          <a:spcPct val="100000"/>
                        </a:lnSpc>
                        <a:spcBef>
                          <a:spcPts val="0"/>
                        </a:spcBef>
                        <a:spcAft>
                          <a:spcPts val="0"/>
                        </a:spcAft>
                        <a:buNone/>
                        <a:defRPr sz="1400" b="1" i="0" u="none" strike="noStrike" cap="none">
                          <a:solidFill>
                            <a:schemeClr val="lt1"/>
                          </a:solidFill>
                          <a:latin typeface="Rockwell"/>
                          <a:sym typeface="Arial"/>
                        </a:defRPr>
                      </a:lvl2pPr>
                      <a:lvl3pPr marR="0" algn="l" rtl="0">
                        <a:lnSpc>
                          <a:spcPct val="100000"/>
                        </a:lnSpc>
                        <a:spcBef>
                          <a:spcPts val="0"/>
                        </a:spcBef>
                        <a:spcAft>
                          <a:spcPts val="0"/>
                        </a:spcAft>
                        <a:buNone/>
                        <a:defRPr sz="1400" b="1" i="0" u="none" strike="noStrike" cap="none">
                          <a:solidFill>
                            <a:schemeClr val="lt1"/>
                          </a:solidFill>
                          <a:latin typeface="Rockwell"/>
                          <a:sym typeface="Arial"/>
                        </a:defRPr>
                      </a:lvl3pPr>
                      <a:lvl4pPr marR="0" algn="l" rtl="0">
                        <a:lnSpc>
                          <a:spcPct val="100000"/>
                        </a:lnSpc>
                        <a:spcBef>
                          <a:spcPts val="0"/>
                        </a:spcBef>
                        <a:spcAft>
                          <a:spcPts val="0"/>
                        </a:spcAft>
                        <a:buNone/>
                        <a:defRPr sz="1400" b="1" i="0" u="none" strike="noStrike" cap="none">
                          <a:solidFill>
                            <a:schemeClr val="lt1"/>
                          </a:solidFill>
                          <a:latin typeface="Rockwell"/>
                          <a:sym typeface="Arial"/>
                        </a:defRPr>
                      </a:lvl4pPr>
                      <a:lvl5pPr marR="0" algn="l" rtl="0">
                        <a:lnSpc>
                          <a:spcPct val="100000"/>
                        </a:lnSpc>
                        <a:spcBef>
                          <a:spcPts val="0"/>
                        </a:spcBef>
                        <a:spcAft>
                          <a:spcPts val="0"/>
                        </a:spcAft>
                        <a:buNone/>
                        <a:defRPr sz="1400" b="1" i="0" u="none" strike="noStrike" cap="none">
                          <a:solidFill>
                            <a:schemeClr val="lt1"/>
                          </a:solidFill>
                          <a:latin typeface="Rockwell"/>
                          <a:sym typeface="Arial"/>
                        </a:defRPr>
                      </a:lvl5pPr>
                      <a:lvl6pPr marR="0" algn="l" rtl="0">
                        <a:lnSpc>
                          <a:spcPct val="100000"/>
                        </a:lnSpc>
                        <a:spcBef>
                          <a:spcPts val="0"/>
                        </a:spcBef>
                        <a:spcAft>
                          <a:spcPts val="0"/>
                        </a:spcAft>
                        <a:buNone/>
                        <a:defRPr sz="1400" b="1" i="0" u="none" strike="noStrike" cap="none">
                          <a:solidFill>
                            <a:schemeClr val="lt1"/>
                          </a:solidFill>
                          <a:latin typeface="Rockwell"/>
                          <a:sym typeface="Arial"/>
                        </a:defRPr>
                      </a:lvl6pPr>
                      <a:lvl7pPr marR="0" algn="l" rtl="0">
                        <a:lnSpc>
                          <a:spcPct val="100000"/>
                        </a:lnSpc>
                        <a:spcBef>
                          <a:spcPts val="0"/>
                        </a:spcBef>
                        <a:spcAft>
                          <a:spcPts val="0"/>
                        </a:spcAft>
                        <a:buNone/>
                        <a:defRPr sz="1400" b="1" i="0" u="none" strike="noStrike" cap="none">
                          <a:solidFill>
                            <a:schemeClr val="lt1"/>
                          </a:solidFill>
                          <a:latin typeface="Rockwell"/>
                          <a:sym typeface="Arial"/>
                        </a:defRPr>
                      </a:lvl7pPr>
                      <a:lvl8pPr marR="0" algn="l" rtl="0">
                        <a:lnSpc>
                          <a:spcPct val="100000"/>
                        </a:lnSpc>
                        <a:spcBef>
                          <a:spcPts val="0"/>
                        </a:spcBef>
                        <a:spcAft>
                          <a:spcPts val="0"/>
                        </a:spcAft>
                        <a:buNone/>
                        <a:defRPr sz="1400" b="1" i="0" u="none" strike="noStrike" cap="none">
                          <a:solidFill>
                            <a:schemeClr val="lt1"/>
                          </a:solidFill>
                          <a:latin typeface="Rockwell"/>
                          <a:sym typeface="Arial"/>
                        </a:defRPr>
                      </a:lvl8pPr>
                      <a:lvl9pPr marR="0" algn="l" rtl="0">
                        <a:lnSpc>
                          <a:spcPct val="100000"/>
                        </a:lnSpc>
                        <a:spcBef>
                          <a:spcPts val="0"/>
                        </a:spcBef>
                        <a:spcAft>
                          <a:spcPts val="0"/>
                        </a:spcAft>
                        <a:buNone/>
                        <a:defRPr sz="1400" b="1" i="0" u="none" strike="noStrike" cap="none">
                          <a:solidFill>
                            <a:schemeClr val="lt1"/>
                          </a:solidFill>
                          <a:latin typeface="Rockwell"/>
                          <a:sym typeface="Arial"/>
                        </a:defRPr>
                      </a:lvl9pPr>
                    </a:lstStyle>
                    <a:p>
                      <a:pPr marL="0" marR="0">
                        <a:spcBef>
                          <a:spcPts val="300"/>
                        </a:spcBef>
                        <a:spcAft>
                          <a:spcPts val="300"/>
                        </a:spcAft>
                      </a:pPr>
                      <a:r>
                        <a:rPr lang="en-US" sz="1100">
                          <a:effectLst/>
                        </a:rPr>
                        <a:t>625.x264</a:t>
                      </a:r>
                      <a:r>
                        <a:rPr lang="en-US" sz="1200">
                          <a:effectLst/>
                        </a:rPr>
                        <a:t>_s</a:t>
                      </a:r>
                      <a:endParaRPr lang="en-US" sz="1200">
                        <a:effectLst/>
                        <a:latin typeface="Times" charset="0"/>
                        <a:ea typeface="Times New Roman" charset="0"/>
                        <a:cs typeface="Times New Roman" charset="0"/>
                      </a:endParaRPr>
                    </a:p>
                  </a:txBody>
                  <a:tcPr marL="68580" marR="68580"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ctr">
                        <a:spcBef>
                          <a:spcPts val="0"/>
                        </a:spcBef>
                        <a:spcAft>
                          <a:spcPts val="0"/>
                        </a:spcAft>
                      </a:pPr>
                      <a:r>
                        <a:rPr lang="en-US" sz="1200">
                          <a:effectLst/>
                        </a:rPr>
                        <a:t>283</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4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ctr">
                        <a:spcBef>
                          <a:spcPts val="0"/>
                        </a:spcBef>
                        <a:spcAft>
                          <a:spcPts val="0"/>
                        </a:spcAft>
                      </a:pPr>
                      <a:r>
                        <a:rPr lang="en-US" sz="1200">
                          <a:effectLst/>
                        </a:rPr>
                        <a:t>6.23</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4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ctr">
                        <a:spcBef>
                          <a:spcPts val="0"/>
                        </a:spcBef>
                        <a:spcAft>
                          <a:spcPts val="0"/>
                        </a:spcAft>
                      </a:pPr>
                      <a:r>
                        <a:rPr lang="en-US" sz="1200">
                          <a:effectLst/>
                        </a:rPr>
                        <a:t>271</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4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ctr">
                        <a:spcBef>
                          <a:spcPts val="0"/>
                        </a:spcBef>
                        <a:spcAft>
                          <a:spcPts val="0"/>
                        </a:spcAft>
                      </a:pPr>
                      <a:r>
                        <a:rPr lang="en-US" sz="1200">
                          <a:effectLst/>
                        </a:rPr>
                        <a:t>6.51</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40000"/>
                      </a:srgbClr>
                    </a:solidFill>
                  </a:tcPr>
                </a:tc>
                <a:extLst>
                  <a:ext uri="{0D108BD9-81ED-4DB2-BD59-A6C34878D82A}">
                    <a16:rowId xmlns:a16="http://schemas.microsoft.com/office/drawing/2014/main" xmlns="" val="10007"/>
                  </a:ext>
                </a:extLst>
              </a:tr>
              <a:tr h="690974">
                <a:tc>
                  <a:txBody>
                    <a:bodyPr/>
                    <a:lstStyle>
                      <a:lvl1pPr marR="0" algn="l" rtl="0">
                        <a:lnSpc>
                          <a:spcPct val="100000"/>
                        </a:lnSpc>
                        <a:spcBef>
                          <a:spcPts val="0"/>
                        </a:spcBef>
                        <a:spcAft>
                          <a:spcPts val="0"/>
                        </a:spcAft>
                        <a:buNone/>
                        <a:defRPr sz="1400" b="1" i="0" u="none" strike="noStrike" cap="none">
                          <a:solidFill>
                            <a:schemeClr val="lt1"/>
                          </a:solidFill>
                          <a:latin typeface="Rockwell"/>
                          <a:sym typeface="Arial"/>
                        </a:defRPr>
                      </a:lvl1pPr>
                      <a:lvl2pPr marR="0" algn="l" rtl="0">
                        <a:lnSpc>
                          <a:spcPct val="100000"/>
                        </a:lnSpc>
                        <a:spcBef>
                          <a:spcPts val="0"/>
                        </a:spcBef>
                        <a:spcAft>
                          <a:spcPts val="0"/>
                        </a:spcAft>
                        <a:buNone/>
                        <a:defRPr sz="1400" b="1" i="0" u="none" strike="noStrike" cap="none">
                          <a:solidFill>
                            <a:schemeClr val="lt1"/>
                          </a:solidFill>
                          <a:latin typeface="Rockwell"/>
                          <a:sym typeface="Arial"/>
                        </a:defRPr>
                      </a:lvl2pPr>
                      <a:lvl3pPr marR="0" algn="l" rtl="0">
                        <a:lnSpc>
                          <a:spcPct val="100000"/>
                        </a:lnSpc>
                        <a:spcBef>
                          <a:spcPts val="0"/>
                        </a:spcBef>
                        <a:spcAft>
                          <a:spcPts val="0"/>
                        </a:spcAft>
                        <a:buNone/>
                        <a:defRPr sz="1400" b="1" i="0" u="none" strike="noStrike" cap="none">
                          <a:solidFill>
                            <a:schemeClr val="lt1"/>
                          </a:solidFill>
                          <a:latin typeface="Rockwell"/>
                          <a:sym typeface="Arial"/>
                        </a:defRPr>
                      </a:lvl3pPr>
                      <a:lvl4pPr marR="0" algn="l" rtl="0">
                        <a:lnSpc>
                          <a:spcPct val="100000"/>
                        </a:lnSpc>
                        <a:spcBef>
                          <a:spcPts val="0"/>
                        </a:spcBef>
                        <a:spcAft>
                          <a:spcPts val="0"/>
                        </a:spcAft>
                        <a:buNone/>
                        <a:defRPr sz="1400" b="1" i="0" u="none" strike="noStrike" cap="none">
                          <a:solidFill>
                            <a:schemeClr val="lt1"/>
                          </a:solidFill>
                          <a:latin typeface="Rockwell"/>
                          <a:sym typeface="Arial"/>
                        </a:defRPr>
                      </a:lvl4pPr>
                      <a:lvl5pPr marR="0" algn="l" rtl="0">
                        <a:lnSpc>
                          <a:spcPct val="100000"/>
                        </a:lnSpc>
                        <a:spcBef>
                          <a:spcPts val="0"/>
                        </a:spcBef>
                        <a:spcAft>
                          <a:spcPts val="0"/>
                        </a:spcAft>
                        <a:buNone/>
                        <a:defRPr sz="1400" b="1" i="0" u="none" strike="noStrike" cap="none">
                          <a:solidFill>
                            <a:schemeClr val="lt1"/>
                          </a:solidFill>
                          <a:latin typeface="Rockwell"/>
                          <a:sym typeface="Arial"/>
                        </a:defRPr>
                      </a:lvl5pPr>
                      <a:lvl6pPr marR="0" algn="l" rtl="0">
                        <a:lnSpc>
                          <a:spcPct val="100000"/>
                        </a:lnSpc>
                        <a:spcBef>
                          <a:spcPts val="0"/>
                        </a:spcBef>
                        <a:spcAft>
                          <a:spcPts val="0"/>
                        </a:spcAft>
                        <a:buNone/>
                        <a:defRPr sz="1400" b="1" i="0" u="none" strike="noStrike" cap="none">
                          <a:solidFill>
                            <a:schemeClr val="lt1"/>
                          </a:solidFill>
                          <a:latin typeface="Rockwell"/>
                          <a:sym typeface="Arial"/>
                        </a:defRPr>
                      </a:lvl6pPr>
                      <a:lvl7pPr marR="0" algn="l" rtl="0">
                        <a:lnSpc>
                          <a:spcPct val="100000"/>
                        </a:lnSpc>
                        <a:spcBef>
                          <a:spcPts val="0"/>
                        </a:spcBef>
                        <a:spcAft>
                          <a:spcPts val="0"/>
                        </a:spcAft>
                        <a:buNone/>
                        <a:defRPr sz="1400" b="1" i="0" u="none" strike="noStrike" cap="none">
                          <a:solidFill>
                            <a:schemeClr val="lt1"/>
                          </a:solidFill>
                          <a:latin typeface="Rockwell"/>
                          <a:sym typeface="Arial"/>
                        </a:defRPr>
                      </a:lvl7pPr>
                      <a:lvl8pPr marR="0" algn="l" rtl="0">
                        <a:lnSpc>
                          <a:spcPct val="100000"/>
                        </a:lnSpc>
                        <a:spcBef>
                          <a:spcPts val="0"/>
                        </a:spcBef>
                        <a:spcAft>
                          <a:spcPts val="0"/>
                        </a:spcAft>
                        <a:buNone/>
                        <a:defRPr sz="1400" b="1" i="0" u="none" strike="noStrike" cap="none">
                          <a:solidFill>
                            <a:schemeClr val="lt1"/>
                          </a:solidFill>
                          <a:latin typeface="Rockwell"/>
                          <a:sym typeface="Arial"/>
                        </a:defRPr>
                      </a:lvl8pPr>
                      <a:lvl9pPr marR="0" algn="l" rtl="0">
                        <a:lnSpc>
                          <a:spcPct val="100000"/>
                        </a:lnSpc>
                        <a:spcBef>
                          <a:spcPts val="0"/>
                        </a:spcBef>
                        <a:spcAft>
                          <a:spcPts val="0"/>
                        </a:spcAft>
                        <a:buNone/>
                        <a:defRPr sz="1400" b="1" i="0" u="none" strike="noStrike" cap="none">
                          <a:solidFill>
                            <a:schemeClr val="lt1"/>
                          </a:solidFill>
                          <a:latin typeface="Rockwell"/>
                          <a:sym typeface="Arial"/>
                        </a:defRPr>
                      </a:lvl9pPr>
                    </a:lstStyle>
                    <a:p>
                      <a:pPr marL="0" marR="0">
                        <a:spcBef>
                          <a:spcPts val="300"/>
                        </a:spcBef>
                        <a:spcAft>
                          <a:spcPts val="300"/>
                        </a:spcAft>
                      </a:pPr>
                      <a:r>
                        <a:rPr lang="en-US" sz="1100">
                          <a:effectLst/>
                        </a:rPr>
                        <a:t>631.deepsjeng</a:t>
                      </a:r>
                      <a:r>
                        <a:rPr lang="en-US" sz="1200">
                          <a:effectLst/>
                        </a:rPr>
                        <a:t>_s</a:t>
                      </a:r>
                      <a:endParaRPr lang="en-US" sz="1200">
                        <a:effectLst/>
                        <a:latin typeface="Times" charset="0"/>
                        <a:ea typeface="Times New Roman" charset="0"/>
                        <a:cs typeface="Times New Roman" charset="0"/>
                      </a:endParaRPr>
                    </a:p>
                  </a:txBody>
                  <a:tcPr marL="68580" marR="68580"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ctr">
                        <a:spcBef>
                          <a:spcPts val="0"/>
                        </a:spcBef>
                        <a:spcAft>
                          <a:spcPts val="0"/>
                        </a:spcAft>
                      </a:pPr>
                      <a:r>
                        <a:rPr lang="en-US" sz="1200">
                          <a:effectLst/>
                        </a:rPr>
                        <a:t>407</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2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ctr">
                        <a:spcBef>
                          <a:spcPts val="0"/>
                        </a:spcBef>
                        <a:spcAft>
                          <a:spcPts val="0"/>
                        </a:spcAft>
                      </a:pPr>
                      <a:r>
                        <a:rPr lang="en-US" sz="1200">
                          <a:effectLst/>
                        </a:rPr>
                        <a:t>3.52</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2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ctr">
                        <a:spcBef>
                          <a:spcPts val="0"/>
                        </a:spcBef>
                        <a:spcAft>
                          <a:spcPts val="0"/>
                        </a:spcAft>
                      </a:pPr>
                      <a:r>
                        <a:rPr lang="en-US" sz="1200">
                          <a:effectLst/>
                        </a:rPr>
                        <a:t>343</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2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ctr">
                        <a:spcBef>
                          <a:spcPts val="0"/>
                        </a:spcBef>
                        <a:spcAft>
                          <a:spcPts val="0"/>
                        </a:spcAft>
                      </a:pPr>
                      <a:r>
                        <a:rPr lang="en-US" sz="1200">
                          <a:effectLst/>
                        </a:rPr>
                        <a:t>4.18</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20000"/>
                      </a:srgbClr>
                    </a:solidFill>
                  </a:tcPr>
                </a:tc>
                <a:extLst>
                  <a:ext uri="{0D108BD9-81ED-4DB2-BD59-A6C34878D82A}">
                    <a16:rowId xmlns:a16="http://schemas.microsoft.com/office/drawing/2014/main" xmlns="" val="10008"/>
                  </a:ext>
                </a:extLst>
              </a:tr>
              <a:tr h="360508">
                <a:tc>
                  <a:txBody>
                    <a:bodyPr/>
                    <a:lstStyle>
                      <a:lvl1pPr marR="0" algn="l" rtl="0">
                        <a:lnSpc>
                          <a:spcPct val="100000"/>
                        </a:lnSpc>
                        <a:spcBef>
                          <a:spcPts val="0"/>
                        </a:spcBef>
                        <a:spcAft>
                          <a:spcPts val="0"/>
                        </a:spcAft>
                        <a:buNone/>
                        <a:defRPr sz="1400" b="1" i="0" u="none" strike="noStrike" cap="none">
                          <a:solidFill>
                            <a:schemeClr val="lt1"/>
                          </a:solidFill>
                          <a:latin typeface="Rockwell"/>
                          <a:sym typeface="Arial"/>
                        </a:defRPr>
                      </a:lvl1pPr>
                      <a:lvl2pPr marR="0" algn="l" rtl="0">
                        <a:lnSpc>
                          <a:spcPct val="100000"/>
                        </a:lnSpc>
                        <a:spcBef>
                          <a:spcPts val="0"/>
                        </a:spcBef>
                        <a:spcAft>
                          <a:spcPts val="0"/>
                        </a:spcAft>
                        <a:buNone/>
                        <a:defRPr sz="1400" b="1" i="0" u="none" strike="noStrike" cap="none">
                          <a:solidFill>
                            <a:schemeClr val="lt1"/>
                          </a:solidFill>
                          <a:latin typeface="Rockwell"/>
                          <a:sym typeface="Arial"/>
                        </a:defRPr>
                      </a:lvl2pPr>
                      <a:lvl3pPr marR="0" algn="l" rtl="0">
                        <a:lnSpc>
                          <a:spcPct val="100000"/>
                        </a:lnSpc>
                        <a:spcBef>
                          <a:spcPts val="0"/>
                        </a:spcBef>
                        <a:spcAft>
                          <a:spcPts val="0"/>
                        </a:spcAft>
                        <a:buNone/>
                        <a:defRPr sz="1400" b="1" i="0" u="none" strike="noStrike" cap="none">
                          <a:solidFill>
                            <a:schemeClr val="lt1"/>
                          </a:solidFill>
                          <a:latin typeface="Rockwell"/>
                          <a:sym typeface="Arial"/>
                        </a:defRPr>
                      </a:lvl3pPr>
                      <a:lvl4pPr marR="0" algn="l" rtl="0">
                        <a:lnSpc>
                          <a:spcPct val="100000"/>
                        </a:lnSpc>
                        <a:spcBef>
                          <a:spcPts val="0"/>
                        </a:spcBef>
                        <a:spcAft>
                          <a:spcPts val="0"/>
                        </a:spcAft>
                        <a:buNone/>
                        <a:defRPr sz="1400" b="1" i="0" u="none" strike="noStrike" cap="none">
                          <a:solidFill>
                            <a:schemeClr val="lt1"/>
                          </a:solidFill>
                          <a:latin typeface="Rockwell"/>
                          <a:sym typeface="Arial"/>
                        </a:defRPr>
                      </a:lvl4pPr>
                      <a:lvl5pPr marR="0" algn="l" rtl="0">
                        <a:lnSpc>
                          <a:spcPct val="100000"/>
                        </a:lnSpc>
                        <a:spcBef>
                          <a:spcPts val="0"/>
                        </a:spcBef>
                        <a:spcAft>
                          <a:spcPts val="0"/>
                        </a:spcAft>
                        <a:buNone/>
                        <a:defRPr sz="1400" b="1" i="0" u="none" strike="noStrike" cap="none">
                          <a:solidFill>
                            <a:schemeClr val="lt1"/>
                          </a:solidFill>
                          <a:latin typeface="Rockwell"/>
                          <a:sym typeface="Arial"/>
                        </a:defRPr>
                      </a:lvl5pPr>
                      <a:lvl6pPr marR="0" algn="l" rtl="0">
                        <a:lnSpc>
                          <a:spcPct val="100000"/>
                        </a:lnSpc>
                        <a:spcBef>
                          <a:spcPts val="0"/>
                        </a:spcBef>
                        <a:spcAft>
                          <a:spcPts val="0"/>
                        </a:spcAft>
                        <a:buNone/>
                        <a:defRPr sz="1400" b="1" i="0" u="none" strike="noStrike" cap="none">
                          <a:solidFill>
                            <a:schemeClr val="lt1"/>
                          </a:solidFill>
                          <a:latin typeface="Rockwell"/>
                          <a:sym typeface="Arial"/>
                        </a:defRPr>
                      </a:lvl6pPr>
                      <a:lvl7pPr marR="0" algn="l" rtl="0">
                        <a:lnSpc>
                          <a:spcPct val="100000"/>
                        </a:lnSpc>
                        <a:spcBef>
                          <a:spcPts val="0"/>
                        </a:spcBef>
                        <a:spcAft>
                          <a:spcPts val="0"/>
                        </a:spcAft>
                        <a:buNone/>
                        <a:defRPr sz="1400" b="1" i="0" u="none" strike="noStrike" cap="none">
                          <a:solidFill>
                            <a:schemeClr val="lt1"/>
                          </a:solidFill>
                          <a:latin typeface="Rockwell"/>
                          <a:sym typeface="Arial"/>
                        </a:defRPr>
                      </a:lvl7pPr>
                      <a:lvl8pPr marR="0" algn="l" rtl="0">
                        <a:lnSpc>
                          <a:spcPct val="100000"/>
                        </a:lnSpc>
                        <a:spcBef>
                          <a:spcPts val="0"/>
                        </a:spcBef>
                        <a:spcAft>
                          <a:spcPts val="0"/>
                        </a:spcAft>
                        <a:buNone/>
                        <a:defRPr sz="1400" b="1" i="0" u="none" strike="noStrike" cap="none">
                          <a:solidFill>
                            <a:schemeClr val="lt1"/>
                          </a:solidFill>
                          <a:latin typeface="Rockwell"/>
                          <a:sym typeface="Arial"/>
                        </a:defRPr>
                      </a:lvl8pPr>
                      <a:lvl9pPr marR="0" algn="l" rtl="0">
                        <a:lnSpc>
                          <a:spcPct val="100000"/>
                        </a:lnSpc>
                        <a:spcBef>
                          <a:spcPts val="0"/>
                        </a:spcBef>
                        <a:spcAft>
                          <a:spcPts val="0"/>
                        </a:spcAft>
                        <a:buNone/>
                        <a:defRPr sz="1400" b="1" i="0" u="none" strike="noStrike" cap="none">
                          <a:solidFill>
                            <a:schemeClr val="lt1"/>
                          </a:solidFill>
                          <a:latin typeface="Rockwell"/>
                          <a:sym typeface="Arial"/>
                        </a:defRPr>
                      </a:lvl9pPr>
                    </a:lstStyle>
                    <a:p>
                      <a:pPr marL="0" marR="0">
                        <a:spcBef>
                          <a:spcPts val="300"/>
                        </a:spcBef>
                        <a:spcAft>
                          <a:spcPts val="300"/>
                        </a:spcAft>
                      </a:pPr>
                      <a:r>
                        <a:rPr lang="en-US" sz="1100">
                          <a:effectLst/>
                        </a:rPr>
                        <a:t>641.leela</a:t>
                      </a:r>
                      <a:r>
                        <a:rPr lang="en-US" sz="1200">
                          <a:effectLst/>
                        </a:rPr>
                        <a:t>_s</a:t>
                      </a:r>
                      <a:endParaRPr lang="en-US" sz="1200">
                        <a:effectLst/>
                        <a:latin typeface="Times" charset="0"/>
                        <a:ea typeface="Times New Roman" charset="0"/>
                        <a:cs typeface="Times New Roman" charset="0"/>
                      </a:endParaRPr>
                    </a:p>
                  </a:txBody>
                  <a:tcPr marL="68580" marR="68580"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ctr">
                        <a:spcBef>
                          <a:spcPts val="0"/>
                        </a:spcBef>
                        <a:spcAft>
                          <a:spcPts val="0"/>
                        </a:spcAft>
                      </a:pPr>
                      <a:r>
                        <a:rPr lang="en-US" sz="1200">
                          <a:effectLst/>
                        </a:rPr>
                        <a:t>469</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4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ctr">
                        <a:spcBef>
                          <a:spcPts val="0"/>
                        </a:spcBef>
                        <a:spcAft>
                          <a:spcPts val="0"/>
                        </a:spcAft>
                      </a:pPr>
                      <a:r>
                        <a:rPr lang="en-US" sz="1200">
                          <a:effectLst/>
                        </a:rPr>
                        <a:t>3.63</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4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ctr">
                        <a:spcBef>
                          <a:spcPts val="0"/>
                        </a:spcBef>
                        <a:spcAft>
                          <a:spcPts val="0"/>
                        </a:spcAft>
                      </a:pPr>
                      <a:r>
                        <a:rPr lang="en-US" sz="1200">
                          <a:effectLst/>
                        </a:rPr>
                        <a:t>439</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4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ctr">
                        <a:spcBef>
                          <a:spcPts val="0"/>
                        </a:spcBef>
                        <a:spcAft>
                          <a:spcPts val="0"/>
                        </a:spcAft>
                      </a:pPr>
                      <a:r>
                        <a:rPr lang="en-US" sz="1200">
                          <a:effectLst/>
                        </a:rPr>
                        <a:t>3.88</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40000"/>
                      </a:srgbClr>
                    </a:solidFill>
                  </a:tcPr>
                </a:tc>
                <a:extLst>
                  <a:ext uri="{0D108BD9-81ED-4DB2-BD59-A6C34878D82A}">
                    <a16:rowId xmlns:a16="http://schemas.microsoft.com/office/drawing/2014/main" xmlns="" val="10009"/>
                  </a:ext>
                </a:extLst>
              </a:tr>
              <a:tr h="690974">
                <a:tc>
                  <a:txBody>
                    <a:bodyPr/>
                    <a:lstStyle>
                      <a:lvl1pPr marR="0" algn="l" rtl="0">
                        <a:lnSpc>
                          <a:spcPct val="100000"/>
                        </a:lnSpc>
                        <a:spcBef>
                          <a:spcPts val="0"/>
                        </a:spcBef>
                        <a:spcAft>
                          <a:spcPts val="0"/>
                        </a:spcAft>
                        <a:buNone/>
                        <a:defRPr sz="1400" b="1" i="0" u="none" strike="noStrike" cap="none">
                          <a:solidFill>
                            <a:schemeClr val="lt1"/>
                          </a:solidFill>
                          <a:latin typeface="Rockwell"/>
                          <a:sym typeface="Arial"/>
                        </a:defRPr>
                      </a:lvl1pPr>
                      <a:lvl2pPr marR="0" algn="l" rtl="0">
                        <a:lnSpc>
                          <a:spcPct val="100000"/>
                        </a:lnSpc>
                        <a:spcBef>
                          <a:spcPts val="0"/>
                        </a:spcBef>
                        <a:spcAft>
                          <a:spcPts val="0"/>
                        </a:spcAft>
                        <a:buNone/>
                        <a:defRPr sz="1400" b="1" i="0" u="none" strike="noStrike" cap="none">
                          <a:solidFill>
                            <a:schemeClr val="lt1"/>
                          </a:solidFill>
                          <a:latin typeface="Rockwell"/>
                          <a:sym typeface="Arial"/>
                        </a:defRPr>
                      </a:lvl2pPr>
                      <a:lvl3pPr marR="0" algn="l" rtl="0">
                        <a:lnSpc>
                          <a:spcPct val="100000"/>
                        </a:lnSpc>
                        <a:spcBef>
                          <a:spcPts val="0"/>
                        </a:spcBef>
                        <a:spcAft>
                          <a:spcPts val="0"/>
                        </a:spcAft>
                        <a:buNone/>
                        <a:defRPr sz="1400" b="1" i="0" u="none" strike="noStrike" cap="none">
                          <a:solidFill>
                            <a:schemeClr val="lt1"/>
                          </a:solidFill>
                          <a:latin typeface="Rockwell"/>
                          <a:sym typeface="Arial"/>
                        </a:defRPr>
                      </a:lvl3pPr>
                      <a:lvl4pPr marR="0" algn="l" rtl="0">
                        <a:lnSpc>
                          <a:spcPct val="100000"/>
                        </a:lnSpc>
                        <a:spcBef>
                          <a:spcPts val="0"/>
                        </a:spcBef>
                        <a:spcAft>
                          <a:spcPts val="0"/>
                        </a:spcAft>
                        <a:buNone/>
                        <a:defRPr sz="1400" b="1" i="0" u="none" strike="noStrike" cap="none">
                          <a:solidFill>
                            <a:schemeClr val="lt1"/>
                          </a:solidFill>
                          <a:latin typeface="Rockwell"/>
                          <a:sym typeface="Arial"/>
                        </a:defRPr>
                      </a:lvl4pPr>
                      <a:lvl5pPr marR="0" algn="l" rtl="0">
                        <a:lnSpc>
                          <a:spcPct val="100000"/>
                        </a:lnSpc>
                        <a:spcBef>
                          <a:spcPts val="0"/>
                        </a:spcBef>
                        <a:spcAft>
                          <a:spcPts val="0"/>
                        </a:spcAft>
                        <a:buNone/>
                        <a:defRPr sz="1400" b="1" i="0" u="none" strike="noStrike" cap="none">
                          <a:solidFill>
                            <a:schemeClr val="lt1"/>
                          </a:solidFill>
                          <a:latin typeface="Rockwell"/>
                          <a:sym typeface="Arial"/>
                        </a:defRPr>
                      </a:lvl5pPr>
                      <a:lvl6pPr marR="0" algn="l" rtl="0">
                        <a:lnSpc>
                          <a:spcPct val="100000"/>
                        </a:lnSpc>
                        <a:spcBef>
                          <a:spcPts val="0"/>
                        </a:spcBef>
                        <a:spcAft>
                          <a:spcPts val="0"/>
                        </a:spcAft>
                        <a:buNone/>
                        <a:defRPr sz="1400" b="1" i="0" u="none" strike="noStrike" cap="none">
                          <a:solidFill>
                            <a:schemeClr val="lt1"/>
                          </a:solidFill>
                          <a:latin typeface="Rockwell"/>
                          <a:sym typeface="Arial"/>
                        </a:defRPr>
                      </a:lvl6pPr>
                      <a:lvl7pPr marR="0" algn="l" rtl="0">
                        <a:lnSpc>
                          <a:spcPct val="100000"/>
                        </a:lnSpc>
                        <a:spcBef>
                          <a:spcPts val="0"/>
                        </a:spcBef>
                        <a:spcAft>
                          <a:spcPts val="0"/>
                        </a:spcAft>
                        <a:buNone/>
                        <a:defRPr sz="1400" b="1" i="0" u="none" strike="noStrike" cap="none">
                          <a:solidFill>
                            <a:schemeClr val="lt1"/>
                          </a:solidFill>
                          <a:latin typeface="Rockwell"/>
                          <a:sym typeface="Arial"/>
                        </a:defRPr>
                      </a:lvl7pPr>
                      <a:lvl8pPr marR="0" algn="l" rtl="0">
                        <a:lnSpc>
                          <a:spcPct val="100000"/>
                        </a:lnSpc>
                        <a:spcBef>
                          <a:spcPts val="0"/>
                        </a:spcBef>
                        <a:spcAft>
                          <a:spcPts val="0"/>
                        </a:spcAft>
                        <a:buNone/>
                        <a:defRPr sz="1400" b="1" i="0" u="none" strike="noStrike" cap="none">
                          <a:solidFill>
                            <a:schemeClr val="lt1"/>
                          </a:solidFill>
                          <a:latin typeface="Rockwell"/>
                          <a:sym typeface="Arial"/>
                        </a:defRPr>
                      </a:lvl8pPr>
                      <a:lvl9pPr marR="0" algn="l" rtl="0">
                        <a:lnSpc>
                          <a:spcPct val="100000"/>
                        </a:lnSpc>
                        <a:spcBef>
                          <a:spcPts val="0"/>
                        </a:spcBef>
                        <a:spcAft>
                          <a:spcPts val="0"/>
                        </a:spcAft>
                        <a:buNone/>
                        <a:defRPr sz="1400" b="1" i="0" u="none" strike="noStrike" cap="none">
                          <a:solidFill>
                            <a:schemeClr val="lt1"/>
                          </a:solidFill>
                          <a:latin typeface="Rockwell"/>
                          <a:sym typeface="Arial"/>
                        </a:defRPr>
                      </a:lvl9pPr>
                    </a:lstStyle>
                    <a:p>
                      <a:pPr marL="0" marR="0">
                        <a:spcBef>
                          <a:spcPts val="300"/>
                        </a:spcBef>
                        <a:spcAft>
                          <a:spcPts val="300"/>
                        </a:spcAft>
                      </a:pPr>
                      <a:r>
                        <a:rPr lang="en-US" sz="1100">
                          <a:effectLst/>
                        </a:rPr>
                        <a:t>648.exchange2</a:t>
                      </a:r>
                      <a:r>
                        <a:rPr lang="en-US" sz="1200">
                          <a:effectLst/>
                        </a:rPr>
                        <a:t>_s</a:t>
                      </a:r>
                      <a:endParaRPr lang="en-US" sz="1200">
                        <a:effectLst/>
                        <a:latin typeface="Times" charset="0"/>
                        <a:ea typeface="Times New Roman" charset="0"/>
                        <a:cs typeface="Times New Roman" charset="0"/>
                      </a:endParaRPr>
                    </a:p>
                  </a:txBody>
                  <a:tcPr marL="68580" marR="68580"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ctr">
                        <a:spcBef>
                          <a:spcPts val="0"/>
                        </a:spcBef>
                        <a:spcAft>
                          <a:spcPts val="0"/>
                        </a:spcAft>
                      </a:pPr>
                      <a:r>
                        <a:rPr lang="en-US" sz="1200">
                          <a:effectLst/>
                        </a:rPr>
                        <a:t>329</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2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ctr">
                        <a:spcBef>
                          <a:spcPts val="0"/>
                        </a:spcBef>
                        <a:spcAft>
                          <a:spcPts val="0"/>
                        </a:spcAft>
                      </a:pPr>
                      <a:r>
                        <a:rPr lang="en-US" sz="1200">
                          <a:effectLst/>
                        </a:rPr>
                        <a:t>8.93</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2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ctr">
                        <a:spcBef>
                          <a:spcPts val="0"/>
                        </a:spcBef>
                        <a:spcAft>
                          <a:spcPts val="0"/>
                        </a:spcAft>
                      </a:pPr>
                      <a:r>
                        <a:rPr lang="en-US" sz="1200">
                          <a:effectLst/>
                        </a:rPr>
                        <a:t>299</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2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ctr">
                        <a:spcBef>
                          <a:spcPts val="0"/>
                        </a:spcBef>
                        <a:spcAft>
                          <a:spcPts val="0"/>
                        </a:spcAft>
                      </a:pPr>
                      <a:r>
                        <a:rPr lang="en-US" sz="1200">
                          <a:effectLst/>
                        </a:rPr>
                        <a:t>9.82</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20000"/>
                      </a:srgbClr>
                    </a:solidFill>
                  </a:tcPr>
                </a:tc>
                <a:extLst>
                  <a:ext uri="{0D108BD9-81ED-4DB2-BD59-A6C34878D82A}">
                    <a16:rowId xmlns:a16="http://schemas.microsoft.com/office/drawing/2014/main" xmlns="" val="10010"/>
                  </a:ext>
                </a:extLst>
              </a:tr>
              <a:tr h="360508">
                <a:tc>
                  <a:txBody>
                    <a:bodyPr/>
                    <a:lstStyle>
                      <a:lvl1pPr marR="0" algn="l" rtl="0">
                        <a:lnSpc>
                          <a:spcPct val="100000"/>
                        </a:lnSpc>
                        <a:spcBef>
                          <a:spcPts val="0"/>
                        </a:spcBef>
                        <a:spcAft>
                          <a:spcPts val="0"/>
                        </a:spcAft>
                        <a:buNone/>
                        <a:defRPr sz="1400" b="1" i="0" u="none" strike="noStrike" cap="none">
                          <a:solidFill>
                            <a:schemeClr val="lt1"/>
                          </a:solidFill>
                          <a:latin typeface="Rockwell"/>
                          <a:sym typeface="Arial"/>
                        </a:defRPr>
                      </a:lvl1pPr>
                      <a:lvl2pPr marR="0" algn="l" rtl="0">
                        <a:lnSpc>
                          <a:spcPct val="100000"/>
                        </a:lnSpc>
                        <a:spcBef>
                          <a:spcPts val="0"/>
                        </a:spcBef>
                        <a:spcAft>
                          <a:spcPts val="0"/>
                        </a:spcAft>
                        <a:buNone/>
                        <a:defRPr sz="1400" b="1" i="0" u="none" strike="noStrike" cap="none">
                          <a:solidFill>
                            <a:schemeClr val="lt1"/>
                          </a:solidFill>
                          <a:latin typeface="Rockwell"/>
                          <a:sym typeface="Arial"/>
                        </a:defRPr>
                      </a:lvl2pPr>
                      <a:lvl3pPr marR="0" algn="l" rtl="0">
                        <a:lnSpc>
                          <a:spcPct val="100000"/>
                        </a:lnSpc>
                        <a:spcBef>
                          <a:spcPts val="0"/>
                        </a:spcBef>
                        <a:spcAft>
                          <a:spcPts val="0"/>
                        </a:spcAft>
                        <a:buNone/>
                        <a:defRPr sz="1400" b="1" i="0" u="none" strike="noStrike" cap="none">
                          <a:solidFill>
                            <a:schemeClr val="lt1"/>
                          </a:solidFill>
                          <a:latin typeface="Rockwell"/>
                          <a:sym typeface="Arial"/>
                        </a:defRPr>
                      </a:lvl3pPr>
                      <a:lvl4pPr marR="0" algn="l" rtl="0">
                        <a:lnSpc>
                          <a:spcPct val="100000"/>
                        </a:lnSpc>
                        <a:spcBef>
                          <a:spcPts val="0"/>
                        </a:spcBef>
                        <a:spcAft>
                          <a:spcPts val="0"/>
                        </a:spcAft>
                        <a:buNone/>
                        <a:defRPr sz="1400" b="1" i="0" u="none" strike="noStrike" cap="none">
                          <a:solidFill>
                            <a:schemeClr val="lt1"/>
                          </a:solidFill>
                          <a:latin typeface="Rockwell"/>
                          <a:sym typeface="Arial"/>
                        </a:defRPr>
                      </a:lvl4pPr>
                      <a:lvl5pPr marR="0" algn="l" rtl="0">
                        <a:lnSpc>
                          <a:spcPct val="100000"/>
                        </a:lnSpc>
                        <a:spcBef>
                          <a:spcPts val="0"/>
                        </a:spcBef>
                        <a:spcAft>
                          <a:spcPts val="0"/>
                        </a:spcAft>
                        <a:buNone/>
                        <a:defRPr sz="1400" b="1" i="0" u="none" strike="noStrike" cap="none">
                          <a:solidFill>
                            <a:schemeClr val="lt1"/>
                          </a:solidFill>
                          <a:latin typeface="Rockwell"/>
                          <a:sym typeface="Arial"/>
                        </a:defRPr>
                      </a:lvl5pPr>
                      <a:lvl6pPr marR="0" algn="l" rtl="0">
                        <a:lnSpc>
                          <a:spcPct val="100000"/>
                        </a:lnSpc>
                        <a:spcBef>
                          <a:spcPts val="0"/>
                        </a:spcBef>
                        <a:spcAft>
                          <a:spcPts val="0"/>
                        </a:spcAft>
                        <a:buNone/>
                        <a:defRPr sz="1400" b="1" i="0" u="none" strike="noStrike" cap="none">
                          <a:solidFill>
                            <a:schemeClr val="lt1"/>
                          </a:solidFill>
                          <a:latin typeface="Rockwell"/>
                          <a:sym typeface="Arial"/>
                        </a:defRPr>
                      </a:lvl6pPr>
                      <a:lvl7pPr marR="0" algn="l" rtl="0">
                        <a:lnSpc>
                          <a:spcPct val="100000"/>
                        </a:lnSpc>
                        <a:spcBef>
                          <a:spcPts val="0"/>
                        </a:spcBef>
                        <a:spcAft>
                          <a:spcPts val="0"/>
                        </a:spcAft>
                        <a:buNone/>
                        <a:defRPr sz="1400" b="1" i="0" u="none" strike="noStrike" cap="none">
                          <a:solidFill>
                            <a:schemeClr val="lt1"/>
                          </a:solidFill>
                          <a:latin typeface="Rockwell"/>
                          <a:sym typeface="Arial"/>
                        </a:defRPr>
                      </a:lvl7pPr>
                      <a:lvl8pPr marR="0" algn="l" rtl="0">
                        <a:lnSpc>
                          <a:spcPct val="100000"/>
                        </a:lnSpc>
                        <a:spcBef>
                          <a:spcPts val="0"/>
                        </a:spcBef>
                        <a:spcAft>
                          <a:spcPts val="0"/>
                        </a:spcAft>
                        <a:buNone/>
                        <a:defRPr sz="1400" b="1" i="0" u="none" strike="noStrike" cap="none">
                          <a:solidFill>
                            <a:schemeClr val="lt1"/>
                          </a:solidFill>
                          <a:latin typeface="Rockwell"/>
                          <a:sym typeface="Arial"/>
                        </a:defRPr>
                      </a:lvl8pPr>
                      <a:lvl9pPr marR="0" algn="l" rtl="0">
                        <a:lnSpc>
                          <a:spcPct val="100000"/>
                        </a:lnSpc>
                        <a:spcBef>
                          <a:spcPts val="0"/>
                        </a:spcBef>
                        <a:spcAft>
                          <a:spcPts val="0"/>
                        </a:spcAft>
                        <a:buNone/>
                        <a:defRPr sz="1400" b="1" i="0" u="none" strike="noStrike" cap="none">
                          <a:solidFill>
                            <a:schemeClr val="lt1"/>
                          </a:solidFill>
                          <a:latin typeface="Rockwell"/>
                          <a:sym typeface="Arial"/>
                        </a:defRPr>
                      </a:lvl9pPr>
                    </a:lstStyle>
                    <a:p>
                      <a:pPr marL="0" marR="0">
                        <a:spcBef>
                          <a:spcPts val="300"/>
                        </a:spcBef>
                        <a:spcAft>
                          <a:spcPts val="300"/>
                        </a:spcAft>
                      </a:pPr>
                      <a:r>
                        <a:rPr lang="en-US" sz="1100">
                          <a:effectLst/>
                        </a:rPr>
                        <a:t>657.xz</a:t>
                      </a:r>
                      <a:r>
                        <a:rPr lang="en-US" sz="1200">
                          <a:effectLst/>
                        </a:rPr>
                        <a:t>_s</a:t>
                      </a:r>
                      <a:endParaRPr lang="en-US" sz="1200">
                        <a:effectLst/>
                        <a:latin typeface="Times" charset="0"/>
                        <a:ea typeface="Times New Roman" charset="0"/>
                        <a:cs typeface="Times New Roman" charset="0"/>
                      </a:endParaRPr>
                    </a:p>
                  </a:txBody>
                  <a:tcPr marL="68580" marR="68580"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ctr">
                        <a:spcBef>
                          <a:spcPts val="0"/>
                        </a:spcBef>
                        <a:spcAft>
                          <a:spcPts val="0"/>
                        </a:spcAft>
                      </a:pPr>
                      <a:r>
                        <a:rPr lang="en-US" sz="1200">
                          <a:effectLst/>
                        </a:rPr>
                        <a:t>2164</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4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ctr">
                        <a:spcBef>
                          <a:spcPts val="0"/>
                        </a:spcBef>
                        <a:spcAft>
                          <a:spcPts val="0"/>
                        </a:spcAft>
                      </a:pPr>
                      <a:r>
                        <a:rPr lang="en-US" sz="1200">
                          <a:effectLst/>
                        </a:rPr>
                        <a:t>2.86</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4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ctr">
                        <a:spcBef>
                          <a:spcPts val="0"/>
                        </a:spcBef>
                        <a:spcAft>
                          <a:spcPts val="0"/>
                        </a:spcAft>
                      </a:pPr>
                      <a:r>
                        <a:rPr lang="en-US" sz="1200">
                          <a:effectLst/>
                        </a:rPr>
                        <a:t>2119</a:t>
                      </a:r>
                      <a:endParaRPr lang="en-US" sz="120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40000"/>
                      </a:srgbClr>
                    </a:solidFill>
                  </a:tcPr>
                </a:tc>
                <a:tc>
                  <a:txBody>
                    <a:bodyPr/>
                    <a:lstStyle>
                      <a:lvl1pPr marR="0" algn="l" rtl="0">
                        <a:lnSpc>
                          <a:spcPct val="100000"/>
                        </a:lnSpc>
                        <a:spcBef>
                          <a:spcPts val="0"/>
                        </a:spcBef>
                        <a:spcAft>
                          <a:spcPts val="0"/>
                        </a:spcAft>
                        <a:buNone/>
                        <a:defRPr sz="1400" b="0" i="0" u="none" strike="noStrike" cap="none">
                          <a:solidFill>
                            <a:schemeClr val="dk1"/>
                          </a:solidFill>
                          <a:latin typeface="Rockwell"/>
                          <a:sym typeface="Arial"/>
                        </a:defRPr>
                      </a:lvl1pPr>
                      <a:lvl2pPr marR="0" algn="l" rtl="0">
                        <a:lnSpc>
                          <a:spcPct val="100000"/>
                        </a:lnSpc>
                        <a:spcBef>
                          <a:spcPts val="0"/>
                        </a:spcBef>
                        <a:spcAft>
                          <a:spcPts val="0"/>
                        </a:spcAft>
                        <a:buNone/>
                        <a:defRPr sz="1400" b="0" i="0" u="none" strike="noStrike" cap="none">
                          <a:solidFill>
                            <a:schemeClr val="dk1"/>
                          </a:solidFill>
                          <a:latin typeface="Rockwell"/>
                          <a:sym typeface="Arial"/>
                        </a:defRPr>
                      </a:lvl2pPr>
                      <a:lvl3pPr marR="0" algn="l" rtl="0">
                        <a:lnSpc>
                          <a:spcPct val="100000"/>
                        </a:lnSpc>
                        <a:spcBef>
                          <a:spcPts val="0"/>
                        </a:spcBef>
                        <a:spcAft>
                          <a:spcPts val="0"/>
                        </a:spcAft>
                        <a:buNone/>
                        <a:defRPr sz="1400" b="0" i="0" u="none" strike="noStrike" cap="none">
                          <a:solidFill>
                            <a:schemeClr val="dk1"/>
                          </a:solidFill>
                          <a:latin typeface="Rockwell"/>
                          <a:sym typeface="Arial"/>
                        </a:defRPr>
                      </a:lvl3pPr>
                      <a:lvl4pPr marR="0" algn="l" rtl="0">
                        <a:lnSpc>
                          <a:spcPct val="100000"/>
                        </a:lnSpc>
                        <a:spcBef>
                          <a:spcPts val="0"/>
                        </a:spcBef>
                        <a:spcAft>
                          <a:spcPts val="0"/>
                        </a:spcAft>
                        <a:buNone/>
                        <a:defRPr sz="1400" b="0" i="0" u="none" strike="noStrike" cap="none">
                          <a:solidFill>
                            <a:schemeClr val="dk1"/>
                          </a:solidFill>
                          <a:latin typeface="Rockwell"/>
                          <a:sym typeface="Arial"/>
                        </a:defRPr>
                      </a:lvl4pPr>
                      <a:lvl5pPr marR="0" algn="l" rtl="0">
                        <a:lnSpc>
                          <a:spcPct val="100000"/>
                        </a:lnSpc>
                        <a:spcBef>
                          <a:spcPts val="0"/>
                        </a:spcBef>
                        <a:spcAft>
                          <a:spcPts val="0"/>
                        </a:spcAft>
                        <a:buNone/>
                        <a:defRPr sz="1400" b="0" i="0" u="none" strike="noStrike" cap="none">
                          <a:solidFill>
                            <a:schemeClr val="dk1"/>
                          </a:solidFill>
                          <a:latin typeface="Rockwell"/>
                          <a:sym typeface="Arial"/>
                        </a:defRPr>
                      </a:lvl5pPr>
                      <a:lvl6pPr marR="0" algn="l" rtl="0">
                        <a:lnSpc>
                          <a:spcPct val="100000"/>
                        </a:lnSpc>
                        <a:spcBef>
                          <a:spcPts val="0"/>
                        </a:spcBef>
                        <a:spcAft>
                          <a:spcPts val="0"/>
                        </a:spcAft>
                        <a:buNone/>
                        <a:defRPr sz="1400" b="0" i="0" u="none" strike="noStrike" cap="none">
                          <a:solidFill>
                            <a:schemeClr val="dk1"/>
                          </a:solidFill>
                          <a:latin typeface="Rockwell"/>
                          <a:sym typeface="Arial"/>
                        </a:defRPr>
                      </a:lvl6pPr>
                      <a:lvl7pPr marR="0" algn="l" rtl="0">
                        <a:lnSpc>
                          <a:spcPct val="100000"/>
                        </a:lnSpc>
                        <a:spcBef>
                          <a:spcPts val="0"/>
                        </a:spcBef>
                        <a:spcAft>
                          <a:spcPts val="0"/>
                        </a:spcAft>
                        <a:buNone/>
                        <a:defRPr sz="1400" b="0" i="0" u="none" strike="noStrike" cap="none">
                          <a:solidFill>
                            <a:schemeClr val="dk1"/>
                          </a:solidFill>
                          <a:latin typeface="Rockwell"/>
                          <a:sym typeface="Arial"/>
                        </a:defRPr>
                      </a:lvl7pPr>
                      <a:lvl8pPr marR="0" algn="l" rtl="0">
                        <a:lnSpc>
                          <a:spcPct val="100000"/>
                        </a:lnSpc>
                        <a:spcBef>
                          <a:spcPts val="0"/>
                        </a:spcBef>
                        <a:spcAft>
                          <a:spcPts val="0"/>
                        </a:spcAft>
                        <a:buNone/>
                        <a:defRPr sz="1400" b="0" i="0" u="none" strike="noStrike" cap="none">
                          <a:solidFill>
                            <a:schemeClr val="dk1"/>
                          </a:solidFill>
                          <a:latin typeface="Rockwell"/>
                          <a:sym typeface="Arial"/>
                        </a:defRPr>
                      </a:lvl8pPr>
                      <a:lvl9pPr marR="0" algn="l" rtl="0">
                        <a:lnSpc>
                          <a:spcPct val="100000"/>
                        </a:lnSpc>
                        <a:spcBef>
                          <a:spcPts val="0"/>
                        </a:spcBef>
                        <a:spcAft>
                          <a:spcPts val="0"/>
                        </a:spcAft>
                        <a:buNone/>
                        <a:defRPr sz="1400" b="0" i="0" u="none" strike="noStrike" cap="none">
                          <a:solidFill>
                            <a:schemeClr val="dk1"/>
                          </a:solidFill>
                          <a:latin typeface="Rockwell"/>
                          <a:sym typeface="Arial"/>
                        </a:defRPr>
                      </a:lvl9pPr>
                    </a:lstStyle>
                    <a:p>
                      <a:pPr marL="0" marR="0" algn="ctr">
                        <a:spcBef>
                          <a:spcPts val="0"/>
                        </a:spcBef>
                        <a:spcAft>
                          <a:spcPts val="0"/>
                        </a:spcAft>
                      </a:pPr>
                      <a:r>
                        <a:rPr lang="en-US" sz="1200" dirty="0">
                          <a:effectLst/>
                        </a:rPr>
                        <a:t>2.92</a:t>
                      </a:r>
                      <a:endParaRPr lang="en-US" sz="1200" dirty="0">
                        <a:effectLst/>
                        <a:latin typeface="Times" charset="0"/>
                        <a:ea typeface="Times New Roman" charset="0"/>
                        <a:cs typeface="Times New Roman"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3366">
                        <a:tint val="40000"/>
                      </a:srgbClr>
                    </a:solidFill>
                  </a:tcPr>
                </a:tc>
                <a:extLst>
                  <a:ext uri="{0D108BD9-81ED-4DB2-BD59-A6C34878D82A}">
                    <a16:rowId xmlns:a16="http://schemas.microsoft.com/office/drawing/2014/main" xmlns="" val="10011"/>
                  </a:ext>
                </a:extLst>
              </a:tr>
            </a:tbl>
          </a:graphicData>
        </a:graphic>
      </p:graphicFrame>
      <p:sp>
        <p:nvSpPr>
          <p:cNvPr id="5" name="Title 2">
            <a:extLst>
              <a:ext uri="{FF2B5EF4-FFF2-40B4-BE49-F238E27FC236}">
                <a16:creationId xmlns:a16="http://schemas.microsoft.com/office/drawing/2014/main" xmlns="" id="{34B0E9F1-111C-4C75-8FCB-AA31880A6F10}"/>
              </a:ext>
            </a:extLst>
          </p:cNvPr>
          <p:cNvSpPr>
            <a:spLocks noGrp="1"/>
          </p:cNvSpPr>
          <p:nvPr>
            <p:ph type="title"/>
          </p:nvPr>
        </p:nvSpPr>
        <p:spPr>
          <a:xfrm>
            <a:off x="7068933" y="314747"/>
            <a:ext cx="2160239" cy="5217520"/>
          </a:xfrm>
        </p:spPr>
        <p:txBody>
          <a:bodyPr/>
          <a:lstStyle/>
          <a:p>
            <a:pPr algn="ctr"/>
            <a:r>
              <a:rPr lang="en-US" sz="2400" dirty="0"/>
              <a:t>Table 2.6</a:t>
            </a:r>
            <a:br>
              <a:rPr lang="en-US" sz="2400" dirty="0"/>
            </a:br>
            <a:r>
              <a:rPr lang="en-US" sz="2400" dirty="0"/>
              <a:t/>
            </a:r>
            <a:br>
              <a:rPr lang="en-US" sz="2400" dirty="0"/>
            </a:br>
            <a:r>
              <a:rPr lang="en-US" sz="2400" dirty="0"/>
              <a:t>SPEC</a:t>
            </a:r>
            <a:br>
              <a:rPr lang="en-US" sz="2400" dirty="0"/>
            </a:br>
            <a:r>
              <a:rPr lang="en-US" sz="2400" dirty="0"/>
              <a:t>CPU 2017</a:t>
            </a:r>
            <a:br>
              <a:rPr lang="en-US" sz="2400" dirty="0"/>
            </a:br>
            <a:r>
              <a:rPr lang="en-US" sz="2400" dirty="0"/>
              <a:t>Integer Benchmarks for HP Integrity Superdome X</a:t>
            </a:r>
            <a:br>
              <a:rPr lang="en-US" sz="2400" dirty="0"/>
            </a:br>
            <a:r>
              <a:rPr lang="en-US" sz="2400" dirty="0"/>
              <a:t/>
            </a:r>
            <a:br>
              <a:rPr lang="en-US" sz="2400" dirty="0"/>
            </a:br>
            <a:r>
              <a:rPr lang="en-US" sz="2400" dirty="0"/>
              <a:t>(b) Speed Result</a:t>
            </a:r>
            <a:br>
              <a:rPr lang="en-US" sz="2400" dirty="0"/>
            </a:br>
            <a:r>
              <a:rPr lang="en-US" sz="2400" dirty="0"/>
              <a:t> (384 threads)</a:t>
            </a:r>
          </a:p>
        </p:txBody>
      </p:sp>
    </p:spTree>
    <p:extLst>
      <p:ext uri="{BB962C8B-B14F-4D97-AF65-F5344CB8AC3E}">
        <p14:creationId xmlns:p14="http://schemas.microsoft.com/office/powerpoint/2010/main" val="11576974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Terms Used in SPEC Documentation</a:t>
            </a:r>
          </a:p>
        </p:txBody>
      </p:sp>
      <p:sp>
        <p:nvSpPr>
          <p:cNvPr id="5" name="Content Placeholder 4"/>
          <p:cNvSpPr>
            <a:spLocks noGrp="1"/>
          </p:cNvSpPr>
          <p:nvPr>
            <p:ph type="body" idx="1"/>
          </p:nvPr>
        </p:nvSpPr>
        <p:spPr>
          <a:xfrm>
            <a:off x="353783" y="1600200"/>
            <a:ext cx="4290225" cy="4709120"/>
          </a:xfrm>
        </p:spPr>
        <p:txBody>
          <a:bodyPr>
            <a:noAutofit/>
          </a:bodyPr>
          <a:lstStyle/>
          <a:p>
            <a:pPr marL="427038" indent="-325438">
              <a:spcBef>
                <a:spcPts val="300"/>
              </a:spcBef>
            </a:pPr>
            <a:r>
              <a:rPr lang="en-US" sz="1500" dirty="0"/>
              <a:t>Benchmark</a:t>
            </a:r>
          </a:p>
          <a:p>
            <a:pPr lvl="1" indent="-303213">
              <a:spcBef>
                <a:spcPts val="300"/>
              </a:spcBef>
            </a:pPr>
            <a:r>
              <a:rPr lang="en-US" sz="1500" dirty="0"/>
              <a:t>A program written in a high-level language that can be compiled and executed on any computer that implements the compiler</a:t>
            </a:r>
          </a:p>
          <a:p>
            <a:pPr marL="427038" indent="-325438">
              <a:spcBef>
                <a:spcPts val="300"/>
              </a:spcBef>
            </a:pPr>
            <a:r>
              <a:rPr lang="en-US" sz="1500" dirty="0"/>
              <a:t>System under test</a:t>
            </a:r>
          </a:p>
          <a:p>
            <a:pPr lvl="1" indent="-303213">
              <a:spcBef>
                <a:spcPts val="300"/>
              </a:spcBef>
            </a:pPr>
            <a:r>
              <a:rPr lang="en-US" sz="1500" dirty="0"/>
              <a:t>This is the system to be evaluated</a:t>
            </a:r>
          </a:p>
          <a:p>
            <a:pPr marL="427038" indent="-325438">
              <a:spcBef>
                <a:spcPts val="300"/>
              </a:spcBef>
            </a:pPr>
            <a:r>
              <a:rPr lang="en-US" sz="1500" dirty="0"/>
              <a:t>Reference machine</a:t>
            </a:r>
          </a:p>
          <a:p>
            <a:pPr lvl="1" indent="-303213">
              <a:spcBef>
                <a:spcPts val="300"/>
              </a:spcBef>
            </a:pPr>
            <a:r>
              <a:rPr lang="en-US" sz="1500" dirty="0"/>
              <a:t>This is a system used by SPEC to establish a baseline performance for all benchmarks</a:t>
            </a:r>
          </a:p>
          <a:p>
            <a:pPr marL="1020763" lvl="2" indent="-284163">
              <a:spcBef>
                <a:spcPts val="300"/>
              </a:spcBef>
            </a:pPr>
            <a:r>
              <a:rPr lang="en-US" sz="1500" dirty="0"/>
              <a:t>Each benchmark is run and measured on this machine to establish a reference time for that benchmark</a:t>
            </a:r>
          </a:p>
          <a:p>
            <a:pPr marL="427038" indent="-325438">
              <a:spcBef>
                <a:spcPts val="300"/>
              </a:spcBef>
            </a:pPr>
            <a:r>
              <a:rPr lang="en-US" sz="1500" dirty="0"/>
              <a:t>Base metric</a:t>
            </a:r>
          </a:p>
          <a:p>
            <a:pPr lvl="1" indent="-303213">
              <a:spcBef>
                <a:spcPts val="300"/>
              </a:spcBef>
            </a:pPr>
            <a:r>
              <a:rPr lang="en-US" sz="1500" dirty="0"/>
              <a:t>These are required for all reported results and have strict guidelines for compilation</a:t>
            </a:r>
          </a:p>
        </p:txBody>
      </p:sp>
      <p:sp>
        <p:nvSpPr>
          <p:cNvPr id="6" name="Content Placeholder 5"/>
          <p:cNvSpPr>
            <a:spLocks noGrp="1"/>
          </p:cNvSpPr>
          <p:nvPr>
            <p:ph sz="half" idx="4294967295"/>
          </p:nvPr>
        </p:nvSpPr>
        <p:spPr>
          <a:xfrm>
            <a:off x="4788024" y="1599772"/>
            <a:ext cx="4032448" cy="4853564"/>
          </a:xfrm>
        </p:spPr>
        <p:txBody>
          <a:bodyPr>
            <a:noAutofit/>
          </a:bodyPr>
          <a:lstStyle/>
          <a:p>
            <a:pPr marL="285750" indent="-285750">
              <a:spcBef>
                <a:spcPts val="300"/>
              </a:spcBef>
              <a:buClr>
                <a:srgbClr val="007FA3"/>
              </a:buClr>
              <a:buFont typeface="Arial" panose="020B0604020202020204" pitchFamily="34" charset="0"/>
              <a:buChar char="•"/>
            </a:pPr>
            <a:r>
              <a:rPr lang="en-US" sz="1500" dirty="0"/>
              <a:t>Peak metric</a:t>
            </a:r>
          </a:p>
          <a:p>
            <a:pPr marL="534988" lvl="1" indent="-261938">
              <a:spcBef>
                <a:spcPts val="300"/>
              </a:spcBef>
              <a:buClr>
                <a:srgbClr val="007FA3"/>
              </a:buClr>
              <a:buFont typeface="Arial" panose="020B0604020202020204" pitchFamily="34" charset="0"/>
              <a:buChar char="–"/>
            </a:pPr>
            <a:r>
              <a:rPr lang="en-US" sz="1500" dirty="0"/>
              <a:t>This enables users to attempt to optimize system performance by optimizing the compiler output</a:t>
            </a:r>
          </a:p>
          <a:p>
            <a:pPr marL="285750" indent="-285750">
              <a:spcBef>
                <a:spcPts val="300"/>
              </a:spcBef>
              <a:buClr>
                <a:srgbClr val="007FA3"/>
              </a:buClr>
              <a:buFont typeface="Arial" panose="020B0604020202020204" pitchFamily="34" charset="0"/>
              <a:buChar char="•"/>
            </a:pPr>
            <a:r>
              <a:rPr lang="en-US" sz="1500" dirty="0"/>
              <a:t>Speed metric</a:t>
            </a:r>
          </a:p>
          <a:p>
            <a:pPr marL="534988" lvl="1" indent="-261938">
              <a:spcBef>
                <a:spcPts val="300"/>
              </a:spcBef>
              <a:buClr>
                <a:srgbClr val="007FA3"/>
              </a:buClr>
              <a:buFont typeface="Arial" panose="020B0604020202020204" pitchFamily="34" charset="0"/>
              <a:buChar char="–"/>
            </a:pPr>
            <a:r>
              <a:rPr lang="en-US" sz="1500" dirty="0"/>
              <a:t>This is simply a measurement of the time it takes to execute a compiled benchmark</a:t>
            </a:r>
          </a:p>
          <a:p>
            <a:pPr marL="760413" lvl="2" indent="-225425">
              <a:spcBef>
                <a:spcPts val="300"/>
              </a:spcBef>
              <a:buClr>
                <a:srgbClr val="007FA3"/>
              </a:buClr>
              <a:buFont typeface="Arial" panose="020B0604020202020204" pitchFamily="34" charset="0"/>
              <a:buChar char="•"/>
            </a:pPr>
            <a:r>
              <a:rPr lang="en-US" sz="1500" dirty="0"/>
              <a:t>Used for comparing the ability of a computer to complete single tasks</a:t>
            </a:r>
          </a:p>
          <a:p>
            <a:pPr marL="285750" indent="-285750">
              <a:spcBef>
                <a:spcPts val="300"/>
              </a:spcBef>
              <a:buClr>
                <a:srgbClr val="007FA3"/>
              </a:buClr>
              <a:buFont typeface="Arial" panose="020B0604020202020204" pitchFamily="34" charset="0"/>
              <a:buChar char="•"/>
            </a:pPr>
            <a:r>
              <a:rPr lang="en-US" sz="1500" dirty="0"/>
              <a:t>Rate metric</a:t>
            </a:r>
          </a:p>
          <a:p>
            <a:pPr marL="534988" lvl="1" indent="-261938">
              <a:spcBef>
                <a:spcPts val="300"/>
              </a:spcBef>
              <a:buClr>
                <a:srgbClr val="007FA3"/>
              </a:buClr>
              <a:buFont typeface="Arial" panose="020B0604020202020204" pitchFamily="34" charset="0"/>
              <a:buChar char="–"/>
            </a:pPr>
            <a:r>
              <a:rPr lang="en-US" sz="1500" dirty="0"/>
              <a:t>This is a measurement of how many tasks a computer can accomplish in a certain amount of time</a:t>
            </a:r>
          </a:p>
          <a:p>
            <a:pPr marL="760413" lvl="2" indent="-225425">
              <a:spcBef>
                <a:spcPts val="300"/>
              </a:spcBef>
              <a:buClr>
                <a:srgbClr val="007FA3"/>
              </a:buClr>
              <a:buFont typeface="Arial" panose="020B0604020202020204" pitchFamily="34" charset="0"/>
              <a:buChar char="•"/>
            </a:pPr>
            <a:r>
              <a:rPr lang="en-US" sz="1500" dirty="0"/>
              <a:t>This is called a throughput, capacity, or rate measure</a:t>
            </a:r>
          </a:p>
          <a:p>
            <a:pPr marL="760413" lvl="2" indent="-225425">
              <a:spcBef>
                <a:spcPts val="300"/>
              </a:spcBef>
              <a:buClr>
                <a:srgbClr val="007FA3"/>
              </a:buClr>
              <a:buFont typeface="Arial" panose="020B0604020202020204" pitchFamily="34" charset="0"/>
              <a:buChar char="•"/>
            </a:pPr>
            <a:r>
              <a:rPr lang="en-US" sz="1500" dirty="0"/>
              <a:t>Allows the system under test to execute simultaneous tasks to take advantage of multiple processors</a:t>
            </a:r>
          </a:p>
        </p:txBody>
      </p:sp>
    </p:spTree>
    <p:extLst>
      <p:ext uri="{BB962C8B-B14F-4D97-AF65-F5344CB8AC3E}">
        <p14:creationId xmlns:p14="http://schemas.microsoft.com/office/powerpoint/2010/main" val="41689077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The flowchart begins with, start, and continues to the next section, get next program, which leads to the next level, run program three times, and then proceeds to, select the median value, and continues to the next section, ratio, left parenthesis p r o g right parenthesis equals T sub r e f left parenthesis p r o g right parenthesis over T sub S u T left parenthesis p r o g right parenthesis, and leads to a decision box with the following two options. If the answer to the question, more programs? is yes, move back to the second level, get next program and proceed again through the levels. If there are no more programs, the chart leads to, compute geometric mean of all ratios, and proceeds to the point marked, end." title="A flowchart illustrates S P E C evaluation."/>
          <p:cNvPicPr>
            <a:picLocks noChangeAspect="1"/>
          </p:cNvPicPr>
          <p:nvPr/>
        </p:nvPicPr>
        <p:blipFill rotWithShape="1">
          <a:blip r:embed="rId3">
            <a:extLst>
              <a:ext uri="{28A0092B-C50C-407E-A947-70E740481C1C}">
                <a14:useLocalDpi xmlns:a14="http://schemas.microsoft.com/office/drawing/2010/main" val="0"/>
              </a:ext>
            </a:extLst>
          </a:blip>
          <a:srcRect l="9624" t="5244" r="12742" b="14789"/>
          <a:stretch/>
        </p:blipFill>
        <p:spPr>
          <a:xfrm>
            <a:off x="1835696" y="-99392"/>
            <a:ext cx="4970892" cy="6669360"/>
          </a:xfrm>
          <a:prstGeom prst="rect">
            <a:avLst/>
          </a:prstGeom>
        </p:spPr>
      </p:pic>
      <p:sp>
        <p:nvSpPr>
          <p:cNvPr id="2" name="Title 1">
            <a:extLst>
              <a:ext uri="{FF2B5EF4-FFF2-40B4-BE49-F238E27FC236}">
                <a16:creationId xmlns:a16="http://schemas.microsoft.com/office/drawing/2014/main" xmlns="" id="{67472B4A-3D81-4094-AF2C-2F1959A8F70F}"/>
              </a:ext>
            </a:extLst>
          </p:cNvPr>
          <p:cNvSpPr>
            <a:spLocks noGrp="1"/>
          </p:cNvSpPr>
          <p:nvPr>
            <p:ph type="title"/>
          </p:nvPr>
        </p:nvSpPr>
        <p:spPr>
          <a:xfrm>
            <a:off x="139506" y="260648"/>
            <a:ext cx="8363272" cy="619954"/>
          </a:xfrm>
        </p:spPr>
        <p:txBody>
          <a:bodyPr/>
          <a:lstStyle/>
          <a:p>
            <a:r>
              <a:rPr lang="en-US" dirty="0"/>
              <a:t>Figure 2.7</a:t>
            </a:r>
          </a:p>
        </p:txBody>
      </p:sp>
    </p:spTree>
    <p:extLst>
      <p:ext uri="{BB962C8B-B14F-4D97-AF65-F5344CB8AC3E}">
        <p14:creationId xmlns:p14="http://schemas.microsoft.com/office/powerpoint/2010/main" val="34820861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normAutofit/>
          </a:bodyPr>
          <a:lstStyle/>
          <a:p>
            <a:r>
              <a:rPr lang="en-US" dirty="0"/>
              <a:t>Summary</a:t>
            </a:r>
          </a:p>
        </p:txBody>
      </p:sp>
      <p:sp>
        <p:nvSpPr>
          <p:cNvPr id="44035" name="Rectangle 3"/>
          <p:cNvSpPr>
            <a:spLocks noGrp="1" noChangeArrowheads="1"/>
          </p:cNvSpPr>
          <p:nvPr>
            <p:ph type="body" idx="1"/>
          </p:nvPr>
        </p:nvSpPr>
        <p:spPr/>
        <p:txBody>
          <a:bodyPr>
            <a:normAutofit/>
          </a:bodyPr>
          <a:lstStyle/>
          <a:p>
            <a:pPr marL="0" indent="0">
              <a:buNone/>
            </a:pPr>
            <a:r>
              <a:rPr lang="en-US" sz="3200" dirty="0"/>
              <a:t>Chapter 2</a:t>
            </a:r>
          </a:p>
          <a:p>
            <a:endParaRPr lang="en-US" dirty="0"/>
          </a:p>
        </p:txBody>
      </p:sp>
      <p:sp>
        <p:nvSpPr>
          <p:cNvPr id="30" name="Content Placeholder 29"/>
          <p:cNvSpPr>
            <a:spLocks noGrp="1"/>
          </p:cNvSpPr>
          <p:nvPr>
            <p:ph sz="half" idx="4294967295"/>
          </p:nvPr>
        </p:nvSpPr>
        <p:spPr>
          <a:xfrm>
            <a:off x="439372" y="2299097"/>
            <a:ext cx="3657600" cy="3827066"/>
          </a:xfrm>
        </p:spPr>
        <p:txBody>
          <a:bodyPr>
            <a:normAutofit/>
          </a:bodyPr>
          <a:lstStyle/>
          <a:p>
            <a:pPr marL="347663" indent="-347663">
              <a:spcBef>
                <a:spcPts val="600"/>
              </a:spcBef>
              <a:buClr>
                <a:srgbClr val="007FA3"/>
              </a:buClr>
              <a:buFont typeface="Arial" panose="020B0604020202020204" pitchFamily="34" charset="0"/>
              <a:buChar char="•"/>
            </a:pPr>
            <a:r>
              <a:rPr lang="en-US" sz="2000" dirty="0"/>
              <a:t>Designing for performance</a:t>
            </a:r>
          </a:p>
          <a:p>
            <a:pPr marL="676275" lvl="1" indent="-296863">
              <a:buClr>
                <a:srgbClr val="007FA3"/>
              </a:buClr>
              <a:buFont typeface="Arial" panose="020B0604020202020204" pitchFamily="34" charset="0"/>
              <a:buChar char="–"/>
            </a:pPr>
            <a:r>
              <a:rPr lang="en-US" sz="1800" dirty="0"/>
              <a:t>Microprocessor speed</a:t>
            </a:r>
          </a:p>
          <a:p>
            <a:pPr marL="676275" lvl="1" indent="-296863">
              <a:buClr>
                <a:srgbClr val="007FA3"/>
              </a:buClr>
              <a:buFont typeface="Arial" panose="020B0604020202020204" pitchFamily="34" charset="0"/>
              <a:buChar char="–"/>
            </a:pPr>
            <a:r>
              <a:rPr lang="en-US" sz="1800" dirty="0"/>
              <a:t>Performance balance</a:t>
            </a:r>
          </a:p>
          <a:p>
            <a:pPr marL="676275" lvl="1" indent="-296863">
              <a:buClr>
                <a:srgbClr val="007FA3"/>
              </a:buClr>
              <a:buFont typeface="Arial" panose="020B0604020202020204" pitchFamily="34" charset="0"/>
              <a:buChar char="–"/>
            </a:pPr>
            <a:r>
              <a:rPr lang="en-US" sz="1800" dirty="0"/>
              <a:t>Improvements in chip organization and architecture</a:t>
            </a:r>
          </a:p>
          <a:p>
            <a:pPr marL="347663" indent="-347663">
              <a:spcBef>
                <a:spcPts val="600"/>
              </a:spcBef>
              <a:buClr>
                <a:srgbClr val="007FA3"/>
              </a:buClr>
              <a:buFont typeface="Arial" panose="020B0604020202020204" pitchFamily="34" charset="0"/>
              <a:buChar char="•"/>
            </a:pPr>
            <a:r>
              <a:rPr lang="en-US" sz="2000" dirty="0"/>
              <a:t>Multicore</a:t>
            </a:r>
          </a:p>
          <a:p>
            <a:pPr marL="347663" indent="-347663">
              <a:spcBef>
                <a:spcPts val="600"/>
              </a:spcBef>
              <a:buClr>
                <a:srgbClr val="007FA3"/>
              </a:buClr>
              <a:buFont typeface="Arial" panose="020B0604020202020204" pitchFamily="34" charset="0"/>
              <a:buChar char="•"/>
            </a:pPr>
            <a:r>
              <a:rPr lang="en-US" sz="2000" dirty="0"/>
              <a:t>MICs</a:t>
            </a:r>
          </a:p>
          <a:p>
            <a:pPr marL="347663" indent="-347663">
              <a:spcBef>
                <a:spcPts val="600"/>
              </a:spcBef>
              <a:buClr>
                <a:srgbClr val="007FA3"/>
              </a:buClr>
              <a:buFont typeface="Arial" panose="020B0604020202020204" pitchFamily="34" charset="0"/>
              <a:buChar char="•"/>
            </a:pPr>
            <a:r>
              <a:rPr lang="en-US" sz="2000" dirty="0"/>
              <a:t>GPGPUs</a:t>
            </a:r>
          </a:p>
          <a:p>
            <a:pPr marL="347663" indent="-347663">
              <a:spcBef>
                <a:spcPts val="600"/>
              </a:spcBef>
              <a:buClr>
                <a:srgbClr val="007FA3"/>
              </a:buClr>
              <a:buFont typeface="Arial" panose="020B0604020202020204" pitchFamily="34" charset="0"/>
              <a:buChar char="•"/>
            </a:pPr>
            <a:r>
              <a:rPr lang="en-US" sz="2000" dirty="0"/>
              <a:t>Amdahl’s Law</a:t>
            </a:r>
          </a:p>
          <a:p>
            <a:pPr marL="347663" indent="-347663">
              <a:spcBef>
                <a:spcPts val="600"/>
              </a:spcBef>
              <a:buClr>
                <a:srgbClr val="007FA3"/>
              </a:buClr>
              <a:buFont typeface="Arial" panose="020B0604020202020204" pitchFamily="34" charset="0"/>
              <a:buChar char="•"/>
            </a:pPr>
            <a:r>
              <a:rPr lang="en-US" sz="2000" dirty="0"/>
              <a:t>Little’s Law</a:t>
            </a:r>
          </a:p>
        </p:txBody>
      </p:sp>
      <p:sp>
        <p:nvSpPr>
          <p:cNvPr id="32" name="Content Placeholder 31"/>
          <p:cNvSpPr>
            <a:spLocks noGrp="1"/>
          </p:cNvSpPr>
          <p:nvPr>
            <p:ph sz="quarter" idx="4294967295"/>
          </p:nvPr>
        </p:nvSpPr>
        <p:spPr>
          <a:xfrm>
            <a:off x="4860032" y="2276872"/>
            <a:ext cx="3810000" cy="3969549"/>
          </a:xfrm>
        </p:spPr>
        <p:txBody>
          <a:bodyPr>
            <a:normAutofit/>
          </a:bodyPr>
          <a:lstStyle/>
          <a:p>
            <a:pPr marL="487362" lvl="1" indent="-285750">
              <a:spcBef>
                <a:spcPts val="1800"/>
              </a:spcBef>
              <a:buClr>
                <a:srgbClr val="007FA3"/>
              </a:buClr>
              <a:buFont typeface="Arial" panose="020B0604020202020204" pitchFamily="34" charset="0"/>
              <a:buChar char="•"/>
            </a:pPr>
            <a:r>
              <a:rPr lang="en-US" sz="1800" dirty="0"/>
              <a:t>Basic measures of computer performance</a:t>
            </a:r>
          </a:p>
          <a:p>
            <a:pPr marL="700088" lvl="1" indent="-236538">
              <a:buClr>
                <a:srgbClr val="007FA3"/>
              </a:buClr>
              <a:buFont typeface="Arial" panose="020B0604020202020204" pitchFamily="34" charset="0"/>
              <a:buChar char="–"/>
            </a:pPr>
            <a:r>
              <a:rPr lang="en-US" sz="1800" dirty="0"/>
              <a:t>Clock speed</a:t>
            </a:r>
          </a:p>
          <a:p>
            <a:pPr marL="700088" lvl="1" indent="-236538">
              <a:buClr>
                <a:srgbClr val="007FA3"/>
              </a:buClr>
              <a:buFont typeface="Arial" panose="020B0604020202020204" pitchFamily="34" charset="0"/>
              <a:buChar char="–"/>
            </a:pPr>
            <a:r>
              <a:rPr lang="en-US" sz="1800" dirty="0"/>
              <a:t>Instruction execution rate</a:t>
            </a:r>
          </a:p>
          <a:p>
            <a:pPr marL="487362" lvl="1" indent="-285750">
              <a:spcBef>
                <a:spcPts val="1800"/>
              </a:spcBef>
              <a:buClr>
                <a:srgbClr val="007FA3"/>
              </a:buClr>
              <a:buFont typeface="Arial" panose="020B0604020202020204" pitchFamily="34" charset="0"/>
              <a:buChar char="•"/>
            </a:pPr>
            <a:r>
              <a:rPr lang="en-US" sz="1800" dirty="0"/>
              <a:t>Calculating the mean</a:t>
            </a:r>
          </a:p>
          <a:p>
            <a:pPr marL="700088" lvl="1" indent="-236538">
              <a:buClr>
                <a:srgbClr val="007FA3"/>
              </a:buClr>
              <a:buFont typeface="Arial" panose="020B0604020202020204" pitchFamily="34" charset="0"/>
              <a:buChar char="–"/>
            </a:pPr>
            <a:r>
              <a:rPr lang="en-US" sz="1800" dirty="0"/>
              <a:t>Arithmetic mean</a:t>
            </a:r>
          </a:p>
          <a:p>
            <a:pPr marL="700088" lvl="1" indent="-236538">
              <a:buClr>
                <a:srgbClr val="007FA3"/>
              </a:buClr>
              <a:buFont typeface="Arial" panose="020B0604020202020204" pitchFamily="34" charset="0"/>
              <a:buChar char="–"/>
            </a:pPr>
            <a:r>
              <a:rPr lang="en-US" sz="1800" dirty="0"/>
              <a:t>Harmonic mean</a:t>
            </a:r>
          </a:p>
          <a:p>
            <a:pPr marL="700088" lvl="1" indent="-236538">
              <a:buClr>
                <a:srgbClr val="007FA3"/>
              </a:buClr>
              <a:buFont typeface="Arial" panose="020B0604020202020204" pitchFamily="34" charset="0"/>
              <a:buChar char="–"/>
            </a:pPr>
            <a:r>
              <a:rPr lang="en-US" sz="1800" dirty="0"/>
              <a:t>Geometric mean</a:t>
            </a:r>
          </a:p>
          <a:p>
            <a:pPr marL="487362" lvl="1" indent="-285750">
              <a:spcBef>
                <a:spcPts val="1800"/>
              </a:spcBef>
              <a:buClr>
                <a:srgbClr val="007FA3"/>
              </a:buClr>
              <a:buFont typeface="Arial" panose="020B0604020202020204" pitchFamily="34" charset="0"/>
              <a:buChar char="•"/>
            </a:pPr>
            <a:r>
              <a:rPr lang="en-US" sz="1800" dirty="0"/>
              <a:t>Benchmark principles</a:t>
            </a:r>
          </a:p>
          <a:p>
            <a:pPr marL="487362" lvl="1" indent="-285750">
              <a:spcBef>
                <a:spcPts val="1800"/>
              </a:spcBef>
              <a:buClr>
                <a:srgbClr val="007FA3"/>
              </a:buClr>
              <a:buFont typeface="Arial" panose="020B0604020202020204" pitchFamily="34" charset="0"/>
              <a:buChar char="•"/>
            </a:pPr>
            <a:r>
              <a:rPr lang="en-US" sz="1800" dirty="0"/>
              <a:t>SPEC benchmarks</a:t>
            </a:r>
          </a:p>
        </p:txBody>
      </p:sp>
      <p:sp>
        <p:nvSpPr>
          <p:cNvPr id="31" name="Text Placeholder 30"/>
          <p:cNvSpPr>
            <a:spLocks noGrp="1"/>
          </p:cNvSpPr>
          <p:nvPr>
            <p:ph type="body" sz="quarter" idx="4294967295"/>
          </p:nvPr>
        </p:nvSpPr>
        <p:spPr>
          <a:xfrm>
            <a:off x="5004048" y="856754"/>
            <a:ext cx="3657600" cy="1708150"/>
          </a:xfrm>
        </p:spPr>
        <p:txBody>
          <a:bodyPr/>
          <a:lstStyle/>
          <a:p>
            <a:pPr algn="ctr"/>
            <a:r>
              <a:rPr lang="en-US" sz="2800" dirty="0">
                <a:solidFill>
                  <a:schemeClr val="tx1"/>
                </a:solidFill>
                <a:latin typeface="+mj-lt"/>
                <a:ea typeface="+mj-ea"/>
                <a:cs typeface="+mj-cs"/>
              </a:rPr>
              <a:t>Performance</a:t>
            </a:r>
            <a:r>
              <a:rPr lang="en-US" sz="2800" dirty="0">
                <a:solidFill>
                  <a:schemeClr val="tx1"/>
                </a:solidFill>
              </a:rPr>
              <a:t>  </a:t>
            </a:r>
          </a:p>
          <a:p>
            <a:pPr algn="ctr"/>
            <a:r>
              <a:rPr lang="en-US" sz="2800" dirty="0">
                <a:solidFill>
                  <a:schemeClr val="tx1"/>
                </a:solidFill>
              </a:rPr>
              <a:t>Concepts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Title 4"/>
          <p:cNvSpPr txBox="1">
            <a:spLocks noGrp="1"/>
          </p:cNvSpPr>
          <p:nvPr>
            <p:ph type="title"/>
          </p:nvPr>
        </p:nvSpPr>
        <p:spPr>
          <a:xfrm>
            <a:off x="457200" y="215900"/>
            <a:ext cx="8229600" cy="1096963"/>
          </a:xfrm>
        </p:spPr>
        <p:txBody>
          <a:bodyPr/>
          <a:lstStyle/>
          <a:p>
            <a:pPr>
              <a:spcBef>
                <a:spcPct val="0"/>
              </a:spcBef>
              <a:buFont typeface="Times New Roman" panose="02020603050405020304" pitchFamily="18" charset="0"/>
              <a:buNone/>
            </a:pPr>
            <a:r>
              <a:rPr lang="en-US" altLang="en-US">
                <a:latin typeface="Times New Roman" panose="02020603050405020304" pitchFamily="18" charset="0"/>
                <a:cs typeface="Times New Roman" panose="02020603050405020304" pitchFamily="18" charset="0"/>
                <a:sym typeface="Times New Roman" panose="02020603050405020304" pitchFamily="18" charset="0"/>
              </a:rPr>
              <a:t>Copyright</a:t>
            </a:r>
          </a:p>
        </p:txBody>
      </p:sp>
      <p:pic>
        <p:nvPicPr>
          <p:cNvPr id="12185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7675" y="2319338"/>
            <a:ext cx="8248650" cy="2695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1860" name="TextBox 6"/>
          <p:cNvSpPr txBox="1">
            <a:spLocks noChangeArrowheads="1"/>
          </p:cNvSpPr>
          <p:nvPr/>
        </p:nvSpPr>
        <p:spPr bwMode="auto">
          <a:xfrm>
            <a:off x="1430338" y="2625725"/>
            <a:ext cx="6826250" cy="203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rPr>
              <a:t>This work is protected by United States copyright laws and is provided solely</a:t>
            </a:r>
            <a:br>
              <a:rPr kumimoji="0" lang="en-US"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rPr>
            </a:br>
            <a:r>
              <a:rPr kumimoji="0" lang="en-US"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rPr>
              <a:t>   for the use of instructions in teaching their courses and assessing student</a:t>
            </a:r>
            <a:br>
              <a:rPr kumimoji="0" lang="en-US"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rPr>
            </a:br>
            <a:r>
              <a:rPr kumimoji="0" lang="en-US"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rPr>
              <a:t>    learning. dissemination or sale of any part of this work (including on the</a:t>
            </a:r>
            <a:br>
              <a:rPr kumimoji="0" lang="en-US"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rPr>
            </a:br>
            <a:r>
              <a:rPr kumimoji="0" lang="en-US"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rPr>
              <a:t>        World Wide Web) will destroy the integrity of the work and is not permit-</a:t>
            </a:r>
            <a:br>
              <a:rPr kumimoji="0" lang="en-US"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rPr>
            </a:br>
            <a:r>
              <a:rPr kumimoji="0" lang="en-US"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rPr>
              <a:t>           ted. The work and materials from it should never be made available to</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rPr>
              <a:t>             students except by instructors using the accompanying text in their</a:t>
            </a:r>
            <a:br>
              <a:rPr kumimoji="0" lang="en-US"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rPr>
            </a:br>
            <a:r>
              <a:rPr kumimoji="0" lang="en-US"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rPr>
              <a:t>               classes. All recipients of this work are expected to abide by these</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rPr>
              <a:t>restrictions and to honor the intended pedagogical purposes and the needs of</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rPr>
              <a:t>other instructors who rely on these materials.</a:t>
            </a:r>
            <a:endParaRPr kumimoji="0" lang="en-IN"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endParaRPr>
          </a:p>
        </p:txBody>
      </p:sp>
    </p:spTree>
    <p:extLst>
      <p:ext uri="{BB962C8B-B14F-4D97-AF65-F5344CB8AC3E}">
        <p14:creationId xmlns:p14="http://schemas.microsoft.com/office/powerpoint/2010/main" val="2292265119"/>
      </p:ext>
    </p:extLst>
  </p:cSld>
  <p:clrMapOvr>
    <a:masterClrMapping/>
  </p:clrMapOvr>
</p:sld>
</file>

<file path=ppt/theme/theme1.xml><?xml version="1.0" encoding="utf-8"?>
<a:theme xmlns:a="http://schemas.openxmlformats.org/drawingml/2006/main" name="2_508 Lectur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Advantage.thmx</Template>
  <TotalTime>47489</TotalTime>
  <Words>6520</Words>
  <Application>Microsoft Office PowerPoint</Application>
  <PresentationFormat>On-screen Show (4:3)</PresentationFormat>
  <Paragraphs>937</Paragraphs>
  <Slides>29</Slides>
  <Notes>21</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29</vt:i4>
      </vt:variant>
    </vt:vector>
  </HeadingPairs>
  <TitlesOfParts>
    <vt:vector size="40" baseType="lpstr">
      <vt:lpstr>ＭＳ Ｐゴシック</vt:lpstr>
      <vt:lpstr>Arial</vt:lpstr>
      <vt:lpstr>Noto Sans Symbols</vt:lpstr>
      <vt:lpstr>Rockwell</vt:lpstr>
      <vt:lpstr>Symbol</vt:lpstr>
      <vt:lpstr>Times</vt:lpstr>
      <vt:lpstr>Times New Roman</vt:lpstr>
      <vt:lpstr>Verdana</vt:lpstr>
      <vt:lpstr>Wingdings</vt:lpstr>
      <vt:lpstr>ヒラギノ角ゴ Pro W3</vt:lpstr>
      <vt:lpstr>2_508 Lecture</vt:lpstr>
      <vt:lpstr>Computer Organization and Architecture Designing for Performance</vt:lpstr>
      <vt:lpstr>Designing for Performance</vt:lpstr>
      <vt:lpstr>Microprocessor Speed</vt:lpstr>
      <vt:lpstr>Performance Balance</vt:lpstr>
      <vt:lpstr>Figure 2.1</vt:lpstr>
      <vt:lpstr>Improvements in Chip Organization and Architecture</vt:lpstr>
      <vt:lpstr>Problems with Clock Speed and Logic Density</vt:lpstr>
      <vt:lpstr>Figure 2.2</vt:lpstr>
      <vt:lpstr>Multicore</vt:lpstr>
      <vt:lpstr>Many Integrated Core (MIC)       Graphics Processing Unit (GPU) </vt:lpstr>
      <vt:lpstr>Figure 2.5</vt:lpstr>
      <vt:lpstr>Computer Clocks </vt:lpstr>
      <vt:lpstr>Table 2.1  Performance Factors and System Attributes  </vt:lpstr>
      <vt:lpstr>Computing CPU time</vt:lpstr>
      <vt:lpstr>Example of Computing CPU time</vt:lpstr>
      <vt:lpstr>Computing CPI</vt:lpstr>
      <vt:lpstr>Poor Performance Metrics</vt:lpstr>
      <vt:lpstr>Mhz (MegaHertz) and Ghz (GigaHertz)</vt:lpstr>
      <vt:lpstr>Benchmark Principles</vt:lpstr>
      <vt:lpstr>System Performance Evaluation Corporation (SPEC)</vt:lpstr>
      <vt:lpstr>SPEC CPU2017</vt:lpstr>
      <vt:lpstr>Table 2.5 (A)  SPEC CPU2017 Benchmarks</vt:lpstr>
      <vt:lpstr>Table 2.5 (B)  SPEC CPU2017 Benchmarks</vt:lpstr>
      <vt:lpstr>Table 2.6  SPEC CPU 2017 Integer Benchmarks for HP Integrity Superdome X  (a) Rate Result (768 copies)</vt:lpstr>
      <vt:lpstr>Table 2.6  SPEC CPU 2017 Integer Benchmarks for HP Integrity Superdome X  (b) Speed Result  (384 threads)</vt:lpstr>
      <vt:lpstr>Terms Used in SPEC Documentation</vt:lpstr>
      <vt:lpstr>Figure 2.7</vt:lpstr>
      <vt:lpstr>Summary</vt:lpstr>
      <vt:lpstr>Copyright</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02 Computer Evolution and Performance</dc:title>
  <dc:creator>Adrian J Pullin</dc:creator>
  <cp:lastModifiedBy>dmin</cp:lastModifiedBy>
  <cp:revision>345</cp:revision>
  <dcterms:created xsi:type="dcterms:W3CDTF">2012-06-10T04:05:19Z</dcterms:created>
  <dcterms:modified xsi:type="dcterms:W3CDTF">2020-02-24T02:49:52Z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Type">
    <vt:i4>1</vt:i4>
  </property>
  <property fmtid="{D5CDD505-2E9C-101B-9397-08002B2CF9AE}" pid="3" name="GraphicType">
    <vt:i4>1</vt:i4>
  </property>
  <property fmtid="{D5CDD505-2E9C-101B-9397-08002B2CF9AE}" pid="4" name="Compression">
    <vt:i4>100</vt:i4>
  </property>
  <property fmtid="{D5CDD505-2E9C-101B-9397-08002B2CF9AE}" pid="5" name="ScreenSize">
    <vt:i4>2</vt:i4>
  </property>
  <property fmtid="{D5CDD505-2E9C-101B-9397-08002B2CF9AE}" pid="6" name="ScreenUsage">
    <vt:i4>1</vt:i4>
  </property>
  <property fmtid="{D5CDD505-2E9C-101B-9397-08002B2CF9AE}" pid="7" name="MailAddress">
    <vt:lpwstr>a.j.pullin@newi.ac.uk</vt:lpwstr>
  </property>
  <property fmtid="{D5CDD505-2E9C-101B-9397-08002B2CF9AE}" pid="8" name="HomePage">
    <vt:lpwstr>http://www.newi.ac.uk/pullina/default.htm</vt:lpwstr>
  </property>
  <property fmtid="{D5CDD505-2E9C-101B-9397-08002B2CF9AE}" pid="9" name="Other">
    <vt:lpwstr/>
  </property>
  <property fmtid="{D5CDD505-2E9C-101B-9397-08002B2CF9AE}" pid="10" name="DownloadOriginal">
    <vt:bool>true</vt:bool>
  </property>
  <property fmtid="{D5CDD505-2E9C-101B-9397-08002B2CF9AE}" pid="11" name="DownloadIEButton">
    <vt:bool>false</vt:bool>
  </property>
  <property fmtid="{D5CDD505-2E9C-101B-9397-08002B2CF9AE}" pid="12" name="UseBrowserColor">
    <vt:bool>true</vt:bool>
  </property>
  <property fmtid="{D5CDD505-2E9C-101B-9397-08002B2CF9AE}" pid="13" name="BackColor">
    <vt:i4>15132390</vt:i4>
  </property>
  <property fmtid="{D5CDD505-2E9C-101B-9397-08002B2CF9AE}" pid="14" name="TextColor">
    <vt:i4>0</vt:i4>
  </property>
  <property fmtid="{D5CDD505-2E9C-101B-9397-08002B2CF9AE}" pid="15" name="LinkColor">
    <vt:i4>16711782</vt:i4>
  </property>
  <property fmtid="{D5CDD505-2E9C-101B-9397-08002B2CF9AE}" pid="16" name="VisitedColor">
    <vt:i4>10040268</vt:i4>
  </property>
  <property fmtid="{D5CDD505-2E9C-101B-9397-08002B2CF9AE}" pid="17" name="TransparentButton">
    <vt:i4>0</vt:i4>
  </property>
  <property fmtid="{D5CDD505-2E9C-101B-9397-08002B2CF9AE}" pid="18" name="ButtonType">
    <vt:i4>3</vt:i4>
  </property>
  <property fmtid="{D5CDD505-2E9C-101B-9397-08002B2CF9AE}" pid="19" name="ShowNotes">
    <vt:bool>false</vt:bool>
  </property>
  <property fmtid="{D5CDD505-2E9C-101B-9397-08002B2CF9AE}" pid="20" name="NavBtnPos">
    <vt:i4>3</vt:i4>
  </property>
  <property fmtid="{D5CDD505-2E9C-101B-9397-08002B2CF9AE}" pid="21" name="OutputDir">
    <vt:lpwstr>H:\Data\Networks\Notes\HTML</vt:lpwstr>
  </property>
</Properties>
</file>