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5" r:id="rId2"/>
  </p:sldMasterIdLst>
  <p:notesMasterIdLst>
    <p:notesMasterId r:id="rId38"/>
  </p:notesMasterIdLst>
  <p:sldIdLst>
    <p:sldId id="256" r:id="rId3"/>
    <p:sldId id="257"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326" r:id="rId26"/>
    <p:sldId id="350" r:id="rId27"/>
    <p:sldId id="328" r:id="rId28"/>
    <p:sldId id="330" r:id="rId29"/>
    <p:sldId id="353" r:id="rId30"/>
    <p:sldId id="334" r:id="rId31"/>
    <p:sldId id="354" r:id="rId32"/>
    <p:sldId id="355" r:id="rId33"/>
    <p:sldId id="356" r:id="rId34"/>
    <p:sldId id="357" r:id="rId35"/>
    <p:sldId id="358" r:id="rId36"/>
    <p:sldId id="359" r:id="rId3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DDE1911-3184-4246-A32E-2A9014942B9F}" v="1" dt="2020-04-26T09:39:47.14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2173" autoAdjust="0"/>
  </p:normalViewPr>
  <p:slideViewPr>
    <p:cSldViewPr snapToGrid="0">
      <p:cViewPr varScale="1">
        <p:scale>
          <a:sx n="87" d="100"/>
          <a:sy n="87" d="100"/>
        </p:scale>
        <p:origin x="900" y="5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presProps" Target="presProps.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microsoft.com/office/2015/10/relationships/revisionInfo" Target="revisionInfo.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microsoft.com/office/2016/11/relationships/changesInfo" Target="changesInfos/changesInfo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 " userId="b38fed35-100c-4369-8b34-69adb96b726a" providerId="ADAL" clId="{54F6683C-8E80-4BBA-8330-F807FEC7A6A3}"/>
    <pc:docChg chg="custSel modSld">
      <pc:chgData name=" " userId="b38fed35-100c-4369-8b34-69adb96b726a" providerId="ADAL" clId="{54F6683C-8E80-4BBA-8330-F807FEC7A6A3}" dt="2020-03-17T02:02:14.253" v="18"/>
      <pc:docMkLst>
        <pc:docMk/>
      </pc:docMkLst>
      <pc:sldChg chg="addSp modSp">
        <pc:chgData name=" " userId="b38fed35-100c-4369-8b34-69adb96b726a" providerId="ADAL" clId="{54F6683C-8E80-4BBA-8330-F807FEC7A6A3}" dt="2020-03-16T04:48:41.533" v="0"/>
        <pc:sldMkLst>
          <pc:docMk/>
          <pc:sldMk cId="3103594849" sldId="256"/>
        </pc:sldMkLst>
        <pc:picChg chg="add mod">
          <ac:chgData name=" " userId="b38fed35-100c-4369-8b34-69adb96b726a" providerId="ADAL" clId="{54F6683C-8E80-4BBA-8330-F807FEC7A6A3}" dt="2020-03-16T04:48:41.533" v="0"/>
          <ac:picMkLst>
            <pc:docMk/>
            <pc:sldMk cId="3103594849" sldId="256"/>
            <ac:picMk id="4" creationId="{BCB7F305-B1E2-42A3-839E-1976A9FD8609}"/>
          </ac:picMkLst>
        </pc:picChg>
      </pc:sldChg>
      <pc:sldChg chg="addSp modSp">
        <pc:chgData name=" " userId="b38fed35-100c-4369-8b34-69adb96b726a" providerId="ADAL" clId="{54F6683C-8E80-4BBA-8330-F807FEC7A6A3}" dt="2020-03-16T04:48:41.533" v="0"/>
        <pc:sldMkLst>
          <pc:docMk/>
          <pc:sldMk cId="72207343" sldId="257"/>
        </pc:sldMkLst>
        <pc:picChg chg="add mod">
          <ac:chgData name=" " userId="b38fed35-100c-4369-8b34-69adb96b726a" providerId="ADAL" clId="{54F6683C-8E80-4BBA-8330-F807FEC7A6A3}" dt="2020-03-16T04:48:41.533" v="0"/>
          <ac:picMkLst>
            <pc:docMk/>
            <pc:sldMk cId="72207343" sldId="257"/>
            <ac:picMk id="5" creationId="{B00F5589-408E-450F-9257-44D4D8184CFE}"/>
          </ac:picMkLst>
        </pc:picChg>
        <pc:inkChg chg="add">
          <ac:chgData name=" " userId="b38fed35-100c-4369-8b34-69adb96b726a" providerId="ADAL" clId="{54F6683C-8E80-4BBA-8330-F807FEC7A6A3}" dt="2020-03-16T04:48:41.533" v="0"/>
          <ac:inkMkLst>
            <pc:docMk/>
            <pc:sldMk cId="72207343" sldId="257"/>
            <ac:inkMk id="4" creationId="{0875EEEA-B24B-4A8C-B514-FE45C263CA76}"/>
          </ac:inkMkLst>
        </pc:inkChg>
      </pc:sldChg>
      <pc:sldChg chg="addSp modSp">
        <pc:chgData name=" " userId="b38fed35-100c-4369-8b34-69adb96b726a" providerId="ADAL" clId="{54F6683C-8E80-4BBA-8330-F807FEC7A6A3}" dt="2020-03-16T04:48:41.533" v="0"/>
        <pc:sldMkLst>
          <pc:docMk/>
          <pc:sldMk cId="1801267666" sldId="260"/>
        </pc:sldMkLst>
        <pc:picChg chg="add mod">
          <ac:chgData name=" " userId="b38fed35-100c-4369-8b34-69adb96b726a" providerId="ADAL" clId="{54F6683C-8E80-4BBA-8330-F807FEC7A6A3}" dt="2020-03-16T04:48:41.533" v="0"/>
          <ac:picMkLst>
            <pc:docMk/>
            <pc:sldMk cId="1801267666" sldId="260"/>
            <ac:picMk id="5" creationId="{602EB0D9-5F8B-4A28-B0CF-864A782FB76D}"/>
          </ac:picMkLst>
        </pc:picChg>
        <pc:inkChg chg="add">
          <ac:chgData name=" " userId="b38fed35-100c-4369-8b34-69adb96b726a" providerId="ADAL" clId="{54F6683C-8E80-4BBA-8330-F807FEC7A6A3}" dt="2020-03-16T04:48:41.533" v="0"/>
          <ac:inkMkLst>
            <pc:docMk/>
            <pc:sldMk cId="1801267666" sldId="260"/>
            <ac:inkMk id="4" creationId="{2457CF57-0702-4435-95AC-FA40C437F6DB}"/>
          </ac:inkMkLst>
        </pc:inkChg>
      </pc:sldChg>
      <pc:sldChg chg="addSp modSp">
        <pc:chgData name=" " userId="b38fed35-100c-4369-8b34-69adb96b726a" providerId="ADAL" clId="{54F6683C-8E80-4BBA-8330-F807FEC7A6A3}" dt="2020-03-16T04:48:41.533" v="0"/>
        <pc:sldMkLst>
          <pc:docMk/>
          <pc:sldMk cId="3393044805" sldId="261"/>
        </pc:sldMkLst>
        <pc:picChg chg="add mod">
          <ac:chgData name=" " userId="b38fed35-100c-4369-8b34-69adb96b726a" providerId="ADAL" clId="{54F6683C-8E80-4BBA-8330-F807FEC7A6A3}" dt="2020-03-16T04:48:41.533" v="0"/>
          <ac:picMkLst>
            <pc:docMk/>
            <pc:sldMk cId="3393044805" sldId="261"/>
            <ac:picMk id="5" creationId="{ACD0BE42-8A32-4D77-B29F-075B70A2D9D7}"/>
          </ac:picMkLst>
        </pc:picChg>
        <pc:inkChg chg="add">
          <ac:chgData name=" " userId="b38fed35-100c-4369-8b34-69adb96b726a" providerId="ADAL" clId="{54F6683C-8E80-4BBA-8330-F807FEC7A6A3}" dt="2020-03-16T04:48:41.533" v="0"/>
          <ac:inkMkLst>
            <pc:docMk/>
            <pc:sldMk cId="3393044805" sldId="261"/>
            <ac:inkMk id="4" creationId="{C5E88812-67A7-44CE-98CC-67213EACEEE2}"/>
          </ac:inkMkLst>
        </pc:inkChg>
      </pc:sldChg>
      <pc:sldChg chg="addSp modSp">
        <pc:chgData name=" " userId="b38fed35-100c-4369-8b34-69adb96b726a" providerId="ADAL" clId="{54F6683C-8E80-4BBA-8330-F807FEC7A6A3}" dt="2020-03-16T04:48:41.533" v="0"/>
        <pc:sldMkLst>
          <pc:docMk/>
          <pc:sldMk cId="2093235471" sldId="262"/>
        </pc:sldMkLst>
        <pc:picChg chg="add mod">
          <ac:chgData name=" " userId="b38fed35-100c-4369-8b34-69adb96b726a" providerId="ADAL" clId="{54F6683C-8E80-4BBA-8330-F807FEC7A6A3}" dt="2020-03-16T04:48:41.533" v="0"/>
          <ac:picMkLst>
            <pc:docMk/>
            <pc:sldMk cId="2093235471" sldId="262"/>
            <ac:picMk id="5" creationId="{3AD17CC2-A9B1-4899-A965-3168DC45B1C2}"/>
          </ac:picMkLst>
        </pc:picChg>
        <pc:inkChg chg="add">
          <ac:chgData name=" " userId="b38fed35-100c-4369-8b34-69adb96b726a" providerId="ADAL" clId="{54F6683C-8E80-4BBA-8330-F807FEC7A6A3}" dt="2020-03-16T04:48:41.533" v="0"/>
          <ac:inkMkLst>
            <pc:docMk/>
            <pc:sldMk cId="2093235471" sldId="262"/>
            <ac:inkMk id="4" creationId="{2EED80D8-A1C0-427B-A3AF-0001AD6E7376}"/>
          </ac:inkMkLst>
        </pc:inkChg>
      </pc:sldChg>
      <pc:sldChg chg="addSp modSp">
        <pc:chgData name=" " userId="b38fed35-100c-4369-8b34-69adb96b726a" providerId="ADAL" clId="{54F6683C-8E80-4BBA-8330-F807FEC7A6A3}" dt="2020-03-16T04:48:41.533" v="0"/>
        <pc:sldMkLst>
          <pc:docMk/>
          <pc:sldMk cId="3991217018" sldId="263"/>
        </pc:sldMkLst>
        <pc:picChg chg="add mod">
          <ac:chgData name=" " userId="b38fed35-100c-4369-8b34-69adb96b726a" providerId="ADAL" clId="{54F6683C-8E80-4BBA-8330-F807FEC7A6A3}" dt="2020-03-16T04:48:41.533" v="0"/>
          <ac:picMkLst>
            <pc:docMk/>
            <pc:sldMk cId="3991217018" sldId="263"/>
            <ac:picMk id="5" creationId="{B9AE60CF-640E-48ED-B40F-8596FA2EB355}"/>
          </ac:picMkLst>
        </pc:picChg>
        <pc:inkChg chg="add">
          <ac:chgData name=" " userId="b38fed35-100c-4369-8b34-69adb96b726a" providerId="ADAL" clId="{54F6683C-8E80-4BBA-8330-F807FEC7A6A3}" dt="2020-03-16T04:48:41.533" v="0"/>
          <ac:inkMkLst>
            <pc:docMk/>
            <pc:sldMk cId="3991217018" sldId="263"/>
            <ac:inkMk id="4" creationId="{9AB9BECA-26CB-4711-866A-1DEADFA44BD0}"/>
          </ac:inkMkLst>
        </pc:inkChg>
      </pc:sldChg>
      <pc:sldChg chg="addSp modSp">
        <pc:chgData name=" " userId="b38fed35-100c-4369-8b34-69adb96b726a" providerId="ADAL" clId="{54F6683C-8E80-4BBA-8330-F807FEC7A6A3}" dt="2020-03-16T04:48:41.533" v="0"/>
        <pc:sldMkLst>
          <pc:docMk/>
          <pc:sldMk cId="255766678" sldId="264"/>
        </pc:sldMkLst>
        <pc:picChg chg="add mod">
          <ac:chgData name=" " userId="b38fed35-100c-4369-8b34-69adb96b726a" providerId="ADAL" clId="{54F6683C-8E80-4BBA-8330-F807FEC7A6A3}" dt="2020-03-16T04:48:41.533" v="0"/>
          <ac:picMkLst>
            <pc:docMk/>
            <pc:sldMk cId="255766678" sldId="264"/>
            <ac:picMk id="5" creationId="{788A893F-D719-4A52-87E8-AD2529B1E42E}"/>
          </ac:picMkLst>
        </pc:picChg>
        <pc:inkChg chg="add">
          <ac:chgData name=" " userId="b38fed35-100c-4369-8b34-69adb96b726a" providerId="ADAL" clId="{54F6683C-8E80-4BBA-8330-F807FEC7A6A3}" dt="2020-03-16T04:48:41.533" v="0"/>
          <ac:inkMkLst>
            <pc:docMk/>
            <pc:sldMk cId="255766678" sldId="264"/>
            <ac:inkMk id="4" creationId="{0832D522-A326-4C0D-AF3F-D9D2841868E8}"/>
          </ac:inkMkLst>
        </pc:inkChg>
      </pc:sldChg>
      <pc:sldChg chg="addSp modSp">
        <pc:chgData name=" " userId="b38fed35-100c-4369-8b34-69adb96b726a" providerId="ADAL" clId="{54F6683C-8E80-4BBA-8330-F807FEC7A6A3}" dt="2020-03-16T04:48:41.533" v="0"/>
        <pc:sldMkLst>
          <pc:docMk/>
          <pc:sldMk cId="488466245" sldId="265"/>
        </pc:sldMkLst>
        <pc:picChg chg="add mod">
          <ac:chgData name=" " userId="b38fed35-100c-4369-8b34-69adb96b726a" providerId="ADAL" clId="{54F6683C-8E80-4BBA-8330-F807FEC7A6A3}" dt="2020-03-16T04:48:41.533" v="0"/>
          <ac:picMkLst>
            <pc:docMk/>
            <pc:sldMk cId="488466245" sldId="265"/>
            <ac:picMk id="5" creationId="{B856332E-74FA-40F1-AA6B-55D17FB05EE5}"/>
          </ac:picMkLst>
        </pc:picChg>
        <pc:inkChg chg="add">
          <ac:chgData name=" " userId="b38fed35-100c-4369-8b34-69adb96b726a" providerId="ADAL" clId="{54F6683C-8E80-4BBA-8330-F807FEC7A6A3}" dt="2020-03-16T04:48:41.533" v="0"/>
          <ac:inkMkLst>
            <pc:docMk/>
            <pc:sldMk cId="488466245" sldId="265"/>
            <ac:inkMk id="4" creationId="{634C4DBE-FD60-4BCB-A827-A8ABD3D9A9F3}"/>
          </ac:inkMkLst>
        </pc:inkChg>
      </pc:sldChg>
      <pc:sldChg chg="addSp delSp modSp delAnim">
        <pc:chgData name=" " userId="b38fed35-100c-4369-8b34-69adb96b726a" providerId="ADAL" clId="{54F6683C-8E80-4BBA-8330-F807FEC7A6A3}" dt="2020-03-16T05:02:07.372" v="10"/>
        <pc:sldMkLst>
          <pc:docMk/>
          <pc:sldMk cId="2414152004" sldId="266"/>
        </pc:sldMkLst>
        <pc:picChg chg="add del mod">
          <ac:chgData name=" " userId="b38fed35-100c-4369-8b34-69adb96b726a" providerId="ADAL" clId="{54F6683C-8E80-4BBA-8330-F807FEC7A6A3}" dt="2020-03-16T04:50:04.921" v="9" actId="478"/>
          <ac:picMkLst>
            <pc:docMk/>
            <pc:sldMk cId="2414152004" sldId="266"/>
            <ac:picMk id="4" creationId="{8C4E3BAB-1317-4F31-B141-92E0D1142C82}"/>
          </ac:picMkLst>
        </pc:picChg>
        <pc:picChg chg="add mod modCrop">
          <ac:chgData name=" " userId="b38fed35-100c-4369-8b34-69adb96b726a" providerId="ADAL" clId="{54F6683C-8E80-4BBA-8330-F807FEC7A6A3}" dt="2020-03-16T04:50:01.423" v="8" actId="14100"/>
          <ac:picMkLst>
            <pc:docMk/>
            <pc:sldMk cId="2414152004" sldId="266"/>
            <ac:picMk id="5" creationId="{7E040894-9AAF-49F1-86D8-5DEEBEDCC983}"/>
          </ac:picMkLst>
        </pc:picChg>
        <pc:picChg chg="add mod">
          <ac:chgData name=" " userId="b38fed35-100c-4369-8b34-69adb96b726a" providerId="ADAL" clId="{54F6683C-8E80-4BBA-8330-F807FEC7A6A3}" dt="2020-03-16T05:02:07.372" v="10"/>
          <ac:picMkLst>
            <pc:docMk/>
            <pc:sldMk cId="2414152004" sldId="266"/>
            <ac:picMk id="7" creationId="{5D91760A-309C-4343-A902-8F69AC3F4CC7}"/>
          </ac:picMkLst>
        </pc:picChg>
        <pc:inkChg chg="add">
          <ac:chgData name=" " userId="b38fed35-100c-4369-8b34-69adb96b726a" providerId="ADAL" clId="{54F6683C-8E80-4BBA-8330-F807FEC7A6A3}" dt="2020-03-16T05:02:07.372" v="10"/>
          <ac:inkMkLst>
            <pc:docMk/>
            <pc:sldMk cId="2414152004" sldId="266"/>
            <ac:inkMk id="6" creationId="{14294292-5C56-4C88-BAAD-EE8143C7605E}"/>
          </ac:inkMkLst>
        </pc:inkChg>
      </pc:sldChg>
      <pc:sldChg chg="addSp modSp">
        <pc:chgData name=" " userId="b38fed35-100c-4369-8b34-69adb96b726a" providerId="ADAL" clId="{54F6683C-8E80-4BBA-8330-F807FEC7A6A3}" dt="2020-03-16T05:02:07.372" v="10"/>
        <pc:sldMkLst>
          <pc:docMk/>
          <pc:sldMk cId="2296214714" sldId="267"/>
        </pc:sldMkLst>
        <pc:picChg chg="add mod">
          <ac:chgData name=" " userId="b38fed35-100c-4369-8b34-69adb96b726a" providerId="ADAL" clId="{54F6683C-8E80-4BBA-8330-F807FEC7A6A3}" dt="2020-03-16T05:02:07.372" v="10"/>
          <ac:picMkLst>
            <pc:docMk/>
            <pc:sldMk cId="2296214714" sldId="267"/>
            <ac:picMk id="5" creationId="{CBC27FCC-F090-4C05-A60D-865FF0101628}"/>
          </ac:picMkLst>
        </pc:picChg>
        <pc:inkChg chg="add">
          <ac:chgData name=" " userId="b38fed35-100c-4369-8b34-69adb96b726a" providerId="ADAL" clId="{54F6683C-8E80-4BBA-8330-F807FEC7A6A3}" dt="2020-03-16T05:02:07.372" v="10"/>
          <ac:inkMkLst>
            <pc:docMk/>
            <pc:sldMk cId="2296214714" sldId="267"/>
            <ac:inkMk id="4" creationId="{62D3584C-2324-4AD5-BCB1-05F77391D813}"/>
          </ac:inkMkLst>
        </pc:inkChg>
      </pc:sldChg>
      <pc:sldChg chg="addSp modSp">
        <pc:chgData name=" " userId="b38fed35-100c-4369-8b34-69adb96b726a" providerId="ADAL" clId="{54F6683C-8E80-4BBA-8330-F807FEC7A6A3}" dt="2020-03-16T05:02:07.372" v="10"/>
        <pc:sldMkLst>
          <pc:docMk/>
          <pc:sldMk cId="2753362981" sldId="268"/>
        </pc:sldMkLst>
        <pc:picChg chg="add mod">
          <ac:chgData name=" " userId="b38fed35-100c-4369-8b34-69adb96b726a" providerId="ADAL" clId="{54F6683C-8E80-4BBA-8330-F807FEC7A6A3}" dt="2020-03-16T05:02:07.372" v="10"/>
          <ac:picMkLst>
            <pc:docMk/>
            <pc:sldMk cId="2753362981" sldId="268"/>
            <ac:picMk id="5" creationId="{AAD07EAD-A378-465C-8840-F77DF619F2D3}"/>
          </ac:picMkLst>
        </pc:picChg>
        <pc:inkChg chg="add">
          <ac:chgData name=" " userId="b38fed35-100c-4369-8b34-69adb96b726a" providerId="ADAL" clId="{54F6683C-8E80-4BBA-8330-F807FEC7A6A3}" dt="2020-03-16T05:02:07.372" v="10"/>
          <ac:inkMkLst>
            <pc:docMk/>
            <pc:sldMk cId="2753362981" sldId="268"/>
            <ac:inkMk id="4" creationId="{34AF6643-A21A-4C42-AABE-15C5FF4F921B}"/>
          </ac:inkMkLst>
        </pc:inkChg>
      </pc:sldChg>
      <pc:sldChg chg="addSp modSp">
        <pc:chgData name=" " userId="b38fed35-100c-4369-8b34-69adb96b726a" providerId="ADAL" clId="{54F6683C-8E80-4BBA-8330-F807FEC7A6A3}" dt="2020-03-16T05:02:07.372" v="10"/>
        <pc:sldMkLst>
          <pc:docMk/>
          <pc:sldMk cId="464808797" sldId="269"/>
        </pc:sldMkLst>
        <pc:picChg chg="add mod">
          <ac:chgData name=" " userId="b38fed35-100c-4369-8b34-69adb96b726a" providerId="ADAL" clId="{54F6683C-8E80-4BBA-8330-F807FEC7A6A3}" dt="2020-03-16T05:02:07.372" v="10"/>
          <ac:picMkLst>
            <pc:docMk/>
            <pc:sldMk cId="464808797" sldId="269"/>
            <ac:picMk id="5" creationId="{0AFC6B12-F926-4E69-BE14-6FE2E8FB0695}"/>
          </ac:picMkLst>
        </pc:picChg>
        <pc:inkChg chg="add">
          <ac:chgData name=" " userId="b38fed35-100c-4369-8b34-69adb96b726a" providerId="ADAL" clId="{54F6683C-8E80-4BBA-8330-F807FEC7A6A3}" dt="2020-03-16T05:02:07.372" v="10"/>
          <ac:inkMkLst>
            <pc:docMk/>
            <pc:sldMk cId="464808797" sldId="269"/>
            <ac:inkMk id="4" creationId="{35B17E80-8EA1-4E0C-93F3-65C1CE31C06A}"/>
          </ac:inkMkLst>
        </pc:inkChg>
      </pc:sldChg>
      <pc:sldChg chg="addSp delSp modSp modTransition modAnim">
        <pc:chgData name=" " userId="b38fed35-100c-4369-8b34-69adb96b726a" providerId="ADAL" clId="{54F6683C-8E80-4BBA-8330-F807FEC7A6A3}" dt="2020-03-17T02:01:23.269" v="13"/>
        <pc:sldMkLst>
          <pc:docMk/>
          <pc:sldMk cId="3387891444" sldId="270"/>
        </pc:sldMkLst>
        <pc:picChg chg="add del mod">
          <ac:chgData name=" " userId="b38fed35-100c-4369-8b34-69adb96b726a" providerId="ADAL" clId="{54F6683C-8E80-4BBA-8330-F807FEC7A6A3}" dt="2020-03-17T01:48:01.984" v="12"/>
          <ac:picMkLst>
            <pc:docMk/>
            <pc:sldMk cId="3387891444" sldId="270"/>
            <ac:picMk id="5" creationId="{A8B58ACA-7CAE-43D3-8116-26DAD68132EC}"/>
          </ac:picMkLst>
        </pc:picChg>
        <pc:picChg chg="add mod">
          <ac:chgData name=" " userId="b38fed35-100c-4369-8b34-69adb96b726a" providerId="ADAL" clId="{54F6683C-8E80-4BBA-8330-F807FEC7A6A3}" dt="2020-03-17T02:01:23.269" v="13"/>
          <ac:picMkLst>
            <pc:docMk/>
            <pc:sldMk cId="3387891444" sldId="270"/>
            <ac:picMk id="7" creationId="{DAA21AAF-843B-4703-AF30-002948819FBA}"/>
          </ac:picMkLst>
        </pc:picChg>
        <pc:inkChg chg="add del">
          <ac:chgData name=" " userId="b38fed35-100c-4369-8b34-69adb96b726a" providerId="ADAL" clId="{54F6683C-8E80-4BBA-8330-F807FEC7A6A3}" dt="2020-03-17T01:48:01.984" v="12"/>
          <ac:inkMkLst>
            <pc:docMk/>
            <pc:sldMk cId="3387891444" sldId="270"/>
            <ac:inkMk id="4" creationId="{1772E85C-192A-4021-AD42-BD6B1AA9859D}"/>
          </ac:inkMkLst>
        </pc:inkChg>
        <pc:inkChg chg="add">
          <ac:chgData name=" " userId="b38fed35-100c-4369-8b34-69adb96b726a" providerId="ADAL" clId="{54F6683C-8E80-4BBA-8330-F807FEC7A6A3}" dt="2020-03-17T02:01:23.269" v="13"/>
          <ac:inkMkLst>
            <pc:docMk/>
            <pc:sldMk cId="3387891444" sldId="270"/>
            <ac:inkMk id="6" creationId="{3294425C-C37A-4227-909D-E0A0BF2B92A8}"/>
          </ac:inkMkLst>
        </pc:inkChg>
      </pc:sldChg>
      <pc:sldChg chg="addSp modSp">
        <pc:chgData name=" " userId="b38fed35-100c-4369-8b34-69adb96b726a" providerId="ADAL" clId="{54F6683C-8E80-4BBA-8330-F807FEC7A6A3}" dt="2020-03-17T02:01:23.269" v="13"/>
        <pc:sldMkLst>
          <pc:docMk/>
          <pc:sldMk cId="3839642369" sldId="271"/>
        </pc:sldMkLst>
        <pc:picChg chg="add mod">
          <ac:chgData name=" " userId="b38fed35-100c-4369-8b34-69adb96b726a" providerId="ADAL" clId="{54F6683C-8E80-4BBA-8330-F807FEC7A6A3}" dt="2020-03-17T02:01:23.269" v="13"/>
          <ac:picMkLst>
            <pc:docMk/>
            <pc:sldMk cId="3839642369" sldId="271"/>
            <ac:picMk id="5" creationId="{42B4C4C6-F8E2-4351-90CC-FC530EE0DF2A}"/>
          </ac:picMkLst>
        </pc:picChg>
        <pc:inkChg chg="add">
          <ac:chgData name=" " userId="b38fed35-100c-4369-8b34-69adb96b726a" providerId="ADAL" clId="{54F6683C-8E80-4BBA-8330-F807FEC7A6A3}" dt="2020-03-17T02:01:23.269" v="13"/>
          <ac:inkMkLst>
            <pc:docMk/>
            <pc:sldMk cId="3839642369" sldId="271"/>
            <ac:inkMk id="4" creationId="{70FD17E9-B992-475A-881C-68AEE3B604A1}"/>
          </ac:inkMkLst>
        </pc:inkChg>
      </pc:sldChg>
      <pc:sldChg chg="addSp delSp modSp modTransition modAnim">
        <pc:chgData name=" " userId="b38fed35-100c-4369-8b34-69adb96b726a" providerId="ADAL" clId="{54F6683C-8E80-4BBA-8330-F807FEC7A6A3}" dt="2020-03-17T02:02:09.011" v="16"/>
        <pc:sldMkLst>
          <pc:docMk/>
          <pc:sldMk cId="1283491255" sldId="272"/>
        </pc:sldMkLst>
        <pc:picChg chg="add del mod">
          <ac:chgData name=" " userId="b38fed35-100c-4369-8b34-69adb96b726a" providerId="ADAL" clId="{54F6683C-8E80-4BBA-8330-F807FEC7A6A3}" dt="2020-03-17T02:01:25.913" v="14"/>
          <ac:picMkLst>
            <pc:docMk/>
            <pc:sldMk cId="1283491255" sldId="272"/>
            <ac:picMk id="5" creationId="{11BF745D-740B-461B-A37A-1DED14634764}"/>
          </ac:picMkLst>
        </pc:picChg>
        <pc:picChg chg="add del mod">
          <ac:chgData name=" " userId="b38fed35-100c-4369-8b34-69adb96b726a" providerId="ADAL" clId="{54F6683C-8E80-4BBA-8330-F807FEC7A6A3}" dt="2020-03-17T02:02:09.011" v="16"/>
          <ac:picMkLst>
            <pc:docMk/>
            <pc:sldMk cId="1283491255" sldId="272"/>
            <ac:picMk id="7" creationId="{9263E5D2-29F8-4D61-8864-DD2BADF1B8EE}"/>
          </ac:picMkLst>
        </pc:picChg>
        <pc:inkChg chg="add del">
          <ac:chgData name=" " userId="b38fed35-100c-4369-8b34-69adb96b726a" providerId="ADAL" clId="{54F6683C-8E80-4BBA-8330-F807FEC7A6A3}" dt="2020-03-17T02:01:25.913" v="14"/>
          <ac:inkMkLst>
            <pc:docMk/>
            <pc:sldMk cId="1283491255" sldId="272"/>
            <ac:inkMk id="4" creationId="{DCEF4759-1888-433F-9162-A8A2EE77A0A9}"/>
          </ac:inkMkLst>
        </pc:inkChg>
        <pc:inkChg chg="add del">
          <ac:chgData name=" " userId="b38fed35-100c-4369-8b34-69adb96b726a" providerId="ADAL" clId="{54F6683C-8E80-4BBA-8330-F807FEC7A6A3}" dt="2020-03-17T02:02:09.011" v="16"/>
          <ac:inkMkLst>
            <pc:docMk/>
            <pc:sldMk cId="1283491255" sldId="272"/>
            <ac:inkMk id="6" creationId="{E845E30F-95F7-430A-8C35-2C5E04DF6971}"/>
          </ac:inkMkLst>
        </pc:inkChg>
      </pc:sldChg>
      <pc:sldChg chg="addSp delSp modSp modTransition modAnim">
        <pc:chgData name=" " userId="b38fed35-100c-4369-8b34-69adb96b726a" providerId="ADAL" clId="{54F6683C-8E80-4BBA-8330-F807FEC7A6A3}" dt="2020-03-17T02:02:11.740" v="17"/>
        <pc:sldMkLst>
          <pc:docMk/>
          <pc:sldMk cId="4286305032" sldId="273"/>
        </pc:sldMkLst>
        <pc:picChg chg="add del mod">
          <ac:chgData name=" " userId="b38fed35-100c-4369-8b34-69adb96b726a" providerId="ADAL" clId="{54F6683C-8E80-4BBA-8330-F807FEC7A6A3}" dt="2020-03-17T02:02:11.740" v="17"/>
          <ac:picMkLst>
            <pc:docMk/>
            <pc:sldMk cId="4286305032" sldId="273"/>
            <ac:picMk id="4" creationId="{B8A71D60-F3E6-416A-9999-57166D382E7D}"/>
          </ac:picMkLst>
        </pc:picChg>
      </pc:sldChg>
      <pc:sldChg chg="addSp delSp modSp modTransition modAnim">
        <pc:chgData name=" " userId="b38fed35-100c-4369-8b34-69adb96b726a" providerId="ADAL" clId="{54F6683C-8E80-4BBA-8330-F807FEC7A6A3}" dt="2020-03-17T02:02:14.253" v="18"/>
        <pc:sldMkLst>
          <pc:docMk/>
          <pc:sldMk cId="1869256806" sldId="274"/>
        </pc:sldMkLst>
        <pc:picChg chg="add del mod">
          <ac:chgData name=" " userId="b38fed35-100c-4369-8b34-69adb96b726a" providerId="ADAL" clId="{54F6683C-8E80-4BBA-8330-F807FEC7A6A3}" dt="2020-03-17T02:02:14.253" v="18"/>
          <ac:picMkLst>
            <pc:docMk/>
            <pc:sldMk cId="1869256806" sldId="274"/>
            <ac:picMk id="4" creationId="{D4FC9651-5D47-4B65-A2B0-0197BB4EBE7F}"/>
          </ac:picMkLst>
        </pc:picChg>
      </pc:sldChg>
    </pc:docChg>
  </pc:docChgLst>
  <pc:docChgLst>
    <pc:chgData name=" " userId="b38fed35-100c-4369-8b34-69adb96b726a" providerId="ADAL" clId="{ADDE1911-3184-4246-A32E-2A9014942B9F}"/>
    <pc:docChg chg="modSld">
      <pc:chgData name=" " userId="b38fed35-100c-4369-8b34-69adb96b726a" providerId="ADAL" clId="{ADDE1911-3184-4246-A32E-2A9014942B9F}" dt="2020-04-26T09:39:47.140" v="0"/>
      <pc:docMkLst>
        <pc:docMk/>
      </pc:docMkLst>
      <pc:sldChg chg="delSp modTransition modAnim">
        <pc:chgData name=" " userId="b38fed35-100c-4369-8b34-69adb96b726a" providerId="ADAL" clId="{ADDE1911-3184-4246-A32E-2A9014942B9F}" dt="2020-04-26T09:39:47.140" v="0"/>
        <pc:sldMkLst>
          <pc:docMk/>
          <pc:sldMk cId="3103594849" sldId="256"/>
        </pc:sldMkLst>
        <pc:picChg chg="del">
          <ac:chgData name=" " userId="b38fed35-100c-4369-8b34-69adb96b726a" providerId="ADAL" clId="{ADDE1911-3184-4246-A32E-2A9014942B9F}" dt="2020-04-26T09:39:47.140" v="0"/>
          <ac:picMkLst>
            <pc:docMk/>
            <pc:sldMk cId="3103594849" sldId="256"/>
            <ac:picMk id="4" creationId="{BCB7F305-B1E2-42A3-839E-1976A9FD8609}"/>
          </ac:picMkLst>
        </pc:picChg>
      </pc:sldChg>
      <pc:sldChg chg="delSp modTransition modAnim">
        <pc:chgData name=" " userId="b38fed35-100c-4369-8b34-69adb96b726a" providerId="ADAL" clId="{ADDE1911-3184-4246-A32E-2A9014942B9F}" dt="2020-04-26T09:39:47.140" v="0"/>
        <pc:sldMkLst>
          <pc:docMk/>
          <pc:sldMk cId="72207343" sldId="257"/>
        </pc:sldMkLst>
        <pc:picChg chg="del">
          <ac:chgData name=" " userId="b38fed35-100c-4369-8b34-69adb96b726a" providerId="ADAL" clId="{ADDE1911-3184-4246-A32E-2A9014942B9F}" dt="2020-04-26T09:39:47.140" v="0"/>
          <ac:picMkLst>
            <pc:docMk/>
            <pc:sldMk cId="72207343" sldId="257"/>
            <ac:picMk id="5" creationId="{B00F5589-408E-450F-9257-44D4D8184CFE}"/>
          </ac:picMkLst>
        </pc:picChg>
        <pc:inkChg chg="del">
          <ac:chgData name=" " userId="b38fed35-100c-4369-8b34-69adb96b726a" providerId="ADAL" clId="{ADDE1911-3184-4246-A32E-2A9014942B9F}" dt="2020-04-26T09:39:47.140" v="0"/>
          <ac:inkMkLst>
            <pc:docMk/>
            <pc:sldMk cId="72207343" sldId="257"/>
            <ac:inkMk id="4" creationId="{0875EEEA-B24B-4A8C-B514-FE45C263CA76}"/>
          </ac:inkMkLst>
        </pc:inkChg>
      </pc:sldChg>
      <pc:sldChg chg="delSp modTransition modAnim">
        <pc:chgData name=" " userId="b38fed35-100c-4369-8b34-69adb96b726a" providerId="ADAL" clId="{ADDE1911-3184-4246-A32E-2A9014942B9F}" dt="2020-04-26T09:39:47.140" v="0"/>
        <pc:sldMkLst>
          <pc:docMk/>
          <pc:sldMk cId="1801267666" sldId="260"/>
        </pc:sldMkLst>
        <pc:picChg chg="del">
          <ac:chgData name=" " userId="b38fed35-100c-4369-8b34-69adb96b726a" providerId="ADAL" clId="{ADDE1911-3184-4246-A32E-2A9014942B9F}" dt="2020-04-26T09:39:47.140" v="0"/>
          <ac:picMkLst>
            <pc:docMk/>
            <pc:sldMk cId="1801267666" sldId="260"/>
            <ac:picMk id="5" creationId="{602EB0D9-5F8B-4A28-B0CF-864A782FB76D}"/>
          </ac:picMkLst>
        </pc:picChg>
        <pc:inkChg chg="del">
          <ac:chgData name=" " userId="b38fed35-100c-4369-8b34-69adb96b726a" providerId="ADAL" clId="{ADDE1911-3184-4246-A32E-2A9014942B9F}" dt="2020-04-26T09:39:47.140" v="0"/>
          <ac:inkMkLst>
            <pc:docMk/>
            <pc:sldMk cId="1801267666" sldId="260"/>
            <ac:inkMk id="4" creationId="{2457CF57-0702-4435-95AC-FA40C437F6DB}"/>
          </ac:inkMkLst>
        </pc:inkChg>
      </pc:sldChg>
      <pc:sldChg chg="delSp modTransition modAnim">
        <pc:chgData name=" " userId="b38fed35-100c-4369-8b34-69adb96b726a" providerId="ADAL" clId="{ADDE1911-3184-4246-A32E-2A9014942B9F}" dt="2020-04-26T09:39:47.140" v="0"/>
        <pc:sldMkLst>
          <pc:docMk/>
          <pc:sldMk cId="3393044805" sldId="261"/>
        </pc:sldMkLst>
        <pc:picChg chg="del">
          <ac:chgData name=" " userId="b38fed35-100c-4369-8b34-69adb96b726a" providerId="ADAL" clId="{ADDE1911-3184-4246-A32E-2A9014942B9F}" dt="2020-04-26T09:39:47.140" v="0"/>
          <ac:picMkLst>
            <pc:docMk/>
            <pc:sldMk cId="3393044805" sldId="261"/>
            <ac:picMk id="5" creationId="{ACD0BE42-8A32-4D77-B29F-075B70A2D9D7}"/>
          </ac:picMkLst>
        </pc:picChg>
        <pc:inkChg chg="del">
          <ac:chgData name=" " userId="b38fed35-100c-4369-8b34-69adb96b726a" providerId="ADAL" clId="{ADDE1911-3184-4246-A32E-2A9014942B9F}" dt="2020-04-26T09:39:47.140" v="0"/>
          <ac:inkMkLst>
            <pc:docMk/>
            <pc:sldMk cId="3393044805" sldId="261"/>
            <ac:inkMk id="4" creationId="{C5E88812-67A7-44CE-98CC-67213EACEEE2}"/>
          </ac:inkMkLst>
        </pc:inkChg>
      </pc:sldChg>
      <pc:sldChg chg="delSp modTransition modAnim">
        <pc:chgData name=" " userId="b38fed35-100c-4369-8b34-69adb96b726a" providerId="ADAL" clId="{ADDE1911-3184-4246-A32E-2A9014942B9F}" dt="2020-04-26T09:39:47.140" v="0"/>
        <pc:sldMkLst>
          <pc:docMk/>
          <pc:sldMk cId="2093235471" sldId="262"/>
        </pc:sldMkLst>
        <pc:picChg chg="del">
          <ac:chgData name=" " userId="b38fed35-100c-4369-8b34-69adb96b726a" providerId="ADAL" clId="{ADDE1911-3184-4246-A32E-2A9014942B9F}" dt="2020-04-26T09:39:47.140" v="0"/>
          <ac:picMkLst>
            <pc:docMk/>
            <pc:sldMk cId="2093235471" sldId="262"/>
            <ac:picMk id="5" creationId="{3AD17CC2-A9B1-4899-A965-3168DC45B1C2}"/>
          </ac:picMkLst>
        </pc:picChg>
        <pc:inkChg chg="del">
          <ac:chgData name=" " userId="b38fed35-100c-4369-8b34-69adb96b726a" providerId="ADAL" clId="{ADDE1911-3184-4246-A32E-2A9014942B9F}" dt="2020-04-26T09:39:47.140" v="0"/>
          <ac:inkMkLst>
            <pc:docMk/>
            <pc:sldMk cId="2093235471" sldId="262"/>
            <ac:inkMk id="4" creationId="{2EED80D8-A1C0-427B-A3AF-0001AD6E7376}"/>
          </ac:inkMkLst>
        </pc:inkChg>
      </pc:sldChg>
      <pc:sldChg chg="delSp modTransition modAnim">
        <pc:chgData name=" " userId="b38fed35-100c-4369-8b34-69adb96b726a" providerId="ADAL" clId="{ADDE1911-3184-4246-A32E-2A9014942B9F}" dt="2020-04-26T09:39:47.140" v="0"/>
        <pc:sldMkLst>
          <pc:docMk/>
          <pc:sldMk cId="3991217018" sldId="263"/>
        </pc:sldMkLst>
        <pc:picChg chg="del">
          <ac:chgData name=" " userId="b38fed35-100c-4369-8b34-69adb96b726a" providerId="ADAL" clId="{ADDE1911-3184-4246-A32E-2A9014942B9F}" dt="2020-04-26T09:39:47.140" v="0"/>
          <ac:picMkLst>
            <pc:docMk/>
            <pc:sldMk cId="3991217018" sldId="263"/>
            <ac:picMk id="5" creationId="{B9AE60CF-640E-48ED-B40F-8596FA2EB355}"/>
          </ac:picMkLst>
        </pc:picChg>
        <pc:inkChg chg="del">
          <ac:chgData name=" " userId="b38fed35-100c-4369-8b34-69adb96b726a" providerId="ADAL" clId="{ADDE1911-3184-4246-A32E-2A9014942B9F}" dt="2020-04-26T09:39:47.140" v="0"/>
          <ac:inkMkLst>
            <pc:docMk/>
            <pc:sldMk cId="3991217018" sldId="263"/>
            <ac:inkMk id="4" creationId="{9AB9BECA-26CB-4711-866A-1DEADFA44BD0}"/>
          </ac:inkMkLst>
        </pc:inkChg>
      </pc:sldChg>
      <pc:sldChg chg="delSp modTransition modAnim">
        <pc:chgData name=" " userId="b38fed35-100c-4369-8b34-69adb96b726a" providerId="ADAL" clId="{ADDE1911-3184-4246-A32E-2A9014942B9F}" dt="2020-04-26T09:39:47.140" v="0"/>
        <pc:sldMkLst>
          <pc:docMk/>
          <pc:sldMk cId="255766678" sldId="264"/>
        </pc:sldMkLst>
        <pc:picChg chg="del">
          <ac:chgData name=" " userId="b38fed35-100c-4369-8b34-69adb96b726a" providerId="ADAL" clId="{ADDE1911-3184-4246-A32E-2A9014942B9F}" dt="2020-04-26T09:39:47.140" v="0"/>
          <ac:picMkLst>
            <pc:docMk/>
            <pc:sldMk cId="255766678" sldId="264"/>
            <ac:picMk id="5" creationId="{788A893F-D719-4A52-87E8-AD2529B1E42E}"/>
          </ac:picMkLst>
        </pc:picChg>
        <pc:inkChg chg="del">
          <ac:chgData name=" " userId="b38fed35-100c-4369-8b34-69adb96b726a" providerId="ADAL" clId="{ADDE1911-3184-4246-A32E-2A9014942B9F}" dt="2020-04-26T09:39:47.140" v="0"/>
          <ac:inkMkLst>
            <pc:docMk/>
            <pc:sldMk cId="255766678" sldId="264"/>
            <ac:inkMk id="4" creationId="{0832D522-A326-4C0D-AF3F-D9D2841868E8}"/>
          </ac:inkMkLst>
        </pc:inkChg>
      </pc:sldChg>
      <pc:sldChg chg="delSp modTransition modAnim">
        <pc:chgData name=" " userId="b38fed35-100c-4369-8b34-69adb96b726a" providerId="ADAL" clId="{ADDE1911-3184-4246-A32E-2A9014942B9F}" dt="2020-04-26T09:39:47.140" v="0"/>
        <pc:sldMkLst>
          <pc:docMk/>
          <pc:sldMk cId="488466245" sldId="265"/>
        </pc:sldMkLst>
        <pc:picChg chg="del">
          <ac:chgData name=" " userId="b38fed35-100c-4369-8b34-69adb96b726a" providerId="ADAL" clId="{ADDE1911-3184-4246-A32E-2A9014942B9F}" dt="2020-04-26T09:39:47.140" v="0"/>
          <ac:picMkLst>
            <pc:docMk/>
            <pc:sldMk cId="488466245" sldId="265"/>
            <ac:picMk id="5" creationId="{B856332E-74FA-40F1-AA6B-55D17FB05EE5}"/>
          </ac:picMkLst>
        </pc:picChg>
        <pc:inkChg chg="del">
          <ac:chgData name=" " userId="b38fed35-100c-4369-8b34-69adb96b726a" providerId="ADAL" clId="{ADDE1911-3184-4246-A32E-2A9014942B9F}" dt="2020-04-26T09:39:47.140" v="0"/>
          <ac:inkMkLst>
            <pc:docMk/>
            <pc:sldMk cId="488466245" sldId="265"/>
            <ac:inkMk id="4" creationId="{634C4DBE-FD60-4BCB-A827-A8ABD3D9A9F3}"/>
          </ac:inkMkLst>
        </pc:inkChg>
      </pc:sldChg>
      <pc:sldChg chg="delSp modTransition modAnim">
        <pc:chgData name=" " userId="b38fed35-100c-4369-8b34-69adb96b726a" providerId="ADAL" clId="{ADDE1911-3184-4246-A32E-2A9014942B9F}" dt="2020-04-26T09:39:47.140" v="0"/>
        <pc:sldMkLst>
          <pc:docMk/>
          <pc:sldMk cId="2414152004" sldId="266"/>
        </pc:sldMkLst>
        <pc:picChg chg="del">
          <ac:chgData name=" " userId="b38fed35-100c-4369-8b34-69adb96b726a" providerId="ADAL" clId="{ADDE1911-3184-4246-A32E-2A9014942B9F}" dt="2020-04-26T09:39:47.140" v="0"/>
          <ac:picMkLst>
            <pc:docMk/>
            <pc:sldMk cId="2414152004" sldId="266"/>
            <ac:picMk id="7" creationId="{5D91760A-309C-4343-A902-8F69AC3F4CC7}"/>
          </ac:picMkLst>
        </pc:picChg>
        <pc:inkChg chg="del">
          <ac:chgData name=" " userId="b38fed35-100c-4369-8b34-69adb96b726a" providerId="ADAL" clId="{ADDE1911-3184-4246-A32E-2A9014942B9F}" dt="2020-04-26T09:39:47.140" v="0"/>
          <ac:inkMkLst>
            <pc:docMk/>
            <pc:sldMk cId="2414152004" sldId="266"/>
            <ac:inkMk id="6" creationId="{14294292-5C56-4C88-BAAD-EE8143C7605E}"/>
          </ac:inkMkLst>
        </pc:inkChg>
      </pc:sldChg>
      <pc:sldChg chg="delSp modTransition modAnim">
        <pc:chgData name=" " userId="b38fed35-100c-4369-8b34-69adb96b726a" providerId="ADAL" clId="{ADDE1911-3184-4246-A32E-2A9014942B9F}" dt="2020-04-26T09:39:47.140" v="0"/>
        <pc:sldMkLst>
          <pc:docMk/>
          <pc:sldMk cId="2296214714" sldId="267"/>
        </pc:sldMkLst>
        <pc:picChg chg="del">
          <ac:chgData name=" " userId="b38fed35-100c-4369-8b34-69adb96b726a" providerId="ADAL" clId="{ADDE1911-3184-4246-A32E-2A9014942B9F}" dt="2020-04-26T09:39:47.140" v="0"/>
          <ac:picMkLst>
            <pc:docMk/>
            <pc:sldMk cId="2296214714" sldId="267"/>
            <ac:picMk id="5" creationId="{CBC27FCC-F090-4C05-A60D-865FF0101628}"/>
          </ac:picMkLst>
        </pc:picChg>
        <pc:inkChg chg="del">
          <ac:chgData name=" " userId="b38fed35-100c-4369-8b34-69adb96b726a" providerId="ADAL" clId="{ADDE1911-3184-4246-A32E-2A9014942B9F}" dt="2020-04-26T09:39:47.140" v="0"/>
          <ac:inkMkLst>
            <pc:docMk/>
            <pc:sldMk cId="2296214714" sldId="267"/>
            <ac:inkMk id="4" creationId="{62D3584C-2324-4AD5-BCB1-05F77391D813}"/>
          </ac:inkMkLst>
        </pc:inkChg>
      </pc:sldChg>
      <pc:sldChg chg="delSp modTransition modAnim">
        <pc:chgData name=" " userId="b38fed35-100c-4369-8b34-69adb96b726a" providerId="ADAL" clId="{ADDE1911-3184-4246-A32E-2A9014942B9F}" dt="2020-04-26T09:39:47.140" v="0"/>
        <pc:sldMkLst>
          <pc:docMk/>
          <pc:sldMk cId="2753362981" sldId="268"/>
        </pc:sldMkLst>
        <pc:picChg chg="del">
          <ac:chgData name=" " userId="b38fed35-100c-4369-8b34-69adb96b726a" providerId="ADAL" clId="{ADDE1911-3184-4246-A32E-2A9014942B9F}" dt="2020-04-26T09:39:47.140" v="0"/>
          <ac:picMkLst>
            <pc:docMk/>
            <pc:sldMk cId="2753362981" sldId="268"/>
            <ac:picMk id="5" creationId="{AAD07EAD-A378-465C-8840-F77DF619F2D3}"/>
          </ac:picMkLst>
        </pc:picChg>
        <pc:inkChg chg="del">
          <ac:chgData name=" " userId="b38fed35-100c-4369-8b34-69adb96b726a" providerId="ADAL" clId="{ADDE1911-3184-4246-A32E-2A9014942B9F}" dt="2020-04-26T09:39:47.140" v="0"/>
          <ac:inkMkLst>
            <pc:docMk/>
            <pc:sldMk cId="2753362981" sldId="268"/>
            <ac:inkMk id="4" creationId="{34AF6643-A21A-4C42-AABE-15C5FF4F921B}"/>
          </ac:inkMkLst>
        </pc:inkChg>
      </pc:sldChg>
      <pc:sldChg chg="delSp modTransition modAnim">
        <pc:chgData name=" " userId="b38fed35-100c-4369-8b34-69adb96b726a" providerId="ADAL" clId="{ADDE1911-3184-4246-A32E-2A9014942B9F}" dt="2020-04-26T09:39:47.140" v="0"/>
        <pc:sldMkLst>
          <pc:docMk/>
          <pc:sldMk cId="464808797" sldId="269"/>
        </pc:sldMkLst>
        <pc:picChg chg="del">
          <ac:chgData name=" " userId="b38fed35-100c-4369-8b34-69adb96b726a" providerId="ADAL" clId="{ADDE1911-3184-4246-A32E-2A9014942B9F}" dt="2020-04-26T09:39:47.140" v="0"/>
          <ac:picMkLst>
            <pc:docMk/>
            <pc:sldMk cId="464808797" sldId="269"/>
            <ac:picMk id="5" creationId="{0AFC6B12-F926-4E69-BE14-6FE2E8FB0695}"/>
          </ac:picMkLst>
        </pc:picChg>
        <pc:inkChg chg="del">
          <ac:chgData name=" " userId="b38fed35-100c-4369-8b34-69adb96b726a" providerId="ADAL" clId="{ADDE1911-3184-4246-A32E-2A9014942B9F}" dt="2020-04-26T09:39:47.140" v="0"/>
          <ac:inkMkLst>
            <pc:docMk/>
            <pc:sldMk cId="464808797" sldId="269"/>
            <ac:inkMk id="4" creationId="{35B17E80-8EA1-4E0C-93F3-65C1CE31C06A}"/>
          </ac:inkMkLst>
        </pc:inkChg>
      </pc:sldChg>
      <pc:sldChg chg="delSp modTransition modAnim">
        <pc:chgData name=" " userId="b38fed35-100c-4369-8b34-69adb96b726a" providerId="ADAL" clId="{ADDE1911-3184-4246-A32E-2A9014942B9F}" dt="2020-04-26T09:39:47.140" v="0"/>
        <pc:sldMkLst>
          <pc:docMk/>
          <pc:sldMk cId="3387891444" sldId="270"/>
        </pc:sldMkLst>
        <pc:picChg chg="del">
          <ac:chgData name=" " userId="b38fed35-100c-4369-8b34-69adb96b726a" providerId="ADAL" clId="{ADDE1911-3184-4246-A32E-2A9014942B9F}" dt="2020-04-26T09:39:47.140" v="0"/>
          <ac:picMkLst>
            <pc:docMk/>
            <pc:sldMk cId="3387891444" sldId="270"/>
            <ac:picMk id="7" creationId="{DAA21AAF-843B-4703-AF30-002948819FBA}"/>
          </ac:picMkLst>
        </pc:picChg>
        <pc:inkChg chg="del">
          <ac:chgData name=" " userId="b38fed35-100c-4369-8b34-69adb96b726a" providerId="ADAL" clId="{ADDE1911-3184-4246-A32E-2A9014942B9F}" dt="2020-04-26T09:39:47.140" v="0"/>
          <ac:inkMkLst>
            <pc:docMk/>
            <pc:sldMk cId="3387891444" sldId="270"/>
            <ac:inkMk id="6" creationId="{3294425C-C37A-4227-909D-E0A0BF2B92A8}"/>
          </ac:inkMkLst>
        </pc:inkChg>
      </pc:sldChg>
      <pc:sldChg chg="delSp modTransition modAnim">
        <pc:chgData name=" " userId="b38fed35-100c-4369-8b34-69adb96b726a" providerId="ADAL" clId="{ADDE1911-3184-4246-A32E-2A9014942B9F}" dt="2020-04-26T09:39:47.140" v="0"/>
        <pc:sldMkLst>
          <pc:docMk/>
          <pc:sldMk cId="3839642369" sldId="271"/>
        </pc:sldMkLst>
        <pc:picChg chg="del">
          <ac:chgData name=" " userId="b38fed35-100c-4369-8b34-69adb96b726a" providerId="ADAL" clId="{ADDE1911-3184-4246-A32E-2A9014942B9F}" dt="2020-04-26T09:39:47.140" v="0"/>
          <ac:picMkLst>
            <pc:docMk/>
            <pc:sldMk cId="3839642369" sldId="271"/>
            <ac:picMk id="5" creationId="{42B4C4C6-F8E2-4351-90CC-FC530EE0DF2A}"/>
          </ac:picMkLst>
        </pc:picChg>
        <pc:inkChg chg="del">
          <ac:chgData name=" " userId="b38fed35-100c-4369-8b34-69adb96b726a" providerId="ADAL" clId="{ADDE1911-3184-4246-A32E-2A9014942B9F}" dt="2020-04-26T09:39:47.140" v="0"/>
          <ac:inkMkLst>
            <pc:docMk/>
            <pc:sldMk cId="3839642369" sldId="271"/>
            <ac:inkMk id="4" creationId="{70FD17E9-B992-475A-881C-68AEE3B604A1}"/>
          </ac:inkMkLst>
        </pc:inkChg>
      </pc:sldChg>
      <pc:sldChg chg="delSp modTransition modAnim">
        <pc:chgData name=" " userId="b38fed35-100c-4369-8b34-69adb96b726a" providerId="ADAL" clId="{ADDE1911-3184-4246-A32E-2A9014942B9F}" dt="2020-04-26T09:39:47.140" v="0"/>
        <pc:sldMkLst>
          <pc:docMk/>
          <pc:sldMk cId="1283491255" sldId="272"/>
        </pc:sldMkLst>
        <pc:picChg chg="del">
          <ac:chgData name=" " userId="b38fed35-100c-4369-8b34-69adb96b726a" providerId="ADAL" clId="{ADDE1911-3184-4246-A32E-2A9014942B9F}" dt="2020-04-26T09:39:47.140" v="0"/>
          <ac:picMkLst>
            <pc:docMk/>
            <pc:sldMk cId="1283491255" sldId="272"/>
            <ac:picMk id="5" creationId="{F469D4F2-DAE9-4432-827F-1305C05CC8FB}"/>
          </ac:picMkLst>
        </pc:picChg>
        <pc:inkChg chg="del">
          <ac:chgData name=" " userId="b38fed35-100c-4369-8b34-69adb96b726a" providerId="ADAL" clId="{ADDE1911-3184-4246-A32E-2A9014942B9F}" dt="2020-04-26T09:39:47.140" v="0"/>
          <ac:inkMkLst>
            <pc:docMk/>
            <pc:sldMk cId="1283491255" sldId="272"/>
            <ac:inkMk id="4" creationId="{51DBDCAC-A442-4936-9141-947EB74017B7}"/>
          </ac:inkMkLst>
        </pc:inkChg>
      </pc:sldChg>
      <pc:sldChg chg="delSp modTransition modAnim">
        <pc:chgData name=" " userId="b38fed35-100c-4369-8b34-69adb96b726a" providerId="ADAL" clId="{ADDE1911-3184-4246-A32E-2A9014942B9F}" dt="2020-04-26T09:39:47.140" v="0"/>
        <pc:sldMkLst>
          <pc:docMk/>
          <pc:sldMk cId="4286305032" sldId="273"/>
        </pc:sldMkLst>
        <pc:picChg chg="del">
          <ac:chgData name=" " userId="b38fed35-100c-4369-8b34-69adb96b726a" providerId="ADAL" clId="{ADDE1911-3184-4246-A32E-2A9014942B9F}" dt="2020-04-26T09:39:47.140" v="0"/>
          <ac:picMkLst>
            <pc:docMk/>
            <pc:sldMk cId="4286305032" sldId="273"/>
            <ac:picMk id="5" creationId="{470CEC57-7CB7-48F2-9B22-409024570156}"/>
          </ac:picMkLst>
        </pc:picChg>
        <pc:inkChg chg="del">
          <ac:chgData name=" " userId="b38fed35-100c-4369-8b34-69adb96b726a" providerId="ADAL" clId="{ADDE1911-3184-4246-A32E-2A9014942B9F}" dt="2020-04-26T09:39:47.140" v="0"/>
          <ac:inkMkLst>
            <pc:docMk/>
            <pc:sldMk cId="4286305032" sldId="273"/>
            <ac:inkMk id="4" creationId="{DE62E634-91CA-42C9-8B43-F60AFBF1147A}"/>
          </ac:inkMkLst>
        </pc:inkChg>
      </pc:sldChg>
      <pc:sldChg chg="delSp modTransition modAnim">
        <pc:chgData name=" " userId="b38fed35-100c-4369-8b34-69adb96b726a" providerId="ADAL" clId="{ADDE1911-3184-4246-A32E-2A9014942B9F}" dt="2020-04-26T09:39:47.140" v="0"/>
        <pc:sldMkLst>
          <pc:docMk/>
          <pc:sldMk cId="1869256806" sldId="274"/>
        </pc:sldMkLst>
        <pc:picChg chg="del">
          <ac:chgData name=" " userId="b38fed35-100c-4369-8b34-69adb96b726a" providerId="ADAL" clId="{ADDE1911-3184-4246-A32E-2A9014942B9F}" dt="2020-04-26T09:39:47.140" v="0"/>
          <ac:picMkLst>
            <pc:docMk/>
            <pc:sldMk cId="1869256806" sldId="274"/>
            <ac:picMk id="5" creationId="{69B27152-F406-40B3-8953-8D8F232AA1FC}"/>
          </ac:picMkLst>
        </pc:picChg>
        <pc:inkChg chg="del">
          <ac:chgData name=" " userId="b38fed35-100c-4369-8b34-69adb96b726a" providerId="ADAL" clId="{ADDE1911-3184-4246-A32E-2A9014942B9F}" dt="2020-04-26T09:39:47.140" v="0"/>
          <ac:inkMkLst>
            <pc:docMk/>
            <pc:sldMk cId="1869256806" sldId="274"/>
            <ac:inkMk id="4" creationId="{C9DED01D-BBE3-4F94-80DE-474A94B69215}"/>
          </ac:inkMkLst>
        </pc:inkChg>
      </pc:sldChg>
      <pc:sldChg chg="delSp modTransition modAnim">
        <pc:chgData name=" " userId="b38fed35-100c-4369-8b34-69adb96b726a" providerId="ADAL" clId="{ADDE1911-3184-4246-A32E-2A9014942B9F}" dt="2020-04-26T09:39:47.140" v="0"/>
        <pc:sldMkLst>
          <pc:docMk/>
          <pc:sldMk cId="3207426958" sldId="275"/>
        </pc:sldMkLst>
        <pc:picChg chg="del">
          <ac:chgData name=" " userId="b38fed35-100c-4369-8b34-69adb96b726a" providerId="ADAL" clId="{ADDE1911-3184-4246-A32E-2A9014942B9F}" dt="2020-04-26T09:39:47.140" v="0"/>
          <ac:picMkLst>
            <pc:docMk/>
            <pc:sldMk cId="3207426958" sldId="275"/>
            <ac:picMk id="6" creationId="{1D3D2F9B-7FDE-48C9-BD58-9A9D103ECEEB}"/>
          </ac:picMkLst>
        </pc:picChg>
        <pc:inkChg chg="del">
          <ac:chgData name=" " userId="b38fed35-100c-4369-8b34-69adb96b726a" providerId="ADAL" clId="{ADDE1911-3184-4246-A32E-2A9014942B9F}" dt="2020-04-26T09:39:47.140" v="0"/>
          <ac:inkMkLst>
            <pc:docMk/>
            <pc:sldMk cId="3207426958" sldId="275"/>
            <ac:inkMk id="5" creationId="{16835A04-B874-47A8-ADF7-2DEE14F7C749}"/>
          </ac:inkMkLst>
        </pc:inkChg>
      </pc:sldChg>
      <pc:sldChg chg="delSp modTransition modAnim">
        <pc:chgData name=" " userId="b38fed35-100c-4369-8b34-69adb96b726a" providerId="ADAL" clId="{ADDE1911-3184-4246-A32E-2A9014942B9F}" dt="2020-04-26T09:39:47.140" v="0"/>
        <pc:sldMkLst>
          <pc:docMk/>
          <pc:sldMk cId="3327132899" sldId="276"/>
        </pc:sldMkLst>
        <pc:picChg chg="del">
          <ac:chgData name=" " userId="b38fed35-100c-4369-8b34-69adb96b726a" providerId="ADAL" clId="{ADDE1911-3184-4246-A32E-2A9014942B9F}" dt="2020-04-26T09:39:47.140" v="0"/>
          <ac:picMkLst>
            <pc:docMk/>
            <pc:sldMk cId="3327132899" sldId="276"/>
            <ac:picMk id="6" creationId="{0C4F70E6-FFF9-4438-B9C5-287ECCE8D09A}"/>
          </ac:picMkLst>
        </pc:picChg>
        <pc:inkChg chg="del">
          <ac:chgData name=" " userId="b38fed35-100c-4369-8b34-69adb96b726a" providerId="ADAL" clId="{ADDE1911-3184-4246-A32E-2A9014942B9F}" dt="2020-04-26T09:39:47.140" v="0"/>
          <ac:inkMkLst>
            <pc:docMk/>
            <pc:sldMk cId="3327132899" sldId="276"/>
            <ac:inkMk id="5" creationId="{8A8DE43B-722C-4123-983A-748E9D841928}"/>
          </ac:inkMkLst>
        </pc:inkChg>
      </pc:sldChg>
      <pc:sldChg chg="delSp modTransition modAnim">
        <pc:chgData name=" " userId="b38fed35-100c-4369-8b34-69adb96b726a" providerId="ADAL" clId="{ADDE1911-3184-4246-A32E-2A9014942B9F}" dt="2020-04-26T09:39:47.140" v="0"/>
        <pc:sldMkLst>
          <pc:docMk/>
          <pc:sldMk cId="1221013346" sldId="277"/>
        </pc:sldMkLst>
        <pc:picChg chg="del">
          <ac:chgData name=" " userId="b38fed35-100c-4369-8b34-69adb96b726a" providerId="ADAL" clId="{ADDE1911-3184-4246-A32E-2A9014942B9F}" dt="2020-04-26T09:39:47.140" v="0"/>
          <ac:picMkLst>
            <pc:docMk/>
            <pc:sldMk cId="1221013346" sldId="277"/>
            <ac:picMk id="5" creationId="{28DC370D-1C4D-4691-B1D7-A25F3C36F6FB}"/>
          </ac:picMkLst>
        </pc:picChg>
        <pc:inkChg chg="del">
          <ac:chgData name=" " userId="b38fed35-100c-4369-8b34-69adb96b726a" providerId="ADAL" clId="{ADDE1911-3184-4246-A32E-2A9014942B9F}" dt="2020-04-26T09:39:47.140" v="0"/>
          <ac:inkMkLst>
            <pc:docMk/>
            <pc:sldMk cId="1221013346" sldId="277"/>
            <ac:inkMk id="4" creationId="{663FCE2E-3BAC-4FA2-9875-DE73106BCA2D}"/>
          </ac:inkMkLst>
        </pc:inkChg>
      </pc:sldChg>
      <pc:sldChg chg="delSp modTransition modAnim">
        <pc:chgData name=" " userId="b38fed35-100c-4369-8b34-69adb96b726a" providerId="ADAL" clId="{ADDE1911-3184-4246-A32E-2A9014942B9F}" dt="2020-04-26T09:39:47.140" v="0"/>
        <pc:sldMkLst>
          <pc:docMk/>
          <pc:sldMk cId="1063053942" sldId="278"/>
        </pc:sldMkLst>
        <pc:picChg chg="del">
          <ac:chgData name=" " userId="b38fed35-100c-4369-8b34-69adb96b726a" providerId="ADAL" clId="{ADDE1911-3184-4246-A32E-2A9014942B9F}" dt="2020-04-26T09:39:47.140" v="0"/>
          <ac:picMkLst>
            <pc:docMk/>
            <pc:sldMk cId="1063053942" sldId="278"/>
            <ac:picMk id="5" creationId="{0613FDD8-2AA1-4A56-AC6A-848FFFFAC586}"/>
          </ac:picMkLst>
        </pc:picChg>
        <pc:inkChg chg="del">
          <ac:chgData name=" " userId="b38fed35-100c-4369-8b34-69adb96b726a" providerId="ADAL" clId="{ADDE1911-3184-4246-A32E-2A9014942B9F}" dt="2020-04-26T09:39:47.140" v="0"/>
          <ac:inkMkLst>
            <pc:docMk/>
            <pc:sldMk cId="1063053942" sldId="278"/>
            <ac:inkMk id="4" creationId="{BD07C7B9-7AC3-4027-A53D-55A3F357D334}"/>
          </ac:inkMkLst>
        </pc:inkChg>
      </pc:sldChg>
      <pc:sldChg chg="modTransition">
        <pc:chgData name=" " userId="b38fed35-100c-4369-8b34-69adb96b726a" providerId="ADAL" clId="{ADDE1911-3184-4246-A32E-2A9014942B9F}" dt="2020-04-26T09:39:47.140" v="0"/>
        <pc:sldMkLst>
          <pc:docMk/>
          <pc:sldMk cId="3268586840" sldId="279"/>
        </pc:sldMkLst>
      </pc:sldChg>
      <pc:sldChg chg="modTransition">
        <pc:chgData name=" " userId="b38fed35-100c-4369-8b34-69adb96b726a" providerId="ADAL" clId="{ADDE1911-3184-4246-A32E-2A9014942B9F}" dt="2020-04-26T09:39:47.140" v="0"/>
        <pc:sldMkLst>
          <pc:docMk/>
          <pc:sldMk cId="3776216424" sldId="280"/>
        </pc:sldMkLst>
      </pc:sldChg>
      <pc:sldChg chg="modTransition">
        <pc:chgData name=" " userId="b38fed35-100c-4369-8b34-69adb96b726a" providerId="ADAL" clId="{ADDE1911-3184-4246-A32E-2A9014942B9F}" dt="2020-04-26T09:39:47.140" v="0"/>
        <pc:sldMkLst>
          <pc:docMk/>
          <pc:sldMk cId="0" sldId="326"/>
        </pc:sldMkLst>
      </pc:sldChg>
      <pc:sldChg chg="modTransition">
        <pc:chgData name=" " userId="b38fed35-100c-4369-8b34-69adb96b726a" providerId="ADAL" clId="{ADDE1911-3184-4246-A32E-2A9014942B9F}" dt="2020-04-26T09:39:47.140" v="0"/>
        <pc:sldMkLst>
          <pc:docMk/>
          <pc:sldMk cId="0" sldId="328"/>
        </pc:sldMkLst>
      </pc:sldChg>
      <pc:sldChg chg="modTransition">
        <pc:chgData name=" " userId="b38fed35-100c-4369-8b34-69adb96b726a" providerId="ADAL" clId="{ADDE1911-3184-4246-A32E-2A9014942B9F}" dt="2020-04-26T09:39:47.140" v="0"/>
        <pc:sldMkLst>
          <pc:docMk/>
          <pc:sldMk cId="0" sldId="330"/>
        </pc:sldMkLst>
      </pc:sldChg>
      <pc:sldChg chg="modTransition">
        <pc:chgData name=" " userId="b38fed35-100c-4369-8b34-69adb96b726a" providerId="ADAL" clId="{ADDE1911-3184-4246-A32E-2A9014942B9F}" dt="2020-04-26T09:39:47.140" v="0"/>
        <pc:sldMkLst>
          <pc:docMk/>
          <pc:sldMk cId="0" sldId="334"/>
        </pc:sldMkLst>
      </pc:sldChg>
      <pc:sldChg chg="modTransition">
        <pc:chgData name=" " userId="b38fed35-100c-4369-8b34-69adb96b726a" providerId="ADAL" clId="{ADDE1911-3184-4246-A32E-2A9014942B9F}" dt="2020-04-26T09:39:47.140" v="0"/>
        <pc:sldMkLst>
          <pc:docMk/>
          <pc:sldMk cId="0" sldId="350"/>
        </pc:sldMkLst>
      </pc:sldChg>
      <pc:sldChg chg="modTransition">
        <pc:chgData name=" " userId="b38fed35-100c-4369-8b34-69adb96b726a" providerId="ADAL" clId="{ADDE1911-3184-4246-A32E-2A9014942B9F}" dt="2020-04-26T09:39:47.140" v="0"/>
        <pc:sldMkLst>
          <pc:docMk/>
          <pc:sldMk cId="688991681" sldId="353"/>
        </pc:sldMkLst>
      </pc:sldChg>
      <pc:sldChg chg="modTransition">
        <pc:chgData name=" " userId="b38fed35-100c-4369-8b34-69adb96b726a" providerId="ADAL" clId="{ADDE1911-3184-4246-A32E-2A9014942B9F}" dt="2020-04-26T09:39:47.140" v="0"/>
        <pc:sldMkLst>
          <pc:docMk/>
          <pc:sldMk cId="1632115841" sldId="354"/>
        </pc:sldMkLst>
      </pc:sldChg>
      <pc:sldChg chg="modTransition">
        <pc:chgData name=" " userId="b38fed35-100c-4369-8b34-69adb96b726a" providerId="ADAL" clId="{ADDE1911-3184-4246-A32E-2A9014942B9F}" dt="2020-04-26T09:39:47.140" v="0"/>
        <pc:sldMkLst>
          <pc:docMk/>
          <pc:sldMk cId="2207354470" sldId="355"/>
        </pc:sldMkLst>
      </pc:sldChg>
      <pc:sldChg chg="modTransition">
        <pc:chgData name=" " userId="b38fed35-100c-4369-8b34-69adb96b726a" providerId="ADAL" clId="{ADDE1911-3184-4246-A32E-2A9014942B9F}" dt="2020-04-26T09:39:47.140" v="0"/>
        <pc:sldMkLst>
          <pc:docMk/>
          <pc:sldMk cId="3959697818" sldId="356"/>
        </pc:sldMkLst>
      </pc:sldChg>
      <pc:sldChg chg="modTransition">
        <pc:chgData name=" " userId="b38fed35-100c-4369-8b34-69adb96b726a" providerId="ADAL" clId="{ADDE1911-3184-4246-A32E-2A9014942B9F}" dt="2020-04-26T09:39:47.140" v="0"/>
        <pc:sldMkLst>
          <pc:docMk/>
          <pc:sldMk cId="3610954504" sldId="357"/>
        </pc:sldMkLst>
      </pc:sldChg>
      <pc:sldChg chg="modTransition">
        <pc:chgData name=" " userId="b38fed35-100c-4369-8b34-69adb96b726a" providerId="ADAL" clId="{ADDE1911-3184-4246-A32E-2A9014942B9F}" dt="2020-04-26T09:39:47.140" v="0"/>
        <pc:sldMkLst>
          <pc:docMk/>
          <pc:sldMk cId="1944730928" sldId="358"/>
        </pc:sldMkLst>
      </pc:sldChg>
      <pc:sldChg chg="modTransition">
        <pc:chgData name=" " userId="b38fed35-100c-4369-8b34-69adb96b726a" providerId="ADAL" clId="{ADDE1911-3184-4246-A32E-2A9014942B9F}" dt="2020-04-26T09:39:47.140" v="0"/>
        <pc:sldMkLst>
          <pc:docMk/>
          <pc:sldMk cId="3437910845" sldId="35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Y"/>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AB450A-E8DD-4B9A-B0B6-6236D578B1B9}" type="datetimeFigureOut">
              <a:rPr lang="en-MY" smtClean="0"/>
              <a:t>26/4/2020</a:t>
            </a:fld>
            <a:endParaRPr lang="en-MY"/>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MY"/>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MY"/>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3456D1-F869-44D1-9035-2CF85FB1FAA4}" type="slidenum">
              <a:rPr lang="en-MY" smtClean="0"/>
              <a:t>‹#›</a:t>
            </a:fld>
            <a:endParaRPr lang="en-MY"/>
          </a:p>
        </p:txBody>
      </p:sp>
    </p:spTree>
    <p:extLst>
      <p:ext uri="{BB962C8B-B14F-4D97-AF65-F5344CB8AC3E}">
        <p14:creationId xmlns:p14="http://schemas.microsoft.com/office/powerpoint/2010/main" val="15471842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en-US" sz="1200" b="0" i="0" u="none" strike="noStrike" kern="1200" baseline="0" dirty="0">
                <a:solidFill>
                  <a:schemeClr val="tx1"/>
                </a:solidFill>
                <a:latin typeface="Times New Roman" pitchFamily="33" charset="0"/>
                <a:ea typeface="+mn-ea"/>
                <a:cs typeface="+mn-cs"/>
              </a:rPr>
              <a:t> Figure 6.12 shows the internal logic of a typical 256-Mb SDRAM typical</a:t>
            </a:r>
          </a:p>
          <a:p>
            <a:r>
              <a:rPr kumimoji="1" lang="en-US" sz="1200" b="0" i="0" u="none" strike="noStrike" kern="1200" baseline="0" dirty="0">
                <a:solidFill>
                  <a:schemeClr val="tx1"/>
                </a:solidFill>
                <a:latin typeface="Times New Roman" pitchFamily="33" charset="0"/>
                <a:ea typeface="+mn-ea"/>
                <a:cs typeface="+mn-cs"/>
              </a:rPr>
              <a:t>of SDRAM organization.</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AF100D4-BB46-6748-84D4-F681254872AC}" type="slidenum">
              <a:rPr kumimoji="0" lang="en-US" sz="1200" b="0" i="0" u="none" strike="noStrike" kern="1200" cap="none" spc="0" normalizeH="0" baseline="0" noProof="0" smtClean="0">
                <a:ln>
                  <a:noFill/>
                </a:ln>
                <a:solidFill>
                  <a:srgbClr val="000000"/>
                </a:solidFill>
                <a:effectLst/>
                <a:uLnTx/>
                <a:uFillTx/>
                <a:latin typeface="Times New Roman" pitchFamily="33"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24</a:t>
            </a:fld>
            <a:endParaRPr kumimoji="0" lang="en-US" sz="1200" b="0" i="0" u="none" strike="noStrike" kern="1200" cap="none" spc="0" normalizeH="0" baseline="0" noProof="0">
              <a:ln>
                <a:noFill/>
              </a:ln>
              <a:solidFill>
                <a:srgbClr val="000000"/>
              </a:solidFill>
              <a:effectLst/>
              <a:uLnTx/>
              <a:uFillTx/>
              <a:latin typeface="Times New Roman" pitchFamily="33" charset="0"/>
              <a:ea typeface="+mn-ea"/>
              <a:cs typeface="+mn-cs"/>
            </a:endParaRPr>
          </a:p>
        </p:txBody>
      </p:sp>
      <p:sp>
        <p:nvSpPr>
          <p:cNvPr id="5" name="Footer Placeholder 4"/>
          <p:cNvSpPr>
            <a:spLocks noGrp="1"/>
          </p:cNvSpPr>
          <p:nvPr>
            <p:ph type="ftr" sz="quarter" idx="11"/>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imes New Roman" pitchFamily="33" charset="0"/>
                <a:ea typeface="+mn-ea"/>
                <a:cs typeface="+mn-cs"/>
              </a:rPr>
              <a:t>© 2016 Pearson Education, Inc., Upper Saddle River, NJ. All rights reserved.</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en-US" sz="1200" kern="1200" baseline="0" dirty="0">
                <a:solidFill>
                  <a:schemeClr val="tx1"/>
                </a:solidFill>
                <a:latin typeface="Times New Roman" pitchFamily="33" charset="0"/>
                <a:ea typeface="+mn-ea"/>
                <a:cs typeface="+mn-cs"/>
              </a:rPr>
              <a:t>Table 6.3 defines the various pin assignments.</a:t>
            </a:r>
          </a:p>
          <a:p>
            <a:r>
              <a:rPr kumimoji="1" lang="en-US" sz="1200" kern="1200" baseline="0" dirty="0">
                <a:solidFill>
                  <a:schemeClr val="tx1"/>
                </a:solidFill>
                <a:latin typeface="Times New Roman" pitchFamily="33" charset="0"/>
                <a:ea typeface="+mn-ea"/>
                <a:cs typeface="+mn-cs"/>
              </a:rPr>
              <a:t>The SDRAM employs a burst mode to eliminate the address setup time and</a:t>
            </a:r>
          </a:p>
          <a:p>
            <a:r>
              <a:rPr kumimoji="1" lang="en-US" sz="1200" kern="1200" baseline="0" dirty="0">
                <a:solidFill>
                  <a:schemeClr val="tx1"/>
                </a:solidFill>
                <a:latin typeface="Times New Roman" pitchFamily="33" charset="0"/>
                <a:ea typeface="+mn-ea"/>
                <a:cs typeface="+mn-cs"/>
              </a:rPr>
              <a:t>row and column line pre-charge time after the first access. </a:t>
            </a:r>
            <a:r>
              <a:rPr kumimoji="1" lang="en-US" sz="1200" b="1" kern="1200" baseline="0" dirty="0">
                <a:solidFill>
                  <a:schemeClr val="tx1"/>
                </a:solidFill>
                <a:latin typeface="Times New Roman" pitchFamily="33" charset="0"/>
                <a:ea typeface="+mn-ea"/>
                <a:cs typeface="+mn-cs"/>
              </a:rPr>
              <a:t>In burst mode</a:t>
            </a:r>
            <a:r>
              <a:rPr kumimoji="1" lang="en-US" sz="1200" kern="1200" baseline="0" dirty="0">
                <a:solidFill>
                  <a:schemeClr val="tx1"/>
                </a:solidFill>
                <a:latin typeface="Times New Roman" pitchFamily="33" charset="0"/>
                <a:ea typeface="+mn-ea"/>
                <a:cs typeface="+mn-cs"/>
              </a:rPr>
              <a:t>, a series of</a:t>
            </a:r>
          </a:p>
          <a:p>
            <a:r>
              <a:rPr kumimoji="1" lang="en-US" sz="1200" kern="1200" baseline="0" dirty="0">
                <a:solidFill>
                  <a:schemeClr val="tx1"/>
                </a:solidFill>
                <a:latin typeface="Times New Roman" pitchFamily="33" charset="0"/>
                <a:ea typeface="+mn-ea"/>
                <a:cs typeface="+mn-cs"/>
              </a:rPr>
              <a:t>data bits can be clocked out rapidly after the first bit has been accessed. This mode</a:t>
            </a:r>
          </a:p>
          <a:p>
            <a:r>
              <a:rPr kumimoji="1" lang="en-US" sz="1200" kern="1200" baseline="0" dirty="0">
                <a:solidFill>
                  <a:schemeClr val="tx1"/>
                </a:solidFill>
                <a:latin typeface="Times New Roman" pitchFamily="33" charset="0"/>
                <a:ea typeface="+mn-ea"/>
                <a:cs typeface="+mn-cs"/>
              </a:rPr>
              <a:t>is useful when all the bits to be accessed are in sequence and in the same row of the</a:t>
            </a:r>
          </a:p>
          <a:p>
            <a:r>
              <a:rPr kumimoji="1" lang="en-US" sz="1200" kern="1200" baseline="0" dirty="0">
                <a:solidFill>
                  <a:schemeClr val="tx1"/>
                </a:solidFill>
                <a:latin typeface="Times New Roman" pitchFamily="33" charset="0"/>
                <a:ea typeface="+mn-ea"/>
                <a:cs typeface="+mn-cs"/>
              </a:rPr>
              <a:t>array as the initial access. In addition, the SDRAM has </a:t>
            </a:r>
            <a:r>
              <a:rPr kumimoji="1" lang="en-US" sz="1200" b="1" kern="1200" baseline="0" dirty="0">
                <a:solidFill>
                  <a:schemeClr val="tx1"/>
                </a:solidFill>
                <a:latin typeface="Times New Roman" pitchFamily="33" charset="0"/>
                <a:ea typeface="+mn-ea"/>
                <a:cs typeface="+mn-cs"/>
              </a:rPr>
              <a:t>a multiple-bank internal</a:t>
            </a:r>
          </a:p>
          <a:p>
            <a:r>
              <a:rPr kumimoji="1" lang="en-US" sz="1200" b="1" kern="1200" baseline="0" dirty="0">
                <a:solidFill>
                  <a:schemeClr val="tx1"/>
                </a:solidFill>
                <a:latin typeface="Times New Roman" pitchFamily="33" charset="0"/>
                <a:ea typeface="+mn-ea"/>
                <a:cs typeface="+mn-cs"/>
              </a:rPr>
              <a:t>architecture that improves opportunities for on-chip parallelism</a:t>
            </a:r>
            <a:r>
              <a:rPr kumimoji="1" lang="en-US" sz="1200" kern="1200" baseline="0" dirty="0">
                <a:solidFill>
                  <a:schemeClr val="tx1"/>
                </a:solidFill>
                <a:latin typeface="Times New Roman" pitchFamily="33" charset="0"/>
                <a:ea typeface="+mn-ea"/>
                <a:cs typeface="+mn-cs"/>
              </a:rPr>
              <a:t>.</a:t>
            </a:r>
          </a:p>
          <a:p>
            <a:endParaRPr kumimoji="1" lang="en-US" sz="1200" kern="1200" baseline="0" dirty="0">
              <a:solidFill>
                <a:schemeClr val="tx1"/>
              </a:solidFill>
              <a:latin typeface="Times New Roman" pitchFamily="33" charset="0"/>
              <a:ea typeface="+mn-ea"/>
              <a:cs typeface="+mn-cs"/>
            </a:endParaRPr>
          </a:p>
          <a:p>
            <a:r>
              <a:rPr kumimoji="1" lang="en-US" sz="1200" b="1" kern="1200" baseline="0" dirty="0">
                <a:solidFill>
                  <a:schemeClr val="tx1"/>
                </a:solidFill>
                <a:latin typeface="Times New Roman" pitchFamily="33" charset="0"/>
                <a:ea typeface="+mn-ea"/>
                <a:cs typeface="+mn-cs"/>
              </a:rPr>
              <a:t>The mode register and associated control logic </a:t>
            </a:r>
            <a:r>
              <a:rPr kumimoji="1" lang="en-US" sz="1200" kern="1200" baseline="0" dirty="0">
                <a:solidFill>
                  <a:schemeClr val="tx1"/>
                </a:solidFill>
                <a:latin typeface="Times New Roman" pitchFamily="33" charset="0"/>
                <a:ea typeface="+mn-ea"/>
                <a:cs typeface="+mn-cs"/>
              </a:rPr>
              <a:t>is another key feature differentiating</a:t>
            </a:r>
          </a:p>
          <a:p>
            <a:r>
              <a:rPr kumimoji="1" lang="en-US" sz="1200" kern="1200" baseline="0" dirty="0" err="1">
                <a:solidFill>
                  <a:schemeClr val="tx1"/>
                </a:solidFill>
                <a:latin typeface="Times New Roman" pitchFamily="33" charset="0"/>
                <a:ea typeface="+mn-ea"/>
                <a:cs typeface="+mn-cs"/>
              </a:rPr>
              <a:t>SDRAMs</a:t>
            </a:r>
            <a:r>
              <a:rPr kumimoji="1" lang="en-US" sz="1200" kern="1200" baseline="0" dirty="0">
                <a:solidFill>
                  <a:schemeClr val="tx1"/>
                </a:solidFill>
                <a:latin typeface="Times New Roman" pitchFamily="33" charset="0"/>
                <a:ea typeface="+mn-ea"/>
                <a:cs typeface="+mn-cs"/>
              </a:rPr>
              <a:t> from conventional </a:t>
            </a:r>
            <a:r>
              <a:rPr kumimoji="1" lang="en-US" sz="1200" kern="1200" baseline="0" dirty="0" err="1">
                <a:solidFill>
                  <a:schemeClr val="tx1"/>
                </a:solidFill>
                <a:latin typeface="Times New Roman" pitchFamily="33" charset="0"/>
                <a:ea typeface="+mn-ea"/>
                <a:cs typeface="+mn-cs"/>
              </a:rPr>
              <a:t>DRAMs</a:t>
            </a:r>
            <a:r>
              <a:rPr kumimoji="1" lang="en-US" sz="1200" kern="1200" baseline="0" dirty="0">
                <a:solidFill>
                  <a:schemeClr val="tx1"/>
                </a:solidFill>
                <a:latin typeface="Times New Roman" pitchFamily="33" charset="0"/>
                <a:ea typeface="+mn-ea"/>
                <a:cs typeface="+mn-cs"/>
              </a:rPr>
              <a:t>. It provides a mechanism to</a:t>
            </a:r>
          </a:p>
          <a:p>
            <a:r>
              <a:rPr kumimoji="1" lang="en-US" sz="1200" kern="1200" baseline="0" dirty="0">
                <a:solidFill>
                  <a:schemeClr val="tx1"/>
                </a:solidFill>
                <a:latin typeface="Times New Roman" pitchFamily="33" charset="0"/>
                <a:ea typeface="+mn-ea"/>
                <a:cs typeface="+mn-cs"/>
              </a:rPr>
              <a:t>customize the SDRAM to suit specific system needs. The mode register specifies</a:t>
            </a:r>
          </a:p>
          <a:p>
            <a:r>
              <a:rPr kumimoji="1" lang="en-US" sz="1200" kern="1200" baseline="0" dirty="0">
                <a:solidFill>
                  <a:schemeClr val="tx1"/>
                </a:solidFill>
                <a:latin typeface="Times New Roman" pitchFamily="33" charset="0"/>
                <a:ea typeface="+mn-ea"/>
                <a:cs typeface="+mn-cs"/>
              </a:rPr>
              <a:t>the </a:t>
            </a:r>
            <a:r>
              <a:rPr kumimoji="1" lang="en-US" sz="1200" b="1" kern="1200" baseline="0" dirty="0">
                <a:solidFill>
                  <a:schemeClr val="tx1"/>
                </a:solidFill>
                <a:latin typeface="Times New Roman" pitchFamily="33" charset="0"/>
                <a:ea typeface="+mn-ea"/>
                <a:cs typeface="+mn-cs"/>
              </a:rPr>
              <a:t>burst length, which is the number of separate units of data synchronously fed</a:t>
            </a:r>
          </a:p>
          <a:p>
            <a:r>
              <a:rPr kumimoji="1" lang="en-US" sz="1200" b="1" kern="1200" baseline="0" dirty="0">
                <a:solidFill>
                  <a:schemeClr val="tx1"/>
                </a:solidFill>
                <a:latin typeface="Times New Roman" pitchFamily="33" charset="0"/>
                <a:ea typeface="+mn-ea"/>
                <a:cs typeface="+mn-cs"/>
              </a:rPr>
              <a:t>onto the bus</a:t>
            </a:r>
            <a:r>
              <a:rPr kumimoji="1" lang="en-US" sz="1200" kern="1200" baseline="0" dirty="0">
                <a:solidFill>
                  <a:schemeClr val="tx1"/>
                </a:solidFill>
                <a:latin typeface="Times New Roman" pitchFamily="33" charset="0"/>
                <a:ea typeface="+mn-ea"/>
                <a:cs typeface="+mn-cs"/>
              </a:rPr>
              <a:t>. The register also allows the programmer to </a:t>
            </a:r>
            <a:r>
              <a:rPr kumimoji="1" lang="en-US" sz="1200" b="1" kern="1200" baseline="0" dirty="0">
                <a:solidFill>
                  <a:schemeClr val="tx1"/>
                </a:solidFill>
                <a:latin typeface="Times New Roman" pitchFamily="33" charset="0"/>
                <a:ea typeface="+mn-ea"/>
                <a:cs typeface="+mn-cs"/>
              </a:rPr>
              <a:t>adjust the latency </a:t>
            </a:r>
            <a:r>
              <a:rPr kumimoji="1" lang="en-US" sz="1200" kern="1200" baseline="0" dirty="0">
                <a:solidFill>
                  <a:schemeClr val="tx1"/>
                </a:solidFill>
                <a:latin typeface="Times New Roman" pitchFamily="33" charset="0"/>
                <a:ea typeface="+mn-ea"/>
                <a:cs typeface="+mn-cs"/>
              </a:rPr>
              <a:t>between</a:t>
            </a:r>
          </a:p>
          <a:p>
            <a:r>
              <a:rPr kumimoji="1" lang="en-US" sz="1200" kern="1200" baseline="0" dirty="0">
                <a:solidFill>
                  <a:schemeClr val="tx1"/>
                </a:solidFill>
                <a:latin typeface="Times New Roman" pitchFamily="33" charset="0"/>
                <a:ea typeface="+mn-ea"/>
                <a:cs typeface="+mn-cs"/>
              </a:rPr>
              <a:t>receipt of a read request and the beginning of data transfer.</a:t>
            </a:r>
          </a:p>
          <a:p>
            <a:endParaRPr kumimoji="1" lang="en-US" sz="1200" kern="1200" baseline="0" dirty="0">
              <a:solidFill>
                <a:schemeClr val="tx1"/>
              </a:solidFill>
              <a:latin typeface="Times New Roman" pitchFamily="33" charset="0"/>
              <a:ea typeface="+mn-ea"/>
              <a:cs typeface="+mn-cs"/>
            </a:endParaRPr>
          </a:p>
          <a:p>
            <a:r>
              <a:rPr kumimoji="1" lang="en-US" sz="1200" kern="1200" baseline="0" dirty="0">
                <a:solidFill>
                  <a:schemeClr val="tx1"/>
                </a:solidFill>
                <a:latin typeface="Times New Roman" pitchFamily="33" charset="0"/>
                <a:ea typeface="+mn-ea"/>
                <a:cs typeface="+mn-cs"/>
              </a:rPr>
              <a:t>The SDRAM performs best when it is transferring large blocks of data serially,</a:t>
            </a:r>
          </a:p>
          <a:p>
            <a:r>
              <a:rPr kumimoji="1" lang="en-US" sz="1200" kern="1200" baseline="0" dirty="0">
                <a:solidFill>
                  <a:schemeClr val="tx1"/>
                </a:solidFill>
                <a:latin typeface="Times New Roman" pitchFamily="33" charset="0"/>
                <a:ea typeface="+mn-ea"/>
                <a:cs typeface="+mn-cs"/>
              </a:rPr>
              <a:t>such as for applications like word processing, spreadsheets, and multimedia.</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AF100D4-BB46-6748-84D4-F681254872AC}" type="slidenum">
              <a:rPr kumimoji="0" lang="en-US" sz="1200" b="0" i="0" u="none" strike="noStrike" kern="1200" cap="none" spc="0" normalizeH="0" baseline="0" noProof="0" smtClean="0">
                <a:ln>
                  <a:noFill/>
                </a:ln>
                <a:solidFill>
                  <a:srgbClr val="000000"/>
                </a:solidFill>
                <a:effectLst/>
                <a:uLnTx/>
                <a:uFillTx/>
                <a:latin typeface="Times New Roman" pitchFamily="33"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25</a:t>
            </a:fld>
            <a:endParaRPr kumimoji="0" lang="en-US" sz="1200" b="0" i="0" u="none" strike="noStrike" kern="1200" cap="none" spc="0" normalizeH="0" baseline="0" noProof="0">
              <a:ln>
                <a:noFill/>
              </a:ln>
              <a:solidFill>
                <a:srgbClr val="000000"/>
              </a:solidFill>
              <a:effectLst/>
              <a:uLnTx/>
              <a:uFillTx/>
              <a:latin typeface="Times New Roman" pitchFamily="33" charset="0"/>
              <a:ea typeface="+mn-ea"/>
              <a:cs typeface="+mn-cs"/>
            </a:endParaRPr>
          </a:p>
        </p:txBody>
      </p:sp>
      <p:sp>
        <p:nvSpPr>
          <p:cNvPr id="5" name="Footer Placeholder 4"/>
          <p:cNvSpPr>
            <a:spLocks noGrp="1"/>
          </p:cNvSpPr>
          <p:nvPr>
            <p:ph type="ftr" sz="quarter" idx="11"/>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imes New Roman" pitchFamily="33" charset="0"/>
                <a:ea typeface="+mn-ea"/>
                <a:cs typeface="+mn-cs"/>
              </a:rPr>
              <a:t>© 2016 Pearson Education, Inc., Upper Saddle River, NJ. All rights reserved.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kumimoji="1" lang="en-US" sz="1200" kern="1200" dirty="0">
                <a:solidFill>
                  <a:schemeClr val="tx1"/>
                </a:solidFill>
                <a:effectLst/>
                <a:latin typeface="Times New Roman" pitchFamily="33" charset="0"/>
                <a:ea typeface="+mn-ea"/>
                <a:cs typeface="+mn-cs"/>
              </a:rPr>
              <a:t> Figure 6.13 shows an example of SDRAM operation, using a </a:t>
            </a:r>
            <a:r>
              <a:rPr kumimoji="1" lang="en-US" sz="1200" b="1" kern="1200" dirty="0">
                <a:solidFill>
                  <a:schemeClr val="tx1"/>
                </a:solidFill>
                <a:effectLst/>
                <a:latin typeface="Times New Roman" pitchFamily="33" charset="0"/>
                <a:ea typeface="+mn-ea"/>
                <a:cs typeface="+mn-cs"/>
              </a:rPr>
              <a:t>timing</a:t>
            </a:r>
            <a:r>
              <a:rPr kumimoji="1" lang="en-US" sz="1200" kern="1200" dirty="0">
                <a:solidFill>
                  <a:schemeClr val="tx1"/>
                </a:solidFill>
                <a:effectLst/>
                <a:latin typeface="Times New Roman" pitchFamily="33" charset="0"/>
                <a:ea typeface="+mn-ea"/>
                <a:cs typeface="+mn-cs"/>
              </a:rPr>
              <a:t> </a:t>
            </a:r>
            <a:r>
              <a:rPr kumimoji="1" lang="en-US" sz="1200" b="1" kern="1200" dirty="0">
                <a:solidFill>
                  <a:schemeClr val="tx1"/>
                </a:solidFill>
                <a:effectLst/>
                <a:latin typeface="Times New Roman" pitchFamily="33" charset="0"/>
                <a:ea typeface="+mn-ea"/>
                <a:cs typeface="+mn-cs"/>
              </a:rPr>
              <a:t>diagram</a:t>
            </a:r>
            <a:r>
              <a:rPr kumimoji="1" lang="en-US" sz="1200" kern="1200" dirty="0">
                <a:solidFill>
                  <a:schemeClr val="tx1"/>
                </a:solidFill>
                <a:effectLst/>
                <a:latin typeface="Times New Roman" pitchFamily="33" charset="0"/>
                <a:ea typeface="+mn-ea"/>
                <a:cs typeface="+mn-cs"/>
              </a:rPr>
              <a:t> . A</a:t>
            </a:r>
          </a:p>
          <a:p>
            <a:r>
              <a:rPr kumimoji="1" lang="en-US" sz="1200" kern="1200" dirty="0">
                <a:solidFill>
                  <a:schemeClr val="tx1"/>
                </a:solidFill>
                <a:effectLst/>
                <a:latin typeface="Times New Roman" pitchFamily="33" charset="0"/>
                <a:ea typeface="+mn-ea"/>
                <a:cs typeface="+mn-cs"/>
              </a:rPr>
              <a:t>timing diagram shows the signal level on a line as a function of time. By convention,</a:t>
            </a:r>
          </a:p>
          <a:p>
            <a:r>
              <a:rPr kumimoji="1" lang="en-US" sz="1200" kern="1200" dirty="0">
                <a:solidFill>
                  <a:schemeClr val="tx1"/>
                </a:solidFill>
                <a:effectLst/>
                <a:latin typeface="Times New Roman" pitchFamily="33" charset="0"/>
                <a:ea typeface="+mn-ea"/>
                <a:cs typeface="+mn-cs"/>
              </a:rPr>
              <a:t>the binary 1 signal level is depicted as a higher level than that of binary 0. Usually,</a:t>
            </a:r>
          </a:p>
          <a:p>
            <a:r>
              <a:rPr kumimoji="1" lang="en-US" sz="1200" kern="1200" dirty="0">
                <a:solidFill>
                  <a:schemeClr val="tx1"/>
                </a:solidFill>
                <a:effectLst/>
                <a:latin typeface="Times New Roman" pitchFamily="33" charset="0"/>
                <a:ea typeface="+mn-ea"/>
                <a:cs typeface="+mn-cs"/>
              </a:rPr>
              <a:t>binary 0 is the default value. That is, if no data or other signal is being transmitted,</a:t>
            </a:r>
          </a:p>
          <a:p>
            <a:r>
              <a:rPr kumimoji="1" lang="en-US" sz="1200" kern="1200" dirty="0">
                <a:solidFill>
                  <a:schemeClr val="tx1"/>
                </a:solidFill>
                <a:effectLst/>
                <a:latin typeface="Times New Roman" pitchFamily="33" charset="0"/>
                <a:ea typeface="+mn-ea"/>
                <a:cs typeface="+mn-cs"/>
              </a:rPr>
              <a:t>then the level on a line is that which represents binary 0. A signal transition from 0</a:t>
            </a:r>
          </a:p>
          <a:p>
            <a:r>
              <a:rPr kumimoji="1" lang="en-US" sz="1200" kern="1200" dirty="0">
                <a:solidFill>
                  <a:schemeClr val="tx1"/>
                </a:solidFill>
                <a:effectLst/>
                <a:latin typeface="Times New Roman" pitchFamily="33" charset="0"/>
                <a:ea typeface="+mn-ea"/>
                <a:cs typeface="+mn-cs"/>
              </a:rPr>
              <a:t>to 1 is frequently referred to as the signal’s </a:t>
            </a:r>
            <a:r>
              <a:rPr kumimoji="1" lang="en-US" sz="1200" i="1" kern="1200" dirty="0">
                <a:solidFill>
                  <a:schemeClr val="tx1"/>
                </a:solidFill>
                <a:effectLst/>
                <a:latin typeface="Times New Roman" pitchFamily="33" charset="0"/>
                <a:ea typeface="+mn-ea"/>
                <a:cs typeface="+mn-cs"/>
              </a:rPr>
              <a:t>leading edge </a:t>
            </a:r>
            <a:r>
              <a:rPr kumimoji="1" lang="en-US" sz="1200" kern="1200" dirty="0">
                <a:solidFill>
                  <a:schemeClr val="tx1"/>
                </a:solidFill>
                <a:effectLst/>
                <a:latin typeface="Times New Roman" pitchFamily="33" charset="0"/>
                <a:ea typeface="+mn-ea"/>
                <a:cs typeface="+mn-cs"/>
              </a:rPr>
              <a:t>; a transition from 1 to 0 is</a:t>
            </a:r>
          </a:p>
          <a:p>
            <a:r>
              <a:rPr kumimoji="1" lang="en-US" sz="1200" kern="1200" dirty="0">
                <a:solidFill>
                  <a:schemeClr val="tx1"/>
                </a:solidFill>
                <a:effectLst/>
                <a:latin typeface="Times New Roman" pitchFamily="33" charset="0"/>
                <a:ea typeface="+mn-ea"/>
                <a:cs typeface="+mn-cs"/>
              </a:rPr>
              <a:t>referred to as a </a:t>
            </a:r>
            <a:r>
              <a:rPr kumimoji="1" lang="en-US" sz="1200" i="1" kern="1200" dirty="0">
                <a:solidFill>
                  <a:schemeClr val="tx1"/>
                </a:solidFill>
                <a:effectLst/>
                <a:latin typeface="Times New Roman" pitchFamily="33" charset="0"/>
                <a:ea typeface="+mn-ea"/>
                <a:cs typeface="+mn-cs"/>
              </a:rPr>
              <a:t>trailing edge </a:t>
            </a:r>
            <a:r>
              <a:rPr kumimoji="1" lang="en-US" sz="1200" kern="1200" dirty="0">
                <a:solidFill>
                  <a:schemeClr val="tx1"/>
                </a:solidFill>
                <a:effectLst/>
                <a:latin typeface="Times New Roman" pitchFamily="33" charset="0"/>
                <a:ea typeface="+mn-ea"/>
                <a:cs typeface="+mn-cs"/>
              </a:rPr>
              <a:t>. Such transitions are not instantaneous, but this transition</a:t>
            </a:r>
          </a:p>
          <a:p>
            <a:r>
              <a:rPr kumimoji="1" lang="en-US" sz="1200" kern="1200" dirty="0">
                <a:solidFill>
                  <a:schemeClr val="tx1"/>
                </a:solidFill>
                <a:effectLst/>
                <a:latin typeface="Times New Roman" pitchFamily="33" charset="0"/>
                <a:ea typeface="+mn-ea"/>
                <a:cs typeface="+mn-cs"/>
              </a:rPr>
              <a:t>time is usually small compared with the duration of a signal level. For clarity, the</a:t>
            </a:r>
          </a:p>
          <a:p>
            <a:r>
              <a:rPr kumimoji="1" lang="en-US" sz="1200" kern="1200" dirty="0">
                <a:solidFill>
                  <a:schemeClr val="tx1"/>
                </a:solidFill>
                <a:effectLst/>
                <a:latin typeface="Times New Roman" pitchFamily="33" charset="0"/>
                <a:ea typeface="+mn-ea"/>
                <a:cs typeface="+mn-cs"/>
              </a:rPr>
              <a:t>transition is usually depicted as an angled line that exaggerates the relative amount of</a:t>
            </a:r>
          </a:p>
          <a:p>
            <a:r>
              <a:rPr kumimoji="1" lang="en-US" sz="1200" kern="1200" dirty="0">
                <a:solidFill>
                  <a:schemeClr val="tx1"/>
                </a:solidFill>
                <a:effectLst/>
                <a:latin typeface="Times New Roman" pitchFamily="33" charset="0"/>
                <a:ea typeface="+mn-ea"/>
                <a:cs typeface="+mn-cs"/>
              </a:rPr>
              <a:t>time that the transition takes. Signals are sometimes represented in groups, shown as</a:t>
            </a:r>
          </a:p>
          <a:p>
            <a:r>
              <a:rPr kumimoji="1" lang="en-US" sz="1200" kern="1200" dirty="0">
                <a:solidFill>
                  <a:schemeClr val="tx1"/>
                </a:solidFill>
                <a:effectLst/>
                <a:latin typeface="Times New Roman" pitchFamily="33" charset="0"/>
                <a:ea typeface="+mn-ea"/>
                <a:cs typeface="+mn-cs"/>
              </a:rPr>
              <a:t>shaded areas in Figure 6.13. For example, if data are transferred a byte at a time, then</a:t>
            </a:r>
          </a:p>
          <a:p>
            <a:r>
              <a:rPr kumimoji="1" lang="en-US" sz="1200" kern="1200" dirty="0">
                <a:solidFill>
                  <a:schemeClr val="tx1"/>
                </a:solidFill>
                <a:effectLst/>
                <a:latin typeface="Times New Roman" pitchFamily="33" charset="0"/>
                <a:ea typeface="+mn-ea"/>
                <a:cs typeface="+mn-cs"/>
              </a:rPr>
              <a:t>eight lines are required. Generally, it is not important to know the exact value being</a:t>
            </a:r>
          </a:p>
          <a:p>
            <a:r>
              <a:rPr kumimoji="1" lang="en-US" sz="1200" kern="1200" dirty="0">
                <a:solidFill>
                  <a:schemeClr val="tx1"/>
                </a:solidFill>
                <a:effectLst/>
                <a:latin typeface="Times New Roman" pitchFamily="33" charset="0"/>
                <a:ea typeface="+mn-ea"/>
                <a:cs typeface="+mn-cs"/>
              </a:rPr>
              <a:t>transferred on such a group, but rather whether signals are present or not.</a:t>
            </a:r>
          </a:p>
          <a:p>
            <a:endParaRPr lang="en-US" dirty="0"/>
          </a:p>
          <a:p>
            <a:r>
              <a:rPr kumimoji="1" lang="en-US" sz="1200" kern="1200" dirty="0">
                <a:solidFill>
                  <a:schemeClr val="tx1"/>
                </a:solidFill>
                <a:effectLst/>
                <a:latin typeface="Times New Roman" pitchFamily="33" charset="0"/>
                <a:ea typeface="+mn-ea"/>
                <a:cs typeface="+mn-cs"/>
              </a:rPr>
              <a:t> For the SDRAM operation in Figure 6.13, the burst length is 4 and the latency</a:t>
            </a:r>
          </a:p>
          <a:p>
            <a:pPr marL="0" marR="0" indent="0" algn="l" defTabSz="914400" rtl="0" eaLnBrk="0" fontAlgn="base" latinLnBrk="0" hangingPunct="0">
              <a:lnSpc>
                <a:spcPct val="100000"/>
              </a:lnSpc>
              <a:spcBef>
                <a:spcPct val="30000"/>
              </a:spcBef>
              <a:spcAft>
                <a:spcPct val="0"/>
              </a:spcAft>
              <a:buClrTx/>
              <a:buSzTx/>
              <a:buFontTx/>
              <a:buNone/>
              <a:tabLst/>
              <a:defRPr/>
            </a:pPr>
            <a:r>
              <a:rPr kumimoji="1" lang="en-US" sz="1200" kern="1200" dirty="0">
                <a:solidFill>
                  <a:schemeClr val="tx1"/>
                </a:solidFill>
                <a:effectLst/>
                <a:latin typeface="Times New Roman" pitchFamily="33" charset="0"/>
                <a:ea typeface="+mn-ea"/>
                <a:cs typeface="+mn-cs"/>
              </a:rPr>
              <a:t>is 2. The burst read command is initiated by having CS and CAS low while holding</a:t>
            </a:r>
          </a:p>
          <a:p>
            <a:r>
              <a:rPr kumimoji="1" lang="en-US" sz="1200" kern="1200" dirty="0">
                <a:solidFill>
                  <a:schemeClr val="tx1"/>
                </a:solidFill>
                <a:effectLst/>
                <a:latin typeface="Times New Roman" pitchFamily="33" charset="0"/>
                <a:ea typeface="+mn-ea"/>
                <a:cs typeface="+mn-cs"/>
              </a:rPr>
              <a:t>RAS and WE high at the rising edge of the clock. The address inputs determine the</a:t>
            </a:r>
          </a:p>
          <a:p>
            <a:r>
              <a:rPr kumimoji="1" lang="en-US" sz="1200" kern="1200" dirty="0">
                <a:solidFill>
                  <a:schemeClr val="tx1"/>
                </a:solidFill>
                <a:effectLst/>
                <a:latin typeface="Times New Roman" pitchFamily="33" charset="0"/>
                <a:ea typeface="+mn-ea"/>
                <a:cs typeface="+mn-cs"/>
              </a:rPr>
              <a:t>starting column address for the burst, and the mode register sets the type of burst</a:t>
            </a:r>
          </a:p>
          <a:p>
            <a:r>
              <a:rPr kumimoji="1" lang="en-US" sz="1200" kern="1200" dirty="0">
                <a:solidFill>
                  <a:schemeClr val="tx1"/>
                </a:solidFill>
                <a:effectLst/>
                <a:latin typeface="Times New Roman" pitchFamily="33" charset="0"/>
                <a:ea typeface="+mn-ea"/>
                <a:cs typeface="+mn-cs"/>
              </a:rPr>
              <a:t>(sequential or interleave) and the burst length (1, 2, 4, 8, full page). The delay from</a:t>
            </a:r>
          </a:p>
          <a:p>
            <a:r>
              <a:rPr kumimoji="1" lang="en-US" sz="1200" kern="1200" dirty="0">
                <a:solidFill>
                  <a:schemeClr val="tx1"/>
                </a:solidFill>
                <a:effectLst/>
                <a:latin typeface="Times New Roman" pitchFamily="33" charset="0"/>
                <a:ea typeface="+mn-ea"/>
                <a:cs typeface="+mn-cs"/>
              </a:rPr>
              <a:t> the start of the command to when the data from the first cell appears on the outputs</a:t>
            </a:r>
          </a:p>
          <a:p>
            <a:r>
              <a:rPr kumimoji="1" lang="en-US" sz="1200" kern="1200" dirty="0">
                <a:solidFill>
                  <a:schemeClr val="tx1"/>
                </a:solidFill>
                <a:effectLst/>
                <a:latin typeface="Times New Roman" pitchFamily="33" charset="0"/>
                <a:ea typeface="+mn-ea"/>
                <a:cs typeface="+mn-cs"/>
              </a:rPr>
              <a:t>is equal to the value of the CAS latency that is set in the mode register.</a:t>
            </a:r>
          </a:p>
          <a:p>
            <a:endParaRPr kumimoji="1" lang="en-US" sz="1200" kern="1200" dirty="0">
              <a:solidFill>
                <a:schemeClr val="tx1"/>
              </a:solidFill>
              <a:effectLst/>
              <a:latin typeface="Times New Roman" pitchFamily="33" charset="0"/>
              <a:ea typeface="+mn-ea"/>
              <a:cs typeface="+mn-cs"/>
            </a:endParaRPr>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AF100D4-BB46-6748-84D4-F681254872AC}" type="slidenum">
              <a:rPr kumimoji="0" lang="en-US" sz="1200" b="0" i="0" u="none" strike="noStrike" kern="1200" cap="none" spc="0" normalizeH="0" baseline="0" noProof="0" smtClean="0">
                <a:ln>
                  <a:noFill/>
                </a:ln>
                <a:solidFill>
                  <a:srgbClr val="000000"/>
                </a:solidFill>
                <a:effectLst/>
                <a:uLnTx/>
                <a:uFillTx/>
                <a:latin typeface="Times New Roman" pitchFamily="33"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26</a:t>
            </a:fld>
            <a:endParaRPr kumimoji="0" lang="en-US" sz="1200" b="0" i="0" u="none" strike="noStrike" kern="1200" cap="none" spc="0" normalizeH="0" baseline="0" noProof="0">
              <a:ln>
                <a:noFill/>
              </a:ln>
              <a:solidFill>
                <a:srgbClr val="000000"/>
              </a:solidFill>
              <a:effectLst/>
              <a:uLnTx/>
              <a:uFillTx/>
              <a:latin typeface="Times New Roman" pitchFamily="33" charset="0"/>
              <a:ea typeface="+mn-ea"/>
              <a:cs typeface="+mn-cs"/>
            </a:endParaRPr>
          </a:p>
        </p:txBody>
      </p:sp>
      <p:sp>
        <p:nvSpPr>
          <p:cNvPr id="5" name="Footer Placeholder 4"/>
          <p:cNvSpPr>
            <a:spLocks noGrp="1"/>
          </p:cNvSpPr>
          <p:nvPr>
            <p:ph type="ftr" sz="quarter" idx="11"/>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imes New Roman" pitchFamily="33" charset="0"/>
                <a:ea typeface="+mn-ea"/>
                <a:cs typeface="+mn-cs"/>
              </a:rPr>
              <a:t>© 2016 Pearson Education, Inc., Upper Saddle River, NJ. All rights reserved.</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en-US" sz="1200" b="0" i="0" u="none" strike="noStrike" kern="1200" baseline="0" dirty="0">
                <a:solidFill>
                  <a:schemeClr val="tx1"/>
                </a:solidFill>
                <a:latin typeface="Times New Roman" pitchFamily="33" charset="0"/>
                <a:ea typeface="+mn-ea"/>
                <a:cs typeface="+mn-cs"/>
              </a:rPr>
              <a:t> Although SDRAM is a significant improvement on asynchronous RAM, it still</a:t>
            </a:r>
          </a:p>
          <a:p>
            <a:r>
              <a:rPr kumimoji="1" lang="en-US" sz="1200" b="0" i="0" u="none" strike="noStrike" kern="1200" baseline="0" dirty="0">
                <a:solidFill>
                  <a:schemeClr val="tx1"/>
                </a:solidFill>
                <a:latin typeface="Times New Roman" pitchFamily="33" charset="0"/>
                <a:ea typeface="+mn-ea"/>
                <a:cs typeface="+mn-cs"/>
              </a:rPr>
              <a:t>has shortcomings that unnecessarily limit that I/O data rate that can be achieve. To</a:t>
            </a:r>
          </a:p>
          <a:p>
            <a:r>
              <a:rPr kumimoji="1" lang="en-US" sz="1200" b="0" i="0" u="none" strike="noStrike" kern="1200" baseline="0" dirty="0">
                <a:solidFill>
                  <a:schemeClr val="tx1"/>
                </a:solidFill>
                <a:latin typeface="Times New Roman" pitchFamily="33" charset="0"/>
                <a:ea typeface="+mn-ea"/>
                <a:cs typeface="+mn-cs"/>
              </a:rPr>
              <a:t>address these shortcomings a newer version of SDRAM, referred to as double-data-</a:t>
            </a:r>
          </a:p>
          <a:p>
            <a:r>
              <a:rPr kumimoji="1" lang="en-US" sz="1200" b="0" i="0" u="none" strike="noStrike" kern="1200" baseline="0" dirty="0">
                <a:solidFill>
                  <a:schemeClr val="tx1"/>
                </a:solidFill>
                <a:latin typeface="Times New Roman" pitchFamily="33" charset="0"/>
                <a:ea typeface="+mn-ea"/>
                <a:cs typeface="+mn-cs"/>
              </a:rPr>
              <a:t>rate DRAM (DDR RAM) provides several features that dramatically increase</a:t>
            </a:r>
          </a:p>
          <a:p>
            <a:r>
              <a:rPr kumimoji="1" lang="en-US" sz="1200" b="0" i="0" u="none" strike="noStrike" kern="1200" baseline="0" dirty="0">
                <a:solidFill>
                  <a:schemeClr val="tx1"/>
                </a:solidFill>
                <a:latin typeface="Times New Roman" pitchFamily="33" charset="0"/>
                <a:ea typeface="+mn-ea"/>
                <a:cs typeface="+mn-cs"/>
              </a:rPr>
              <a:t>the data rate. DDR DRAM was developed by the JEDEC Solid State Technology</a:t>
            </a:r>
          </a:p>
          <a:p>
            <a:r>
              <a:rPr kumimoji="1" lang="en-US" sz="1200" b="0" i="0" u="none" strike="noStrike" kern="1200" baseline="0" dirty="0">
                <a:solidFill>
                  <a:schemeClr val="tx1"/>
                </a:solidFill>
                <a:latin typeface="Times New Roman" pitchFamily="33" charset="0"/>
                <a:ea typeface="+mn-ea"/>
                <a:cs typeface="+mn-cs"/>
              </a:rPr>
              <a:t>Association, the Electronic Industries Alliance’s semiconductor-engineering-standardization</a:t>
            </a:r>
          </a:p>
          <a:p>
            <a:r>
              <a:rPr kumimoji="1" lang="en-US" sz="1200" b="0" i="0" u="none" strike="noStrike" kern="1200" baseline="0" dirty="0">
                <a:solidFill>
                  <a:schemeClr val="tx1"/>
                </a:solidFill>
                <a:latin typeface="Times New Roman" pitchFamily="33" charset="0"/>
                <a:ea typeface="+mn-ea"/>
                <a:cs typeface="+mn-cs"/>
              </a:rPr>
              <a:t>body. Numerous companies make DDR chips, which are widely used in</a:t>
            </a:r>
          </a:p>
          <a:p>
            <a:r>
              <a:rPr kumimoji="1" lang="en-US" sz="1200" b="0" i="0" u="none" strike="noStrike" kern="1200" baseline="0" dirty="0">
                <a:solidFill>
                  <a:schemeClr val="tx1"/>
                </a:solidFill>
                <a:latin typeface="Times New Roman" pitchFamily="33" charset="0"/>
                <a:ea typeface="+mn-ea"/>
                <a:cs typeface="+mn-cs"/>
              </a:rPr>
              <a:t>desktop computers and servers.</a:t>
            </a:r>
          </a:p>
          <a:p>
            <a:endParaRPr kumimoji="1" lang="en-US" sz="1200" b="0" i="0" u="none" strike="noStrike" kern="1200" baseline="0" dirty="0">
              <a:solidFill>
                <a:schemeClr val="tx1"/>
              </a:solidFill>
              <a:latin typeface="Times New Roman" pitchFamily="33" charset="0"/>
              <a:ea typeface="+mn-ea"/>
              <a:cs typeface="+mn-cs"/>
            </a:endParaRPr>
          </a:p>
          <a:p>
            <a:r>
              <a:rPr kumimoji="1" lang="en-US" sz="1200" b="0" i="0" u="none" strike="noStrike" kern="1200" baseline="0" dirty="0">
                <a:solidFill>
                  <a:schemeClr val="tx1"/>
                </a:solidFill>
                <a:latin typeface="Times New Roman" pitchFamily="33" charset="0"/>
                <a:ea typeface="+mn-ea"/>
                <a:cs typeface="+mn-cs"/>
              </a:rPr>
              <a:t>DDR achieves higher data rates in three ways. First, the data transfer is synchronized</a:t>
            </a:r>
          </a:p>
          <a:p>
            <a:r>
              <a:rPr kumimoji="1" lang="en-US" sz="1200" b="0" i="0" u="none" strike="noStrike" kern="1200" baseline="0" dirty="0">
                <a:solidFill>
                  <a:schemeClr val="tx1"/>
                </a:solidFill>
                <a:latin typeface="Times New Roman" pitchFamily="33" charset="0"/>
                <a:ea typeface="+mn-ea"/>
                <a:cs typeface="+mn-cs"/>
              </a:rPr>
              <a:t>to both the rising and falling edge of the clock, rather than just the rising</a:t>
            </a:r>
          </a:p>
          <a:p>
            <a:r>
              <a:rPr kumimoji="1" lang="en-US" sz="1200" b="0" i="0" u="none" strike="noStrike" kern="1200" baseline="0" dirty="0">
                <a:solidFill>
                  <a:schemeClr val="tx1"/>
                </a:solidFill>
                <a:latin typeface="Times New Roman" pitchFamily="33" charset="0"/>
                <a:ea typeface="+mn-ea"/>
                <a:cs typeface="+mn-cs"/>
              </a:rPr>
              <a:t>edge. This doubles the data rate; hence the term </a:t>
            </a:r>
            <a:r>
              <a:rPr kumimoji="1" lang="en-US" sz="1200" b="0" i="1" u="none" strike="noStrike" kern="1200" baseline="0" dirty="0">
                <a:solidFill>
                  <a:schemeClr val="tx1"/>
                </a:solidFill>
                <a:latin typeface="Times New Roman" pitchFamily="33" charset="0"/>
                <a:ea typeface="+mn-ea"/>
                <a:cs typeface="+mn-cs"/>
              </a:rPr>
              <a:t>double data rate </a:t>
            </a:r>
            <a:r>
              <a:rPr kumimoji="1" lang="en-US" sz="1200" b="0" i="0" u="none" strike="noStrike" kern="1200" baseline="0" dirty="0">
                <a:solidFill>
                  <a:schemeClr val="tx1"/>
                </a:solidFill>
                <a:latin typeface="Times New Roman" pitchFamily="33" charset="0"/>
                <a:ea typeface="+mn-ea"/>
                <a:cs typeface="+mn-cs"/>
              </a:rPr>
              <a:t>. Second, DDR</a:t>
            </a:r>
          </a:p>
          <a:p>
            <a:r>
              <a:rPr kumimoji="1" lang="en-US" sz="1200" b="0" i="0" u="none" strike="noStrike" kern="1200" baseline="0" dirty="0">
                <a:solidFill>
                  <a:schemeClr val="tx1"/>
                </a:solidFill>
                <a:latin typeface="Times New Roman" pitchFamily="33" charset="0"/>
                <a:ea typeface="+mn-ea"/>
                <a:cs typeface="+mn-cs"/>
              </a:rPr>
              <a:t>uses higher clock rate on the bus to increase the transfer rate. Third, a buffering</a:t>
            </a:r>
          </a:p>
          <a:p>
            <a:r>
              <a:rPr kumimoji="1" lang="en-US" sz="1200" b="0" i="0" u="none" strike="noStrike" kern="1200" baseline="0" dirty="0">
                <a:solidFill>
                  <a:schemeClr val="tx1"/>
                </a:solidFill>
                <a:latin typeface="Times New Roman" pitchFamily="33" charset="0"/>
                <a:ea typeface="+mn-ea"/>
                <a:cs typeface="+mn-cs"/>
              </a:rPr>
              <a:t>scheme is used, as explained subsequently.</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AF100D4-BB46-6748-84D4-F681254872AC}" type="slidenum">
              <a:rPr kumimoji="0" lang="en-US" sz="1200" b="0" i="0" u="none" strike="noStrike" kern="1200" cap="none" spc="0" normalizeH="0" baseline="0" noProof="0" smtClean="0">
                <a:ln>
                  <a:noFill/>
                </a:ln>
                <a:solidFill>
                  <a:srgbClr val="000000"/>
                </a:solidFill>
                <a:effectLst/>
                <a:uLnTx/>
                <a:uFillTx/>
                <a:latin typeface="Times New Roman" pitchFamily="33"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27</a:t>
            </a:fld>
            <a:endParaRPr kumimoji="0" lang="en-US" sz="1200" b="0" i="0" u="none" strike="noStrike" kern="1200" cap="none" spc="0" normalizeH="0" baseline="0" noProof="0">
              <a:ln>
                <a:noFill/>
              </a:ln>
              <a:solidFill>
                <a:srgbClr val="000000"/>
              </a:solidFill>
              <a:effectLst/>
              <a:uLnTx/>
              <a:uFillTx/>
              <a:latin typeface="Times New Roman" pitchFamily="33" charset="0"/>
              <a:ea typeface="+mn-ea"/>
              <a:cs typeface="+mn-cs"/>
            </a:endParaRPr>
          </a:p>
        </p:txBody>
      </p:sp>
      <p:sp>
        <p:nvSpPr>
          <p:cNvPr id="5" name="Footer Placeholder 4"/>
          <p:cNvSpPr>
            <a:spLocks noGrp="1"/>
          </p:cNvSpPr>
          <p:nvPr>
            <p:ph type="ftr" sz="quarter" idx="11"/>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imes New Roman" pitchFamily="33" charset="0"/>
                <a:ea typeface="+mn-ea"/>
                <a:cs typeface="+mn-cs"/>
              </a:rPr>
              <a:t>© 2016 Pearson Education, Inc., Upper Saddle River, NJ. All rights reserved.</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b="0" i="0" u="none" strike="noStrike" kern="1200" baseline="0" dirty="0">
                <a:solidFill>
                  <a:schemeClr val="tx1"/>
                </a:solidFill>
                <a:latin typeface="Times New Roman" pitchFamily="33" charset="0"/>
                <a:ea typeface="+mn-ea"/>
                <a:cs typeface="+mn-cs"/>
              </a:rPr>
              <a:t> JDEC has thus far defined four generations of the DDR technology (Table 6.4).</a:t>
            </a:r>
          </a:p>
          <a:p>
            <a:r>
              <a:rPr kumimoji="1" lang="en-US" sz="1200" b="0" i="0" u="none" strike="noStrike" kern="1200" baseline="0" dirty="0">
                <a:solidFill>
                  <a:schemeClr val="tx1"/>
                </a:solidFill>
                <a:latin typeface="Times New Roman" pitchFamily="33" charset="0"/>
                <a:ea typeface="+mn-ea"/>
                <a:cs typeface="+mn-cs"/>
              </a:rPr>
              <a:t>The initial DDR version makes use of a 2-bit </a:t>
            </a:r>
            <a:r>
              <a:rPr kumimoji="1" lang="en-US" sz="1200" b="0" i="0" u="none" strike="noStrike" kern="1200" baseline="0" dirty="0" err="1">
                <a:solidFill>
                  <a:schemeClr val="tx1"/>
                </a:solidFill>
                <a:latin typeface="Times New Roman" pitchFamily="33" charset="0"/>
                <a:ea typeface="+mn-ea"/>
                <a:cs typeface="+mn-cs"/>
              </a:rPr>
              <a:t>prefetch</a:t>
            </a:r>
            <a:r>
              <a:rPr kumimoji="1" lang="en-US" sz="1200" b="0" i="0" u="none" strike="noStrike" kern="1200" baseline="0" dirty="0">
                <a:solidFill>
                  <a:schemeClr val="tx1"/>
                </a:solidFill>
                <a:latin typeface="Times New Roman" pitchFamily="33" charset="0"/>
                <a:ea typeface="+mn-ea"/>
                <a:cs typeface="+mn-cs"/>
              </a:rPr>
              <a:t> buffer. The </a:t>
            </a:r>
            <a:r>
              <a:rPr kumimoji="1" lang="en-US" sz="1200" b="0" i="0" u="none" strike="noStrike" kern="1200" baseline="0" dirty="0" err="1">
                <a:solidFill>
                  <a:schemeClr val="tx1"/>
                </a:solidFill>
                <a:latin typeface="Times New Roman" pitchFamily="33" charset="0"/>
                <a:ea typeface="+mn-ea"/>
                <a:cs typeface="+mn-cs"/>
              </a:rPr>
              <a:t>prefetch</a:t>
            </a:r>
            <a:r>
              <a:rPr kumimoji="1" lang="en-US" sz="1200" b="0" i="0" u="none" strike="noStrike" kern="1200" baseline="0" dirty="0">
                <a:solidFill>
                  <a:schemeClr val="tx1"/>
                </a:solidFill>
                <a:latin typeface="Times New Roman" pitchFamily="33" charset="0"/>
                <a:ea typeface="+mn-ea"/>
                <a:cs typeface="+mn-cs"/>
              </a:rPr>
              <a:t> buffer is</a:t>
            </a:r>
          </a:p>
          <a:p>
            <a:r>
              <a:rPr kumimoji="1" lang="en-US" sz="1200" b="0" i="0" u="none" strike="noStrike" kern="1200" baseline="0" dirty="0">
                <a:solidFill>
                  <a:schemeClr val="tx1"/>
                </a:solidFill>
                <a:latin typeface="Times New Roman" pitchFamily="33" charset="0"/>
                <a:ea typeface="+mn-ea"/>
                <a:cs typeface="+mn-cs"/>
              </a:rPr>
              <a:t>a memory cache located on the SDRAM chip. It enables the SDRAM chip to preposition</a:t>
            </a:r>
          </a:p>
          <a:p>
            <a:r>
              <a:rPr kumimoji="1" lang="en-US" sz="1200" b="0" i="0" u="none" strike="noStrike" kern="1200" baseline="0" dirty="0">
                <a:solidFill>
                  <a:schemeClr val="tx1"/>
                </a:solidFill>
                <a:latin typeface="Times New Roman" pitchFamily="33" charset="0"/>
                <a:ea typeface="+mn-ea"/>
                <a:cs typeface="+mn-cs"/>
              </a:rPr>
              <a:t>bits to be placed on the data bus as rapidly as possible. The DDR I/O bus</a:t>
            </a:r>
          </a:p>
          <a:p>
            <a:r>
              <a:rPr kumimoji="1" lang="en-US" sz="1200" b="0" i="0" u="none" strike="noStrike" kern="1200" baseline="0" dirty="0">
                <a:solidFill>
                  <a:schemeClr val="tx1"/>
                </a:solidFill>
                <a:latin typeface="Times New Roman" pitchFamily="33" charset="0"/>
                <a:ea typeface="+mn-ea"/>
                <a:cs typeface="+mn-cs"/>
              </a:rPr>
              <a:t>uses the same clock rate as the memory chip, but because it can handle two bits per</a:t>
            </a:r>
          </a:p>
          <a:p>
            <a:r>
              <a:rPr kumimoji="1" lang="en-US" sz="1200" b="0" i="0" u="none" strike="noStrike" kern="1200" baseline="0" dirty="0">
                <a:solidFill>
                  <a:schemeClr val="tx1"/>
                </a:solidFill>
                <a:latin typeface="Times New Roman" pitchFamily="33" charset="0"/>
                <a:ea typeface="+mn-ea"/>
                <a:cs typeface="+mn-cs"/>
              </a:rPr>
              <a:t>cycle, it achieves a data rate that is double the clock rate. The 2-bit </a:t>
            </a:r>
            <a:r>
              <a:rPr kumimoji="1" lang="en-US" sz="1200" b="0" i="0" u="none" strike="noStrike" kern="1200" baseline="0" dirty="0" err="1">
                <a:solidFill>
                  <a:schemeClr val="tx1"/>
                </a:solidFill>
                <a:latin typeface="Times New Roman" pitchFamily="33" charset="0"/>
                <a:ea typeface="+mn-ea"/>
                <a:cs typeface="+mn-cs"/>
              </a:rPr>
              <a:t>prefetch</a:t>
            </a:r>
            <a:r>
              <a:rPr kumimoji="1" lang="en-US" sz="1200" b="0" i="0" u="none" strike="noStrike" kern="1200" baseline="0" dirty="0">
                <a:solidFill>
                  <a:schemeClr val="tx1"/>
                </a:solidFill>
                <a:latin typeface="Times New Roman" pitchFamily="33" charset="0"/>
                <a:ea typeface="+mn-ea"/>
                <a:cs typeface="+mn-cs"/>
              </a:rPr>
              <a:t> buffer</a:t>
            </a:r>
          </a:p>
          <a:p>
            <a:r>
              <a:rPr kumimoji="1" lang="en-US" sz="1200" b="0" i="0" u="none" strike="noStrike" kern="1200" baseline="0" dirty="0">
                <a:solidFill>
                  <a:schemeClr val="tx1"/>
                </a:solidFill>
                <a:latin typeface="Times New Roman" pitchFamily="33" charset="0"/>
                <a:ea typeface="+mn-ea"/>
                <a:cs typeface="+mn-cs"/>
              </a:rPr>
              <a:t>enables the SDRAM chip to keep up with the I/O bus.</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AF100D4-BB46-6748-84D4-F681254872AC}" type="slidenum">
              <a:rPr kumimoji="0" lang="en-US" sz="1200" b="0" i="0" u="none" strike="noStrike" kern="1200" cap="none" spc="0" normalizeH="0" baseline="0" noProof="0" smtClean="0">
                <a:ln>
                  <a:noFill/>
                </a:ln>
                <a:solidFill>
                  <a:srgbClr val="000000"/>
                </a:solidFill>
                <a:effectLst/>
                <a:uLnTx/>
                <a:uFillTx/>
                <a:latin typeface="Times New Roman" pitchFamily="33"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28</a:t>
            </a:fld>
            <a:endParaRPr kumimoji="0" lang="en-US" sz="1200" b="0" i="0" u="none" strike="noStrike" kern="1200" cap="none" spc="0" normalizeH="0" baseline="0" noProof="0">
              <a:ln>
                <a:noFill/>
              </a:ln>
              <a:solidFill>
                <a:srgbClr val="000000"/>
              </a:solidFill>
              <a:effectLst/>
              <a:uLnTx/>
              <a:uFillTx/>
              <a:latin typeface="Times New Roman" pitchFamily="33" charset="0"/>
              <a:ea typeface="+mn-ea"/>
              <a:cs typeface="+mn-cs"/>
            </a:endParaRPr>
          </a:p>
        </p:txBody>
      </p:sp>
      <p:sp>
        <p:nvSpPr>
          <p:cNvPr id="5" name="Footer Placeholder 4"/>
          <p:cNvSpPr>
            <a:spLocks noGrp="1"/>
          </p:cNvSpPr>
          <p:nvPr>
            <p:ph type="ftr" sz="quarter" idx="11"/>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imes New Roman" pitchFamily="33" charset="0"/>
                <a:ea typeface="+mn-ea"/>
                <a:cs typeface="+mn-cs"/>
              </a:rPr>
              <a:t>© 2016 Pearson Education, Inc., Upper Saddle River, NJ. All rights reserved.</a:t>
            </a:r>
          </a:p>
        </p:txBody>
      </p:sp>
    </p:spTree>
    <p:extLst>
      <p:ext uri="{BB962C8B-B14F-4D97-AF65-F5344CB8AC3E}">
        <p14:creationId xmlns:p14="http://schemas.microsoft.com/office/powerpoint/2010/main" val="40974100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kumimoji="1" lang="en-US" sz="1200" b="0" i="0" u="none" strike="noStrike" kern="1200" baseline="0" dirty="0">
                <a:solidFill>
                  <a:schemeClr val="tx1"/>
                </a:solidFill>
                <a:latin typeface="Times New Roman" pitchFamily="33" charset="0"/>
                <a:ea typeface="+mn-ea"/>
                <a:cs typeface="+mn-cs"/>
              </a:rPr>
              <a:t> To understand the operation of the </a:t>
            </a:r>
            <a:r>
              <a:rPr kumimoji="1" lang="en-US" sz="1200" b="0" i="0" u="none" strike="noStrike" kern="1200" baseline="0" dirty="0" err="1">
                <a:solidFill>
                  <a:schemeClr val="tx1"/>
                </a:solidFill>
                <a:latin typeface="Times New Roman" pitchFamily="33" charset="0"/>
                <a:ea typeface="+mn-ea"/>
                <a:cs typeface="+mn-cs"/>
              </a:rPr>
              <a:t>prefetch</a:t>
            </a:r>
            <a:r>
              <a:rPr kumimoji="1" lang="en-US" sz="1200" b="0" i="0" u="none" strike="noStrike" kern="1200" baseline="0" dirty="0">
                <a:solidFill>
                  <a:schemeClr val="tx1"/>
                </a:solidFill>
                <a:latin typeface="Times New Roman" pitchFamily="33" charset="0"/>
                <a:ea typeface="+mn-ea"/>
                <a:cs typeface="+mn-cs"/>
              </a:rPr>
              <a:t> buffer, we need to look at it from</a:t>
            </a:r>
          </a:p>
          <a:p>
            <a:r>
              <a:rPr kumimoji="1" lang="en-US" sz="1200" b="0" i="0" u="none" strike="noStrike" kern="1200" baseline="0" dirty="0">
                <a:solidFill>
                  <a:schemeClr val="tx1"/>
                </a:solidFill>
                <a:latin typeface="Times New Roman" pitchFamily="33" charset="0"/>
                <a:ea typeface="+mn-ea"/>
                <a:cs typeface="+mn-cs"/>
              </a:rPr>
              <a:t>the point of view of a word transfer. The </a:t>
            </a:r>
            <a:r>
              <a:rPr kumimoji="1" lang="en-US" sz="1200" b="0" i="0" u="none" strike="noStrike" kern="1200" baseline="0" dirty="0" err="1">
                <a:solidFill>
                  <a:schemeClr val="tx1"/>
                </a:solidFill>
                <a:latin typeface="Times New Roman" pitchFamily="33" charset="0"/>
                <a:ea typeface="+mn-ea"/>
                <a:cs typeface="+mn-cs"/>
              </a:rPr>
              <a:t>prefetch</a:t>
            </a:r>
            <a:r>
              <a:rPr kumimoji="1" lang="en-US" sz="1200" b="0" i="0" u="none" strike="noStrike" kern="1200" baseline="0" dirty="0">
                <a:solidFill>
                  <a:schemeClr val="tx1"/>
                </a:solidFill>
                <a:latin typeface="Times New Roman" pitchFamily="33" charset="0"/>
                <a:ea typeface="+mn-ea"/>
                <a:cs typeface="+mn-cs"/>
              </a:rPr>
              <a:t> buffer size determines how many</a:t>
            </a:r>
          </a:p>
          <a:p>
            <a:r>
              <a:rPr kumimoji="1" lang="en-US" sz="1200" b="0" i="0" u="none" strike="noStrike" kern="1200" baseline="0" dirty="0">
                <a:solidFill>
                  <a:schemeClr val="tx1"/>
                </a:solidFill>
                <a:latin typeface="Times New Roman" pitchFamily="33" charset="0"/>
                <a:ea typeface="+mn-ea"/>
                <a:cs typeface="+mn-cs"/>
              </a:rPr>
              <a:t>words of data are fetched (across multiple SDRAM chips) every time a column command</a:t>
            </a:r>
          </a:p>
          <a:p>
            <a:r>
              <a:rPr kumimoji="1" lang="en-US" sz="1200" b="0" i="0" u="none" strike="noStrike" kern="1200" baseline="0" dirty="0">
                <a:solidFill>
                  <a:schemeClr val="tx1"/>
                </a:solidFill>
                <a:latin typeface="Times New Roman" pitchFamily="33" charset="0"/>
                <a:ea typeface="+mn-ea"/>
                <a:cs typeface="+mn-cs"/>
              </a:rPr>
              <a:t>is performed with DDR memories. Because the core of the DRAM is much</a:t>
            </a:r>
          </a:p>
          <a:p>
            <a:r>
              <a:rPr kumimoji="1" lang="en-US" sz="1200" b="0" i="0" u="none" strike="noStrike" kern="1200" baseline="0" dirty="0">
                <a:solidFill>
                  <a:schemeClr val="tx1"/>
                </a:solidFill>
                <a:latin typeface="Times New Roman" pitchFamily="33" charset="0"/>
                <a:ea typeface="+mn-ea"/>
                <a:cs typeface="+mn-cs"/>
              </a:rPr>
              <a:t>slower than the interface, the difference is bridged by accessing information in parallel</a:t>
            </a:r>
          </a:p>
          <a:p>
            <a:r>
              <a:rPr kumimoji="1" lang="en-US" sz="1200" b="0" i="0" u="none" strike="noStrike" kern="1200" baseline="0" dirty="0">
                <a:solidFill>
                  <a:schemeClr val="tx1"/>
                </a:solidFill>
                <a:latin typeface="Times New Roman" pitchFamily="33" charset="0"/>
                <a:ea typeface="+mn-ea"/>
                <a:cs typeface="+mn-cs"/>
              </a:rPr>
              <a:t>and then serializing it out the interface through a multiplexor (MUX). Thus,</a:t>
            </a:r>
          </a:p>
          <a:p>
            <a:r>
              <a:rPr kumimoji="1" lang="en-US" sz="1200" b="0" i="0" u="none" strike="noStrike" kern="1200" baseline="0" dirty="0">
                <a:solidFill>
                  <a:schemeClr val="tx1"/>
                </a:solidFill>
                <a:latin typeface="Times New Roman" pitchFamily="33" charset="0"/>
                <a:ea typeface="+mn-ea"/>
                <a:cs typeface="+mn-cs"/>
              </a:rPr>
              <a:t>DDR prefetches two words, which means that every time a read or a write operation</a:t>
            </a:r>
          </a:p>
          <a:p>
            <a:r>
              <a:rPr kumimoji="1" lang="en-US" sz="1200" b="0" i="0" u="none" strike="noStrike" kern="1200" baseline="0" dirty="0">
                <a:solidFill>
                  <a:schemeClr val="tx1"/>
                </a:solidFill>
                <a:latin typeface="Times New Roman" pitchFamily="33" charset="0"/>
                <a:ea typeface="+mn-ea"/>
                <a:cs typeface="+mn-cs"/>
              </a:rPr>
              <a:t>is performed, it is performed on two words of data, and bursts out of, or into, the</a:t>
            </a:r>
          </a:p>
          <a:p>
            <a:r>
              <a:rPr kumimoji="1" lang="en-US" sz="1200" b="0" i="0" u="none" strike="noStrike" kern="1200" baseline="0" dirty="0">
                <a:solidFill>
                  <a:schemeClr val="tx1"/>
                </a:solidFill>
                <a:latin typeface="Times New Roman" pitchFamily="33" charset="0"/>
                <a:ea typeface="+mn-ea"/>
                <a:cs typeface="+mn-cs"/>
              </a:rPr>
              <a:t>SDRAM over one clock cycles on both clock edges for a total of two consecutive</a:t>
            </a:r>
          </a:p>
          <a:p>
            <a:r>
              <a:rPr kumimoji="1" lang="en-US" sz="1200" b="0" i="0" u="none" strike="noStrike" kern="1200" baseline="0" dirty="0">
                <a:solidFill>
                  <a:schemeClr val="tx1"/>
                </a:solidFill>
                <a:latin typeface="Times New Roman" pitchFamily="33" charset="0"/>
                <a:ea typeface="+mn-ea"/>
                <a:cs typeface="+mn-cs"/>
              </a:rPr>
              <a:t>operations. As a result, the DDR I/O interface is twice as fast as the SDRAM core.</a:t>
            </a:r>
          </a:p>
          <a:p>
            <a:endParaRPr kumimoji="1" lang="en-US" sz="1200" b="0" i="0" u="none" strike="noStrike" kern="1200" baseline="0" dirty="0">
              <a:solidFill>
                <a:schemeClr val="tx1"/>
              </a:solidFill>
              <a:latin typeface="Times New Roman" pitchFamily="33" charset="0"/>
              <a:ea typeface="+mn-ea"/>
              <a:cs typeface="+mn-cs"/>
            </a:endParaRPr>
          </a:p>
          <a:p>
            <a:r>
              <a:rPr kumimoji="1" lang="en-US" sz="1200" b="0" i="0" u="none" strike="noStrike" kern="1200" baseline="0" dirty="0">
                <a:solidFill>
                  <a:schemeClr val="tx1"/>
                </a:solidFill>
                <a:latin typeface="Times New Roman" pitchFamily="33" charset="0"/>
                <a:ea typeface="+mn-ea"/>
                <a:cs typeface="+mn-cs"/>
              </a:rPr>
              <a:t>Although each new generation of SDRAM results is much greater capacity,</a:t>
            </a:r>
          </a:p>
          <a:p>
            <a:r>
              <a:rPr kumimoji="1" lang="en-US" sz="1200" b="0" i="0" u="none" strike="noStrike" kern="1200" baseline="0" dirty="0">
                <a:solidFill>
                  <a:schemeClr val="tx1"/>
                </a:solidFill>
                <a:latin typeface="Times New Roman" pitchFamily="33" charset="0"/>
                <a:ea typeface="+mn-ea"/>
                <a:cs typeface="+mn-cs"/>
              </a:rPr>
              <a:t>the core speed of the SDRAM has not changed significantly from generation to</a:t>
            </a:r>
          </a:p>
          <a:p>
            <a:r>
              <a:rPr kumimoji="1" lang="en-US" sz="1200" b="0" i="0" u="none" strike="noStrike" kern="1200" baseline="0" dirty="0">
                <a:solidFill>
                  <a:schemeClr val="tx1"/>
                </a:solidFill>
                <a:latin typeface="Times New Roman" pitchFamily="33" charset="0"/>
                <a:ea typeface="+mn-ea"/>
                <a:cs typeface="+mn-cs"/>
              </a:rPr>
              <a:t>generation. To achieve greater data rates than those afforded by the rather modest</a:t>
            </a:r>
          </a:p>
          <a:p>
            <a:r>
              <a:rPr kumimoji="1" lang="en-US" sz="1200" b="0" i="0" u="none" strike="noStrike" kern="1200" baseline="0" dirty="0">
                <a:solidFill>
                  <a:schemeClr val="tx1"/>
                </a:solidFill>
                <a:latin typeface="Times New Roman" pitchFamily="33" charset="0"/>
                <a:ea typeface="+mn-ea"/>
                <a:cs typeface="+mn-cs"/>
              </a:rPr>
              <a:t>increases in SDRAM clock rate, JDEC increased the buffer size. For DDR2, a 4-bit</a:t>
            </a:r>
          </a:p>
          <a:p>
            <a:r>
              <a:rPr kumimoji="1" lang="en-US" sz="1200" b="0" i="0" u="none" strike="noStrike" kern="1200" baseline="0" dirty="0">
                <a:solidFill>
                  <a:schemeClr val="tx1"/>
                </a:solidFill>
                <a:latin typeface="Times New Roman" pitchFamily="33" charset="0"/>
                <a:ea typeface="+mn-ea"/>
                <a:cs typeface="+mn-cs"/>
              </a:rPr>
              <a:t>buffer is used, allowing for words to be transferred in parallel, increasing the effective</a:t>
            </a:r>
          </a:p>
          <a:p>
            <a:r>
              <a:rPr kumimoji="1" lang="en-US" sz="1200" b="0" i="0" u="none" strike="noStrike" kern="1200" baseline="0" dirty="0">
                <a:solidFill>
                  <a:schemeClr val="tx1"/>
                </a:solidFill>
                <a:latin typeface="Times New Roman" pitchFamily="33" charset="0"/>
                <a:ea typeface="+mn-ea"/>
                <a:cs typeface="+mn-cs"/>
              </a:rPr>
              <a:t>data rate by a factor of 4. For DDR3, an 8-bit buffer is used and a factor of 8</a:t>
            </a:r>
          </a:p>
          <a:p>
            <a:r>
              <a:rPr kumimoji="1" lang="en-US" sz="1200" b="0" i="0" u="none" strike="noStrike" kern="1200" baseline="0" dirty="0">
                <a:solidFill>
                  <a:schemeClr val="tx1"/>
                </a:solidFill>
                <a:latin typeface="Times New Roman" pitchFamily="33" charset="0"/>
                <a:ea typeface="+mn-ea"/>
                <a:cs typeface="+mn-cs"/>
              </a:rPr>
              <a:t>speedup is achieved (Figure 6.14).</a:t>
            </a:r>
          </a:p>
          <a:p>
            <a:endParaRPr kumimoji="1" lang="en-US" sz="1200" b="0" i="0" u="none" strike="noStrike" kern="1200" baseline="0" dirty="0">
              <a:solidFill>
                <a:schemeClr val="tx1"/>
              </a:solidFill>
              <a:latin typeface="Times New Roman" pitchFamily="33" charset="0"/>
              <a:ea typeface="+mn-ea"/>
              <a:cs typeface="+mn-cs"/>
            </a:endParaRPr>
          </a:p>
          <a:p>
            <a:r>
              <a:rPr kumimoji="1" lang="en-US" sz="1200" b="0" i="0" u="none" strike="noStrike" kern="1200" baseline="0" dirty="0">
                <a:solidFill>
                  <a:schemeClr val="tx1"/>
                </a:solidFill>
                <a:latin typeface="Times New Roman" pitchFamily="33" charset="0"/>
                <a:ea typeface="+mn-ea"/>
                <a:cs typeface="+mn-cs"/>
              </a:rPr>
              <a:t>The downside to the </a:t>
            </a:r>
            <a:r>
              <a:rPr kumimoji="1" lang="en-US" sz="1200" b="0" i="0" u="none" strike="noStrike" kern="1200" baseline="0" dirty="0" err="1">
                <a:solidFill>
                  <a:schemeClr val="tx1"/>
                </a:solidFill>
                <a:latin typeface="Times New Roman" pitchFamily="33" charset="0"/>
                <a:ea typeface="+mn-ea"/>
                <a:cs typeface="+mn-cs"/>
              </a:rPr>
              <a:t>prefetch</a:t>
            </a:r>
            <a:r>
              <a:rPr kumimoji="1" lang="en-US" sz="1200" b="0" i="0" u="none" strike="noStrike" kern="1200" baseline="0" dirty="0">
                <a:solidFill>
                  <a:schemeClr val="tx1"/>
                </a:solidFill>
                <a:latin typeface="Times New Roman" pitchFamily="33" charset="0"/>
                <a:ea typeface="+mn-ea"/>
                <a:cs typeface="+mn-cs"/>
              </a:rPr>
              <a:t> is that it effectively determines the minimum</a:t>
            </a:r>
          </a:p>
          <a:p>
            <a:r>
              <a:rPr kumimoji="1" lang="en-US" sz="1200" b="0" i="0" u="none" strike="noStrike" kern="1200" baseline="0" dirty="0">
                <a:solidFill>
                  <a:schemeClr val="tx1"/>
                </a:solidFill>
                <a:latin typeface="Times New Roman" pitchFamily="33" charset="0"/>
                <a:ea typeface="+mn-ea"/>
                <a:cs typeface="+mn-cs"/>
              </a:rPr>
              <a:t>burst length for the SDRAMs. For example, it is very difficult to have an efficient</a:t>
            </a:r>
          </a:p>
          <a:p>
            <a:r>
              <a:rPr kumimoji="1" lang="en-US" sz="1200" b="0" i="0" u="none" strike="noStrike" kern="1200" baseline="0" dirty="0">
                <a:solidFill>
                  <a:schemeClr val="tx1"/>
                </a:solidFill>
                <a:latin typeface="Times New Roman" pitchFamily="33" charset="0"/>
                <a:ea typeface="+mn-ea"/>
                <a:cs typeface="+mn-cs"/>
              </a:rPr>
              <a:t>burst length of four words with DDR3’s </a:t>
            </a:r>
            <a:r>
              <a:rPr kumimoji="1" lang="en-US" sz="1200" b="0" i="0" u="none" strike="noStrike" kern="1200" baseline="0" dirty="0" err="1">
                <a:solidFill>
                  <a:schemeClr val="tx1"/>
                </a:solidFill>
                <a:latin typeface="Times New Roman" pitchFamily="33" charset="0"/>
                <a:ea typeface="+mn-ea"/>
                <a:cs typeface="+mn-cs"/>
              </a:rPr>
              <a:t>prefetch</a:t>
            </a:r>
            <a:r>
              <a:rPr kumimoji="1" lang="en-US" sz="1200" b="0" i="0" u="none" strike="noStrike" kern="1200" baseline="0" dirty="0">
                <a:solidFill>
                  <a:schemeClr val="tx1"/>
                </a:solidFill>
                <a:latin typeface="Times New Roman" pitchFamily="33" charset="0"/>
                <a:ea typeface="+mn-ea"/>
                <a:cs typeface="+mn-cs"/>
              </a:rPr>
              <a:t> of eight. Accordingly, the JDEC</a:t>
            </a:r>
          </a:p>
          <a:p>
            <a:r>
              <a:rPr kumimoji="1" lang="en-US" sz="1200" b="0" i="0" u="none" strike="noStrike" kern="1200" baseline="0" dirty="0">
                <a:solidFill>
                  <a:schemeClr val="tx1"/>
                </a:solidFill>
                <a:latin typeface="Times New Roman" pitchFamily="33" charset="0"/>
                <a:ea typeface="+mn-ea"/>
                <a:cs typeface="+mn-cs"/>
              </a:rPr>
              <a:t>designers chose not to increase the buffer size to 16 bits for DDR4, but rather to</a:t>
            </a:r>
          </a:p>
          <a:p>
            <a:r>
              <a:rPr kumimoji="1" lang="en-US" sz="1200" b="0" i="0" u="none" strike="noStrike" kern="1200" baseline="0" dirty="0">
                <a:solidFill>
                  <a:schemeClr val="tx1"/>
                </a:solidFill>
                <a:latin typeface="Times New Roman" pitchFamily="33" charset="0"/>
                <a:ea typeface="+mn-ea"/>
                <a:cs typeface="+mn-cs"/>
              </a:rPr>
              <a:t>introduce the concept of a </a:t>
            </a:r>
            <a:r>
              <a:rPr kumimoji="1" lang="en-US" sz="1200" b="1" i="0" u="none" strike="noStrike" kern="1200" baseline="0" dirty="0">
                <a:solidFill>
                  <a:schemeClr val="tx1"/>
                </a:solidFill>
                <a:latin typeface="Times New Roman" pitchFamily="33" charset="0"/>
                <a:ea typeface="+mn-ea"/>
                <a:cs typeface="+mn-cs"/>
              </a:rPr>
              <a:t>bank group  </a:t>
            </a:r>
            <a:r>
              <a:rPr kumimoji="1" lang="en-US" sz="1200" b="0" i="0" u="none" strike="noStrike" kern="1200" baseline="0" dirty="0">
                <a:solidFill>
                  <a:schemeClr val="tx1"/>
                </a:solidFill>
                <a:latin typeface="Times New Roman" pitchFamily="33" charset="0"/>
                <a:ea typeface="+mn-ea"/>
                <a:cs typeface="+mn-cs"/>
              </a:rPr>
              <a:t>[ALLA13]. Bank groups are separate entities</a:t>
            </a:r>
          </a:p>
          <a:p>
            <a:r>
              <a:rPr kumimoji="1" lang="en-US" sz="1200" b="0" i="0" u="none" strike="noStrike" kern="1200" baseline="0" dirty="0">
                <a:solidFill>
                  <a:schemeClr val="tx1"/>
                </a:solidFill>
                <a:latin typeface="Times New Roman" pitchFamily="33" charset="0"/>
                <a:ea typeface="+mn-ea"/>
                <a:cs typeface="+mn-cs"/>
              </a:rPr>
              <a:t>such that they allow a column cycle to complete within a bank group, but that</a:t>
            </a:r>
          </a:p>
          <a:p>
            <a:r>
              <a:rPr kumimoji="1" lang="en-US" sz="1200" b="0" i="0" u="none" strike="noStrike" kern="1200" baseline="0" dirty="0">
                <a:solidFill>
                  <a:schemeClr val="tx1"/>
                </a:solidFill>
                <a:latin typeface="Times New Roman" pitchFamily="33" charset="0"/>
                <a:ea typeface="+mn-ea"/>
                <a:cs typeface="+mn-cs"/>
              </a:rPr>
              <a:t>column cycle does not impact what is happening in another bank group. Thus,</a:t>
            </a:r>
          </a:p>
          <a:p>
            <a:r>
              <a:rPr kumimoji="1" lang="en-US" sz="1200" b="0" i="0" u="none" strike="noStrike" kern="1200" baseline="0" dirty="0">
                <a:solidFill>
                  <a:schemeClr val="tx1"/>
                </a:solidFill>
                <a:latin typeface="Times New Roman" pitchFamily="33" charset="0"/>
                <a:ea typeface="+mn-ea"/>
                <a:cs typeface="+mn-cs"/>
              </a:rPr>
              <a:t>two prefetches of eight can be operating in parallel in the two bank groups. This</a:t>
            </a:r>
          </a:p>
          <a:p>
            <a:r>
              <a:rPr kumimoji="1" lang="en-US" sz="1200" b="0" i="0" u="none" strike="noStrike" kern="1200" baseline="0" dirty="0">
                <a:solidFill>
                  <a:schemeClr val="tx1"/>
                </a:solidFill>
                <a:latin typeface="Times New Roman" pitchFamily="33" charset="0"/>
                <a:ea typeface="+mn-ea"/>
                <a:cs typeface="+mn-cs"/>
              </a:rPr>
              <a:t>arrangement keeps the </a:t>
            </a:r>
            <a:r>
              <a:rPr kumimoji="1" lang="en-US" sz="1200" b="0" i="0" u="none" strike="noStrike" kern="1200" baseline="0" dirty="0" err="1">
                <a:solidFill>
                  <a:schemeClr val="tx1"/>
                </a:solidFill>
                <a:latin typeface="Times New Roman" pitchFamily="33" charset="0"/>
                <a:ea typeface="+mn-ea"/>
                <a:cs typeface="+mn-cs"/>
              </a:rPr>
              <a:t>prefetch</a:t>
            </a:r>
            <a:r>
              <a:rPr kumimoji="1" lang="en-US" sz="1200" b="0" i="0" u="none" strike="noStrike" kern="1200" baseline="0" dirty="0">
                <a:solidFill>
                  <a:schemeClr val="tx1"/>
                </a:solidFill>
                <a:latin typeface="Times New Roman" pitchFamily="33" charset="0"/>
                <a:ea typeface="+mn-ea"/>
                <a:cs typeface="+mn-cs"/>
              </a:rPr>
              <a:t> buffer size the same as for DDR3, while increasing</a:t>
            </a:r>
          </a:p>
          <a:p>
            <a:r>
              <a:rPr kumimoji="1" lang="en-US" sz="1200" b="0" i="0" u="none" strike="noStrike" kern="1200" baseline="0" dirty="0">
                <a:solidFill>
                  <a:schemeClr val="tx1"/>
                </a:solidFill>
                <a:latin typeface="Times New Roman" pitchFamily="33" charset="0"/>
                <a:ea typeface="+mn-ea"/>
                <a:cs typeface="+mn-cs"/>
              </a:rPr>
              <a:t>performance as if the </a:t>
            </a:r>
            <a:r>
              <a:rPr kumimoji="1" lang="en-US" sz="1200" b="0" i="0" u="none" strike="noStrike" kern="1200" baseline="0" dirty="0" err="1">
                <a:solidFill>
                  <a:schemeClr val="tx1"/>
                </a:solidFill>
                <a:latin typeface="Times New Roman" pitchFamily="33" charset="0"/>
                <a:ea typeface="+mn-ea"/>
                <a:cs typeface="+mn-cs"/>
              </a:rPr>
              <a:t>prefetch</a:t>
            </a:r>
            <a:r>
              <a:rPr kumimoji="1" lang="en-US" sz="1200" b="0" i="0" u="none" strike="noStrike" kern="1200" baseline="0" dirty="0">
                <a:solidFill>
                  <a:schemeClr val="tx1"/>
                </a:solidFill>
                <a:latin typeface="Times New Roman" pitchFamily="33" charset="0"/>
                <a:ea typeface="+mn-ea"/>
                <a:cs typeface="+mn-cs"/>
              </a:rPr>
              <a:t> is larger.</a:t>
            </a:r>
          </a:p>
          <a:p>
            <a:endParaRPr kumimoji="1" lang="en-US" sz="1200" b="0" i="0" u="none" strike="noStrike" kern="1200" baseline="0" dirty="0">
              <a:solidFill>
                <a:schemeClr val="tx1"/>
              </a:solidFill>
              <a:latin typeface="Times New Roman" pitchFamily="33" charset="0"/>
              <a:ea typeface="+mn-ea"/>
              <a:cs typeface="+mn-cs"/>
            </a:endParaRPr>
          </a:p>
          <a:p>
            <a:r>
              <a:rPr kumimoji="1" lang="en-US" sz="1200" b="0" i="0" u="none" strike="noStrike" kern="1200" baseline="0" dirty="0">
                <a:solidFill>
                  <a:schemeClr val="tx1"/>
                </a:solidFill>
                <a:latin typeface="Times New Roman" pitchFamily="33" charset="0"/>
                <a:ea typeface="+mn-ea"/>
                <a:cs typeface="+mn-cs"/>
              </a:rPr>
              <a:t>Figure 6.14 shows a configuration with two bank groups. With DDR4, up to 4</a:t>
            </a:r>
          </a:p>
          <a:p>
            <a:r>
              <a:rPr kumimoji="1" lang="en-US" sz="1200" b="0" i="0" u="none" strike="noStrike" kern="1200" baseline="0" dirty="0">
                <a:solidFill>
                  <a:schemeClr val="tx1"/>
                </a:solidFill>
                <a:latin typeface="Times New Roman" pitchFamily="33" charset="0"/>
                <a:ea typeface="+mn-ea"/>
                <a:cs typeface="+mn-cs"/>
              </a:rPr>
              <a:t>bank groups can be used.</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AF100D4-BB46-6748-84D4-F681254872AC}" type="slidenum">
              <a:rPr kumimoji="0" lang="en-US" sz="1200" b="0" i="0" u="none" strike="noStrike" kern="1200" cap="none" spc="0" normalizeH="0" baseline="0" noProof="0" smtClean="0">
                <a:ln>
                  <a:noFill/>
                </a:ln>
                <a:solidFill>
                  <a:srgbClr val="000000"/>
                </a:solidFill>
                <a:effectLst/>
                <a:uLnTx/>
                <a:uFillTx/>
                <a:latin typeface="Times New Roman" pitchFamily="33"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29</a:t>
            </a:fld>
            <a:endParaRPr kumimoji="0" lang="en-US" sz="1200" b="0" i="0" u="none" strike="noStrike" kern="1200" cap="none" spc="0" normalizeH="0" baseline="0" noProof="0">
              <a:ln>
                <a:noFill/>
              </a:ln>
              <a:solidFill>
                <a:srgbClr val="000000"/>
              </a:solidFill>
              <a:effectLst/>
              <a:uLnTx/>
              <a:uFillTx/>
              <a:latin typeface="Times New Roman" pitchFamily="33" charset="0"/>
              <a:ea typeface="+mn-ea"/>
              <a:cs typeface="+mn-cs"/>
            </a:endParaRPr>
          </a:p>
        </p:txBody>
      </p:sp>
      <p:sp>
        <p:nvSpPr>
          <p:cNvPr id="5" name="Footer Placeholder 4"/>
          <p:cNvSpPr>
            <a:spLocks noGrp="1"/>
          </p:cNvSpPr>
          <p:nvPr>
            <p:ph type="ftr" sz="quarter" idx="11"/>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imes New Roman" pitchFamily="33" charset="0"/>
                <a:ea typeface="+mn-ea"/>
                <a:cs typeface="+mn-cs"/>
              </a:rPr>
              <a:t>© 2016 Pearson Education, Inc., Upper Saddle River, NJ. All rights reserved.</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b="0" i="0" u="none" strike="noStrike" kern="1200" baseline="0" dirty="0">
                <a:solidFill>
                  <a:schemeClr val="tx1"/>
                </a:solidFill>
                <a:latin typeface="Times New Roman" pitchFamily="33" charset="0"/>
                <a:ea typeface="+mn-ea"/>
                <a:cs typeface="+mn-cs"/>
              </a:rPr>
              <a:t> Another form of semiconductor memory is flash memory. Flash memory is used</a:t>
            </a:r>
          </a:p>
          <a:p>
            <a:r>
              <a:rPr kumimoji="1" lang="en-US" sz="1200" b="0" i="0" u="none" strike="noStrike" kern="1200" baseline="0" dirty="0">
                <a:solidFill>
                  <a:schemeClr val="tx1"/>
                </a:solidFill>
                <a:latin typeface="Times New Roman" pitchFamily="33" charset="0"/>
                <a:ea typeface="+mn-ea"/>
                <a:cs typeface="+mn-cs"/>
              </a:rPr>
              <a:t>both for internal memory and external memory applications. Here, we provide a</a:t>
            </a:r>
          </a:p>
          <a:p>
            <a:r>
              <a:rPr kumimoji="1" lang="en-US" sz="1200" b="0" i="0" u="none" strike="noStrike" kern="1200" baseline="0" dirty="0">
                <a:solidFill>
                  <a:schemeClr val="tx1"/>
                </a:solidFill>
                <a:latin typeface="Times New Roman" pitchFamily="33" charset="0"/>
                <a:ea typeface="+mn-ea"/>
                <a:cs typeface="+mn-cs"/>
              </a:rPr>
              <a:t>technical overview and look at its use for internal memory.</a:t>
            </a:r>
          </a:p>
          <a:p>
            <a:endParaRPr kumimoji="1" lang="en-US" sz="1200" b="0" i="0" u="none" strike="noStrike" kern="1200" baseline="0" dirty="0">
              <a:solidFill>
                <a:schemeClr val="tx1"/>
              </a:solidFill>
              <a:latin typeface="Times New Roman" pitchFamily="33" charset="0"/>
              <a:ea typeface="+mn-ea"/>
              <a:cs typeface="+mn-cs"/>
            </a:endParaRPr>
          </a:p>
          <a:p>
            <a:r>
              <a:rPr kumimoji="1" lang="en-US" sz="1200" b="0" i="0" u="none" strike="noStrike" kern="1200" baseline="0" dirty="0">
                <a:solidFill>
                  <a:schemeClr val="tx1"/>
                </a:solidFill>
                <a:latin typeface="Times New Roman" pitchFamily="33" charset="0"/>
                <a:ea typeface="+mn-ea"/>
                <a:cs typeface="+mn-cs"/>
              </a:rPr>
              <a:t>First introduced in the mid-1980s, flash memory is intermediate between</a:t>
            </a:r>
          </a:p>
          <a:p>
            <a:r>
              <a:rPr kumimoji="1" lang="en-US" sz="1200" b="0" i="0" u="none" strike="noStrike" kern="1200" baseline="0" dirty="0">
                <a:solidFill>
                  <a:schemeClr val="tx1"/>
                </a:solidFill>
                <a:latin typeface="Times New Roman" pitchFamily="33" charset="0"/>
                <a:ea typeface="+mn-ea"/>
                <a:cs typeface="+mn-cs"/>
              </a:rPr>
              <a:t>EPROM and EEPROM in both cost and functionality. Like EEPROM, flash memory</a:t>
            </a:r>
          </a:p>
          <a:p>
            <a:r>
              <a:rPr kumimoji="1" lang="en-US" sz="1200" b="0" i="0" u="none" strike="noStrike" kern="1200" baseline="0" dirty="0">
                <a:solidFill>
                  <a:schemeClr val="tx1"/>
                </a:solidFill>
                <a:latin typeface="Times New Roman" pitchFamily="33" charset="0"/>
                <a:ea typeface="+mn-ea"/>
                <a:cs typeface="+mn-cs"/>
              </a:rPr>
              <a:t>uses an electrical erasing technology. An entire flash memory can be erased in</a:t>
            </a:r>
          </a:p>
          <a:p>
            <a:r>
              <a:rPr kumimoji="1" lang="en-US" sz="1200" b="0" i="0" u="none" strike="noStrike" kern="1200" baseline="0" dirty="0">
                <a:solidFill>
                  <a:schemeClr val="tx1"/>
                </a:solidFill>
                <a:latin typeface="Times New Roman" pitchFamily="33" charset="0"/>
                <a:ea typeface="+mn-ea"/>
                <a:cs typeface="+mn-cs"/>
              </a:rPr>
              <a:t>one or a few seconds, which is much faster than EPROM. In addition, it is possible</a:t>
            </a:r>
          </a:p>
          <a:p>
            <a:r>
              <a:rPr kumimoji="1" lang="en-US" sz="1200" b="0" i="0" u="none" strike="noStrike" kern="1200" baseline="0" dirty="0">
                <a:solidFill>
                  <a:schemeClr val="tx1"/>
                </a:solidFill>
                <a:latin typeface="Times New Roman" pitchFamily="33" charset="0"/>
                <a:ea typeface="+mn-ea"/>
                <a:cs typeface="+mn-cs"/>
              </a:rPr>
              <a:t>to erase just blocks of memory rather than an entire chip. Flash memory gets its</a:t>
            </a:r>
          </a:p>
          <a:p>
            <a:r>
              <a:rPr kumimoji="1" lang="en-US" sz="1200" b="0" i="0" u="none" strike="noStrike" kern="1200" baseline="0" dirty="0">
                <a:solidFill>
                  <a:schemeClr val="tx1"/>
                </a:solidFill>
                <a:latin typeface="Times New Roman" pitchFamily="33" charset="0"/>
                <a:ea typeface="+mn-ea"/>
                <a:cs typeface="+mn-cs"/>
              </a:rPr>
              <a:t>name because the microchip is organized so that a section of memory cells are</a:t>
            </a:r>
          </a:p>
          <a:p>
            <a:r>
              <a:rPr kumimoji="1" lang="en-US" sz="1200" b="0" i="0" u="none" strike="noStrike" kern="1200" baseline="0" dirty="0">
                <a:solidFill>
                  <a:schemeClr val="tx1"/>
                </a:solidFill>
                <a:latin typeface="Times New Roman" pitchFamily="33" charset="0"/>
                <a:ea typeface="+mn-ea"/>
                <a:cs typeface="+mn-cs"/>
              </a:rPr>
              <a:t>erased in a single action or "flash." However, flash memory does not provide byte-level</a:t>
            </a:r>
          </a:p>
          <a:p>
            <a:r>
              <a:rPr kumimoji="1" lang="en-US" sz="1200" b="0" i="0" u="none" strike="noStrike" kern="1200" baseline="0" dirty="0">
                <a:solidFill>
                  <a:schemeClr val="tx1"/>
                </a:solidFill>
                <a:latin typeface="Times New Roman" pitchFamily="33" charset="0"/>
                <a:ea typeface="+mn-ea"/>
                <a:cs typeface="+mn-cs"/>
              </a:rPr>
              <a:t>erasure. Like EPROM, flash memory uses only one transistor per bit, and so</a:t>
            </a:r>
          </a:p>
          <a:p>
            <a:r>
              <a:rPr kumimoji="1" lang="en-US" sz="1200" b="0" i="0" u="none" strike="noStrike" kern="1200" baseline="0" dirty="0">
                <a:solidFill>
                  <a:schemeClr val="tx1"/>
                </a:solidFill>
                <a:latin typeface="Times New Roman" pitchFamily="33" charset="0"/>
                <a:ea typeface="+mn-ea"/>
                <a:cs typeface="+mn-cs"/>
              </a:rPr>
              <a:t>achieves the high density (compared with EEPROM) of EPROM.</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AF100D4-BB46-6748-84D4-F681254872AC}" type="slidenum">
              <a:rPr kumimoji="0" lang="en-US" sz="1200" b="0" i="0" u="none" strike="noStrike" kern="1200" cap="none" spc="0" normalizeH="0" baseline="0" noProof="0" smtClean="0">
                <a:ln>
                  <a:noFill/>
                </a:ln>
                <a:solidFill>
                  <a:srgbClr val="000000"/>
                </a:solidFill>
                <a:effectLst/>
                <a:uLnTx/>
                <a:uFillTx/>
                <a:latin typeface="Times New Roman" pitchFamily="33"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30</a:t>
            </a:fld>
            <a:endParaRPr kumimoji="0" lang="en-US" sz="1200" b="0" i="0" u="none" strike="noStrike" kern="1200" cap="none" spc="0" normalizeH="0" baseline="0" noProof="0">
              <a:ln>
                <a:noFill/>
              </a:ln>
              <a:solidFill>
                <a:srgbClr val="000000"/>
              </a:solidFill>
              <a:effectLst/>
              <a:uLnTx/>
              <a:uFillTx/>
              <a:latin typeface="Times New Roman" pitchFamily="33" charset="0"/>
              <a:ea typeface="+mn-ea"/>
              <a:cs typeface="+mn-cs"/>
            </a:endParaRPr>
          </a:p>
        </p:txBody>
      </p:sp>
      <p:sp>
        <p:nvSpPr>
          <p:cNvPr id="5" name="Footer Placeholder 4"/>
          <p:cNvSpPr>
            <a:spLocks noGrp="1"/>
          </p:cNvSpPr>
          <p:nvPr>
            <p:ph type="ftr" sz="quarter" idx="11"/>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imes New Roman" pitchFamily="33" charset="0"/>
                <a:ea typeface="+mn-ea"/>
                <a:cs typeface="+mn-cs"/>
              </a:rPr>
              <a:t>© 2016 Pearson Education, Inc., Upper Saddle River, NJ. All rights reserved.</a:t>
            </a:r>
          </a:p>
        </p:txBody>
      </p:sp>
    </p:spTree>
    <p:extLst>
      <p:ext uri="{BB962C8B-B14F-4D97-AF65-F5344CB8AC3E}">
        <p14:creationId xmlns:p14="http://schemas.microsoft.com/office/powerpoint/2010/main" val="3842228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b="0" i="0" u="none" strike="noStrike" kern="1200" baseline="0" dirty="0">
                <a:solidFill>
                  <a:schemeClr val="tx1"/>
                </a:solidFill>
                <a:latin typeface="Times New Roman" pitchFamily="33" charset="0"/>
                <a:ea typeface="+mn-ea"/>
                <a:cs typeface="+mn-cs"/>
              </a:rPr>
              <a:t> Figure 6.17 illustrates the basic operation of a flash memory. For comparison, Figure</a:t>
            </a:r>
          </a:p>
          <a:p>
            <a:r>
              <a:rPr kumimoji="1" lang="en-US" sz="1200" b="0" i="0" u="none" strike="noStrike" kern="1200" baseline="0" dirty="0">
                <a:solidFill>
                  <a:schemeClr val="tx1"/>
                </a:solidFill>
                <a:latin typeface="Times New Roman" pitchFamily="33" charset="0"/>
                <a:ea typeface="+mn-ea"/>
                <a:cs typeface="+mn-cs"/>
              </a:rPr>
              <a:t>6.17a depicts the operation of a transistor. Transistors exploit the properties of</a:t>
            </a:r>
          </a:p>
          <a:p>
            <a:r>
              <a:rPr kumimoji="1" lang="en-US" sz="1200" b="0" i="0" u="none" strike="noStrike" kern="1200" baseline="0" dirty="0">
                <a:solidFill>
                  <a:schemeClr val="tx1"/>
                </a:solidFill>
                <a:latin typeface="Times New Roman" pitchFamily="33" charset="0"/>
                <a:ea typeface="+mn-ea"/>
                <a:cs typeface="+mn-cs"/>
              </a:rPr>
              <a:t>semiconductors so that a small voltage applied to the gate can be used to control the</a:t>
            </a:r>
          </a:p>
          <a:p>
            <a:r>
              <a:rPr kumimoji="1" lang="en-US" sz="1200" b="0" i="0" u="none" strike="noStrike" kern="1200" baseline="0" dirty="0">
                <a:solidFill>
                  <a:schemeClr val="tx1"/>
                </a:solidFill>
                <a:latin typeface="Times New Roman" pitchFamily="33" charset="0"/>
                <a:ea typeface="+mn-ea"/>
                <a:cs typeface="+mn-cs"/>
              </a:rPr>
              <a:t>flow of a large current between the source and the drain.</a:t>
            </a:r>
          </a:p>
          <a:p>
            <a:endParaRPr kumimoji="1" lang="en-US" sz="1200" b="0" i="0" u="none" strike="noStrike" kern="1200" baseline="0" dirty="0">
              <a:solidFill>
                <a:schemeClr val="tx1"/>
              </a:solidFill>
              <a:latin typeface="Times New Roman" pitchFamily="33" charset="0"/>
              <a:ea typeface="+mn-ea"/>
              <a:cs typeface="+mn-cs"/>
            </a:endParaRPr>
          </a:p>
          <a:p>
            <a:r>
              <a:rPr kumimoji="1" lang="en-US" sz="1200" b="0" i="0" u="none" strike="noStrike" kern="1200" baseline="0" dirty="0">
                <a:solidFill>
                  <a:schemeClr val="tx1"/>
                </a:solidFill>
                <a:latin typeface="Times New Roman" pitchFamily="33" charset="0"/>
                <a:ea typeface="+mn-ea"/>
                <a:cs typeface="+mn-cs"/>
              </a:rPr>
              <a:t>In a flash memory cell, a second gate—called a floating gate, because it is insulated</a:t>
            </a:r>
          </a:p>
          <a:p>
            <a:r>
              <a:rPr kumimoji="1" lang="en-US" sz="1200" b="0" i="0" u="none" strike="noStrike" kern="1200" baseline="0" dirty="0">
                <a:solidFill>
                  <a:schemeClr val="tx1"/>
                </a:solidFill>
                <a:latin typeface="Times New Roman" pitchFamily="33" charset="0"/>
                <a:ea typeface="+mn-ea"/>
                <a:cs typeface="+mn-cs"/>
              </a:rPr>
              <a:t>by a thin oxide layer—is added to the transistor. Initially, the floating gate</a:t>
            </a:r>
          </a:p>
          <a:p>
            <a:r>
              <a:rPr kumimoji="1" lang="en-US" sz="1200" b="0" i="0" u="none" strike="noStrike" kern="1200" baseline="0" dirty="0">
                <a:solidFill>
                  <a:schemeClr val="tx1"/>
                </a:solidFill>
                <a:latin typeface="Times New Roman" pitchFamily="33" charset="0"/>
                <a:ea typeface="+mn-ea"/>
                <a:cs typeface="+mn-cs"/>
              </a:rPr>
              <a:t>does not interfere with the operation of the transistor (Figure 6.17b). In this state,</a:t>
            </a:r>
          </a:p>
          <a:p>
            <a:r>
              <a:rPr kumimoji="1" lang="en-US" sz="1200" b="0" i="0" u="none" strike="noStrike" kern="1200" baseline="0" dirty="0">
                <a:solidFill>
                  <a:schemeClr val="tx1"/>
                </a:solidFill>
                <a:latin typeface="Times New Roman" pitchFamily="33" charset="0"/>
                <a:ea typeface="+mn-ea"/>
                <a:cs typeface="+mn-cs"/>
              </a:rPr>
              <a:t>the cell is deemed to represent binary 1. </a:t>
            </a:r>
            <a:r>
              <a:rPr kumimoji="1" lang="en-US" sz="1200" b="1" i="0" u="none" strike="noStrike" kern="1200" baseline="0" dirty="0">
                <a:solidFill>
                  <a:schemeClr val="tx1"/>
                </a:solidFill>
                <a:latin typeface="Times New Roman" pitchFamily="33" charset="0"/>
                <a:ea typeface="+mn-ea"/>
                <a:cs typeface="+mn-cs"/>
              </a:rPr>
              <a:t>Applying a large voltage across the oxide</a:t>
            </a:r>
          </a:p>
          <a:p>
            <a:r>
              <a:rPr kumimoji="1" lang="en-US" sz="1200" b="1" i="0" u="none" strike="noStrike" kern="1200" baseline="0" dirty="0">
                <a:solidFill>
                  <a:schemeClr val="tx1"/>
                </a:solidFill>
                <a:latin typeface="Times New Roman" pitchFamily="33" charset="0"/>
                <a:ea typeface="+mn-ea"/>
                <a:cs typeface="+mn-cs"/>
              </a:rPr>
              <a:t>layer causes electrons to tunnel through it and become trapped on the floating gate,</a:t>
            </a:r>
          </a:p>
          <a:p>
            <a:r>
              <a:rPr kumimoji="1" lang="en-US" sz="1200" b="1" i="0" u="none" strike="noStrike" kern="1200" baseline="0" dirty="0">
                <a:solidFill>
                  <a:schemeClr val="tx1"/>
                </a:solidFill>
                <a:latin typeface="Times New Roman" pitchFamily="33" charset="0"/>
                <a:ea typeface="+mn-ea"/>
                <a:cs typeface="+mn-cs"/>
              </a:rPr>
              <a:t>where they remain even if the power is disconnected </a:t>
            </a:r>
            <a:r>
              <a:rPr kumimoji="1" lang="en-US" sz="1200" b="0" i="0" u="none" strike="noStrike" kern="1200" baseline="0" dirty="0">
                <a:solidFill>
                  <a:schemeClr val="tx1"/>
                </a:solidFill>
                <a:latin typeface="Times New Roman" pitchFamily="33" charset="0"/>
                <a:ea typeface="+mn-ea"/>
                <a:cs typeface="+mn-cs"/>
              </a:rPr>
              <a:t>(Figure 6.17c). In this state, the</a:t>
            </a:r>
          </a:p>
          <a:p>
            <a:r>
              <a:rPr kumimoji="1" lang="en-US" sz="1200" b="0" i="0" u="none" strike="noStrike" kern="1200" baseline="0" dirty="0">
                <a:solidFill>
                  <a:schemeClr val="tx1"/>
                </a:solidFill>
                <a:latin typeface="Times New Roman" pitchFamily="33" charset="0"/>
                <a:ea typeface="+mn-ea"/>
                <a:cs typeface="+mn-cs"/>
              </a:rPr>
              <a:t>cell is deemed to represent binary 0. The state of the cell can be read by using external</a:t>
            </a:r>
          </a:p>
          <a:p>
            <a:r>
              <a:rPr kumimoji="1" lang="en-US" sz="1200" b="0" i="0" u="none" strike="noStrike" kern="1200" baseline="0" dirty="0">
                <a:solidFill>
                  <a:schemeClr val="tx1"/>
                </a:solidFill>
                <a:latin typeface="Times New Roman" pitchFamily="33" charset="0"/>
                <a:ea typeface="+mn-ea"/>
                <a:cs typeface="+mn-cs"/>
              </a:rPr>
              <a:t>circuitry to test whether the transistor is working or not. Applying a large voltage</a:t>
            </a:r>
          </a:p>
          <a:p>
            <a:r>
              <a:rPr kumimoji="1" lang="en-US" sz="1200" b="0" i="0" u="none" strike="noStrike" kern="1200" baseline="0" dirty="0">
                <a:solidFill>
                  <a:schemeClr val="tx1"/>
                </a:solidFill>
                <a:latin typeface="Times New Roman" pitchFamily="33" charset="0"/>
                <a:ea typeface="+mn-ea"/>
                <a:cs typeface="+mn-cs"/>
              </a:rPr>
              <a:t>in the opposite direction removes the electrons from the floating gate, returning</a:t>
            </a:r>
          </a:p>
          <a:p>
            <a:r>
              <a:rPr kumimoji="1" lang="en-US" sz="1200" b="0" i="0" u="none" strike="noStrike" kern="1200" baseline="0" dirty="0">
                <a:solidFill>
                  <a:schemeClr val="tx1"/>
                </a:solidFill>
                <a:latin typeface="Times New Roman" pitchFamily="33" charset="0"/>
                <a:ea typeface="+mn-ea"/>
                <a:cs typeface="+mn-cs"/>
              </a:rPr>
              <a:t>to a state of binary 1.</a:t>
            </a:r>
          </a:p>
          <a:p>
            <a:endParaRPr kumimoji="1" lang="en-US" sz="1200" b="0" i="0" u="none" strike="noStrike" kern="1200" baseline="0" dirty="0">
              <a:solidFill>
                <a:schemeClr val="tx1"/>
              </a:solidFill>
              <a:latin typeface="Times New Roman" pitchFamily="33" charset="0"/>
              <a:ea typeface="+mn-ea"/>
              <a:cs typeface="+mn-cs"/>
            </a:endParaRPr>
          </a:p>
          <a:p>
            <a:r>
              <a:rPr kumimoji="1" lang="en-US" sz="1200" b="0" i="0" u="none" strike="noStrike" kern="1200" baseline="0" dirty="0">
                <a:solidFill>
                  <a:schemeClr val="tx1"/>
                </a:solidFill>
                <a:latin typeface="Times New Roman" pitchFamily="33" charset="0"/>
                <a:ea typeface="+mn-ea"/>
                <a:cs typeface="+mn-cs"/>
              </a:rPr>
              <a:t> An important characteristic of flash memory is that it is persistent memory,</a:t>
            </a:r>
          </a:p>
          <a:p>
            <a:r>
              <a:rPr kumimoji="1" lang="en-US" sz="1200" b="0" i="0" u="none" strike="noStrike" kern="1200" baseline="0" dirty="0">
                <a:solidFill>
                  <a:schemeClr val="tx1"/>
                </a:solidFill>
                <a:latin typeface="Times New Roman" pitchFamily="33" charset="0"/>
                <a:ea typeface="+mn-ea"/>
                <a:cs typeface="+mn-cs"/>
              </a:rPr>
              <a:t>which means that it retains data when there is no power applied to the memory.</a:t>
            </a:r>
          </a:p>
          <a:p>
            <a:r>
              <a:rPr kumimoji="1" lang="en-US" sz="1200" b="0" i="0" u="none" strike="noStrike" kern="1200" baseline="0" dirty="0">
                <a:solidFill>
                  <a:schemeClr val="tx1"/>
                </a:solidFill>
                <a:latin typeface="Times New Roman" pitchFamily="33" charset="0"/>
                <a:ea typeface="+mn-ea"/>
                <a:cs typeface="+mn-cs"/>
              </a:rPr>
              <a:t>Thus, it is useful for secondary (external) storage, and as an alternative to random</a:t>
            </a:r>
          </a:p>
          <a:p>
            <a:r>
              <a:rPr kumimoji="1" lang="en-US" sz="1200" b="0" i="0" u="none" strike="noStrike" kern="1200" baseline="0" dirty="0">
                <a:solidFill>
                  <a:schemeClr val="tx1"/>
                </a:solidFill>
                <a:latin typeface="Times New Roman" pitchFamily="33" charset="0"/>
                <a:ea typeface="+mn-ea"/>
                <a:cs typeface="+mn-cs"/>
              </a:rPr>
              <a:t>access memory in computers.</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AF100D4-BB46-6748-84D4-F681254872AC}" type="slidenum">
              <a:rPr kumimoji="0" lang="en-US" sz="1200" b="0" i="0" u="none" strike="noStrike" kern="1200" cap="none" spc="0" normalizeH="0" baseline="0" noProof="0" smtClean="0">
                <a:ln>
                  <a:noFill/>
                </a:ln>
                <a:solidFill>
                  <a:srgbClr val="000000"/>
                </a:solidFill>
                <a:effectLst/>
                <a:uLnTx/>
                <a:uFillTx/>
                <a:latin typeface="Times New Roman" pitchFamily="33"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31</a:t>
            </a:fld>
            <a:endParaRPr kumimoji="0" lang="en-US" sz="1200" b="0" i="0" u="none" strike="noStrike" kern="1200" cap="none" spc="0" normalizeH="0" baseline="0" noProof="0">
              <a:ln>
                <a:noFill/>
              </a:ln>
              <a:solidFill>
                <a:srgbClr val="000000"/>
              </a:solidFill>
              <a:effectLst/>
              <a:uLnTx/>
              <a:uFillTx/>
              <a:latin typeface="Times New Roman" pitchFamily="33" charset="0"/>
              <a:ea typeface="+mn-ea"/>
              <a:cs typeface="+mn-cs"/>
            </a:endParaRPr>
          </a:p>
        </p:txBody>
      </p:sp>
      <p:sp>
        <p:nvSpPr>
          <p:cNvPr id="5" name="Footer Placeholder 4"/>
          <p:cNvSpPr>
            <a:spLocks noGrp="1"/>
          </p:cNvSpPr>
          <p:nvPr>
            <p:ph type="ftr" sz="quarter" idx="11"/>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imes New Roman" pitchFamily="33" charset="0"/>
                <a:ea typeface="+mn-ea"/>
                <a:cs typeface="+mn-cs"/>
              </a:rPr>
              <a:t>© 2016 Pearson Education, Inc., Upper Saddle River, NJ. All rights reserved.</a:t>
            </a:r>
          </a:p>
        </p:txBody>
      </p:sp>
    </p:spTree>
    <p:extLst>
      <p:ext uri="{BB962C8B-B14F-4D97-AF65-F5344CB8AC3E}">
        <p14:creationId xmlns:p14="http://schemas.microsoft.com/office/powerpoint/2010/main" val="24234450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b="0" i="0" u="none" strike="noStrike" kern="1200" baseline="0" dirty="0">
                <a:solidFill>
                  <a:schemeClr val="tx1"/>
                </a:solidFill>
                <a:latin typeface="Times New Roman" pitchFamily="33" charset="0"/>
                <a:ea typeface="+mn-ea"/>
                <a:cs typeface="+mn-cs"/>
              </a:rPr>
              <a:t> There are two distinctive types of flash memory, designated as NOR and NAND</a:t>
            </a:r>
          </a:p>
          <a:p>
            <a:r>
              <a:rPr kumimoji="1" lang="en-US" sz="1200" b="0" i="0" u="none" strike="noStrike" kern="1200" baseline="0" dirty="0">
                <a:solidFill>
                  <a:schemeClr val="tx1"/>
                </a:solidFill>
                <a:latin typeface="Times New Roman" pitchFamily="33" charset="0"/>
                <a:ea typeface="+mn-ea"/>
                <a:cs typeface="+mn-cs"/>
              </a:rPr>
              <a:t>(Figure 6.18). In </a:t>
            </a:r>
            <a:r>
              <a:rPr kumimoji="1" lang="en-US" sz="1200" b="1" i="0" u="none" strike="noStrike" kern="1200" baseline="0" dirty="0">
                <a:solidFill>
                  <a:schemeClr val="tx1"/>
                </a:solidFill>
                <a:latin typeface="Times New Roman" pitchFamily="33" charset="0"/>
                <a:ea typeface="+mn-ea"/>
                <a:cs typeface="+mn-cs"/>
              </a:rPr>
              <a:t>NOR</a:t>
            </a:r>
            <a:r>
              <a:rPr kumimoji="1" lang="en-US" sz="1200" b="0" i="0" u="none" strike="noStrike" kern="1200" baseline="0" dirty="0">
                <a:solidFill>
                  <a:schemeClr val="tx1"/>
                </a:solidFill>
                <a:latin typeface="Times New Roman" pitchFamily="33" charset="0"/>
                <a:ea typeface="+mn-ea"/>
                <a:cs typeface="+mn-cs"/>
              </a:rPr>
              <a:t> </a:t>
            </a:r>
            <a:r>
              <a:rPr kumimoji="1" lang="en-US" sz="1200" b="1" i="0" u="none" strike="noStrike" kern="1200" baseline="0" dirty="0">
                <a:solidFill>
                  <a:schemeClr val="tx1"/>
                </a:solidFill>
                <a:latin typeface="Times New Roman" pitchFamily="33" charset="0"/>
                <a:ea typeface="+mn-ea"/>
                <a:cs typeface="+mn-cs"/>
              </a:rPr>
              <a:t>flash memory </a:t>
            </a:r>
            <a:r>
              <a:rPr kumimoji="1" lang="en-US" sz="1200" b="0" i="0" u="none" strike="noStrike" kern="1200" baseline="0" dirty="0">
                <a:solidFill>
                  <a:schemeClr val="tx1"/>
                </a:solidFill>
                <a:latin typeface="Times New Roman" pitchFamily="33" charset="0"/>
                <a:ea typeface="+mn-ea"/>
                <a:cs typeface="+mn-cs"/>
              </a:rPr>
              <a:t>, the basic unit of access is a bit, referred to as a</a:t>
            </a:r>
          </a:p>
          <a:p>
            <a:r>
              <a:rPr kumimoji="1" lang="en-US" sz="1200" b="0" i="1" u="none" strike="noStrike" kern="1200" baseline="0" dirty="0">
                <a:solidFill>
                  <a:schemeClr val="tx1"/>
                </a:solidFill>
                <a:latin typeface="Times New Roman" pitchFamily="33" charset="0"/>
                <a:ea typeface="+mn-ea"/>
                <a:cs typeface="+mn-cs"/>
              </a:rPr>
              <a:t>memory cell </a:t>
            </a:r>
            <a:r>
              <a:rPr kumimoji="1" lang="en-US" sz="1200" b="0" i="0" u="none" strike="noStrike" kern="1200" baseline="0" dirty="0">
                <a:solidFill>
                  <a:schemeClr val="tx1"/>
                </a:solidFill>
                <a:latin typeface="Times New Roman" pitchFamily="33" charset="0"/>
                <a:ea typeface="+mn-ea"/>
                <a:cs typeface="+mn-cs"/>
              </a:rPr>
              <a:t>. Cells in NOR flash are connected in parallel to the bit lines so that each</a:t>
            </a:r>
          </a:p>
          <a:p>
            <a:r>
              <a:rPr kumimoji="1" lang="en-US" sz="1200" b="0" i="0" u="none" strike="noStrike" kern="1200" baseline="0" dirty="0">
                <a:solidFill>
                  <a:schemeClr val="tx1"/>
                </a:solidFill>
                <a:latin typeface="Times New Roman" pitchFamily="33" charset="0"/>
                <a:ea typeface="+mn-ea"/>
                <a:cs typeface="+mn-cs"/>
              </a:rPr>
              <a:t>cell can be read/write/erased individually. If any memory cell of the device is turned</a:t>
            </a:r>
          </a:p>
          <a:p>
            <a:r>
              <a:rPr kumimoji="1" lang="en-US" sz="1200" b="0" i="0" u="none" strike="noStrike" kern="1200" baseline="0" dirty="0">
                <a:solidFill>
                  <a:schemeClr val="tx1"/>
                </a:solidFill>
                <a:latin typeface="Times New Roman" pitchFamily="33" charset="0"/>
                <a:ea typeface="+mn-ea"/>
                <a:cs typeface="+mn-cs"/>
              </a:rPr>
              <a:t>on by the corresponding word line, the bit line goes low. This is similar in function to</a:t>
            </a:r>
          </a:p>
          <a:p>
            <a:r>
              <a:rPr kumimoji="1" lang="en-US" sz="1200" b="0" i="0" u="none" strike="noStrike" kern="1200" baseline="0" dirty="0">
                <a:solidFill>
                  <a:schemeClr val="tx1"/>
                </a:solidFill>
                <a:latin typeface="Times New Roman" pitchFamily="33" charset="0"/>
                <a:ea typeface="+mn-ea"/>
                <a:cs typeface="+mn-cs"/>
              </a:rPr>
              <a:t>a NOR logic gate.</a:t>
            </a:r>
          </a:p>
          <a:p>
            <a:endParaRPr kumimoji="1" lang="en-US" sz="1200" b="0" i="0" u="none" strike="noStrike" kern="1200" baseline="0" dirty="0">
              <a:solidFill>
                <a:schemeClr val="tx1"/>
              </a:solidFill>
              <a:latin typeface="Times New Roman" pitchFamily="33" charset="0"/>
              <a:ea typeface="+mn-ea"/>
              <a:cs typeface="+mn-cs"/>
            </a:endParaRPr>
          </a:p>
          <a:p>
            <a:r>
              <a:rPr kumimoji="1" lang="en-US" sz="1200" b="1" i="0" u="none" strike="noStrike" kern="1200" baseline="0" dirty="0">
                <a:solidFill>
                  <a:schemeClr val="tx1"/>
                </a:solidFill>
                <a:latin typeface="Times New Roman" pitchFamily="33" charset="0"/>
                <a:ea typeface="+mn-ea"/>
                <a:cs typeface="+mn-cs"/>
              </a:rPr>
              <a:t>NAND flash memory  </a:t>
            </a:r>
            <a:r>
              <a:rPr kumimoji="1" lang="en-US" sz="1200" b="0" i="0" u="none" strike="noStrike" kern="1200" baseline="0" dirty="0">
                <a:solidFill>
                  <a:schemeClr val="tx1"/>
                </a:solidFill>
                <a:latin typeface="Times New Roman" pitchFamily="33" charset="0"/>
                <a:ea typeface="+mn-ea"/>
                <a:cs typeface="+mn-cs"/>
              </a:rPr>
              <a:t>is organized in transistor arrays with 16 or 32 transistors</a:t>
            </a:r>
          </a:p>
          <a:p>
            <a:r>
              <a:rPr kumimoji="1" lang="en-US" sz="1200" b="0" i="0" u="none" strike="noStrike" kern="1200" baseline="0" dirty="0">
                <a:solidFill>
                  <a:schemeClr val="tx1"/>
                </a:solidFill>
                <a:latin typeface="Times New Roman" pitchFamily="33" charset="0"/>
                <a:ea typeface="+mn-ea"/>
                <a:cs typeface="+mn-cs"/>
              </a:rPr>
              <a:t>in series. The bit line goes low only if all the transistors in the corresponding word</a:t>
            </a:r>
          </a:p>
          <a:p>
            <a:r>
              <a:rPr kumimoji="1" lang="en-US" sz="1200" b="0" i="0" u="none" strike="noStrike" kern="1200" baseline="0" dirty="0">
                <a:solidFill>
                  <a:schemeClr val="tx1"/>
                </a:solidFill>
                <a:latin typeface="Times New Roman" pitchFamily="33" charset="0"/>
                <a:ea typeface="+mn-ea"/>
                <a:cs typeface="+mn-cs"/>
              </a:rPr>
              <a:t>lines are turned on. This is similar in function to a NAND logic gate.</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AF100D4-BB46-6748-84D4-F681254872AC}" type="slidenum">
              <a:rPr kumimoji="0" lang="en-US" sz="1200" b="0" i="0" u="none" strike="noStrike" kern="1200" cap="none" spc="0" normalizeH="0" baseline="0" noProof="0" smtClean="0">
                <a:ln>
                  <a:noFill/>
                </a:ln>
                <a:solidFill>
                  <a:srgbClr val="000000"/>
                </a:solidFill>
                <a:effectLst/>
                <a:uLnTx/>
                <a:uFillTx/>
                <a:latin typeface="Times New Roman" pitchFamily="33"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32</a:t>
            </a:fld>
            <a:endParaRPr kumimoji="0" lang="en-US" sz="1200" b="0" i="0" u="none" strike="noStrike" kern="1200" cap="none" spc="0" normalizeH="0" baseline="0" noProof="0">
              <a:ln>
                <a:noFill/>
              </a:ln>
              <a:solidFill>
                <a:srgbClr val="000000"/>
              </a:solidFill>
              <a:effectLst/>
              <a:uLnTx/>
              <a:uFillTx/>
              <a:latin typeface="Times New Roman" pitchFamily="33" charset="0"/>
              <a:ea typeface="+mn-ea"/>
              <a:cs typeface="+mn-cs"/>
            </a:endParaRPr>
          </a:p>
        </p:txBody>
      </p:sp>
      <p:sp>
        <p:nvSpPr>
          <p:cNvPr id="5" name="Footer Placeholder 4"/>
          <p:cNvSpPr>
            <a:spLocks noGrp="1"/>
          </p:cNvSpPr>
          <p:nvPr>
            <p:ph type="ftr" sz="quarter" idx="11"/>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imes New Roman" pitchFamily="33" charset="0"/>
                <a:ea typeface="+mn-ea"/>
                <a:cs typeface="+mn-cs"/>
              </a:rPr>
              <a:t>© 2016 Pearson Education, Inc., Upper Saddle River, NJ. All rights reserved.</a:t>
            </a:r>
          </a:p>
        </p:txBody>
      </p:sp>
    </p:spTree>
    <p:extLst>
      <p:ext uri="{BB962C8B-B14F-4D97-AF65-F5344CB8AC3E}">
        <p14:creationId xmlns:p14="http://schemas.microsoft.com/office/powerpoint/2010/main" val="19552782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b="0" i="0" u="none" strike="noStrike" kern="1200" baseline="0" dirty="0">
                <a:solidFill>
                  <a:schemeClr val="tx1"/>
                </a:solidFill>
                <a:latin typeface="Times New Roman" pitchFamily="33" charset="0"/>
                <a:ea typeface="+mn-ea"/>
                <a:cs typeface="+mn-cs"/>
              </a:rPr>
              <a:t> Although the specific quantitative values of various characteristics of NOR</a:t>
            </a:r>
          </a:p>
          <a:p>
            <a:r>
              <a:rPr kumimoji="1" lang="en-US" sz="1200" b="0" i="0" u="none" strike="noStrike" kern="1200" baseline="0" dirty="0">
                <a:solidFill>
                  <a:schemeClr val="tx1"/>
                </a:solidFill>
                <a:latin typeface="Times New Roman" pitchFamily="33" charset="0"/>
                <a:ea typeface="+mn-ea"/>
                <a:cs typeface="+mn-cs"/>
              </a:rPr>
              <a:t>and NAND are changing year by year, the relative differences between the two</a:t>
            </a:r>
          </a:p>
          <a:p>
            <a:r>
              <a:rPr kumimoji="1" lang="en-US" sz="1200" b="0" i="0" u="none" strike="noStrike" kern="1200" baseline="0" dirty="0">
                <a:solidFill>
                  <a:schemeClr val="tx1"/>
                </a:solidFill>
                <a:latin typeface="Times New Roman" pitchFamily="33" charset="0"/>
                <a:ea typeface="+mn-ea"/>
                <a:cs typeface="+mn-cs"/>
              </a:rPr>
              <a:t>types has remained stable. These differences are usefully illustrated by the </a:t>
            </a:r>
            <a:r>
              <a:rPr kumimoji="1" lang="en-US" sz="1200" b="0" i="0" u="none" strike="noStrike" kern="1200" baseline="0" dirty="0" err="1">
                <a:solidFill>
                  <a:schemeClr val="tx1"/>
                </a:solidFill>
                <a:latin typeface="Times New Roman" pitchFamily="33" charset="0"/>
                <a:ea typeface="+mn-ea"/>
                <a:cs typeface="+mn-cs"/>
              </a:rPr>
              <a:t>Kiviat</a:t>
            </a:r>
            <a:endParaRPr kumimoji="1" lang="en-US" sz="1200" b="0" i="0" u="none" strike="noStrike" kern="1200" baseline="0" dirty="0">
              <a:solidFill>
                <a:schemeClr val="tx1"/>
              </a:solidFill>
              <a:latin typeface="Times New Roman" pitchFamily="33" charset="0"/>
              <a:ea typeface="+mn-ea"/>
              <a:cs typeface="+mn-cs"/>
            </a:endParaRPr>
          </a:p>
          <a:p>
            <a:r>
              <a:rPr kumimoji="1" lang="en-US" sz="1200" b="0" i="0" u="none" strike="noStrike" kern="1200" baseline="0" dirty="0">
                <a:solidFill>
                  <a:schemeClr val="tx1"/>
                </a:solidFill>
                <a:latin typeface="Times New Roman" pitchFamily="33" charset="0"/>
                <a:ea typeface="+mn-ea"/>
                <a:cs typeface="+mn-cs"/>
              </a:rPr>
              <a:t>graphs shown in Figure 6.19.</a:t>
            </a:r>
          </a:p>
          <a:p>
            <a:endParaRPr kumimoji="1" lang="en-US" sz="1200" b="0" i="0" u="none" strike="noStrike" kern="1200" baseline="0" dirty="0">
              <a:solidFill>
                <a:schemeClr val="tx1"/>
              </a:solidFill>
              <a:latin typeface="Times New Roman" pitchFamily="33" charset="0"/>
              <a:ea typeface="+mn-ea"/>
              <a:cs typeface="+mn-cs"/>
            </a:endParaRPr>
          </a:p>
          <a:p>
            <a:r>
              <a:rPr kumimoji="1" lang="en-US" sz="1200" b="0" i="0" u="none" strike="noStrike" kern="1200" baseline="0" dirty="0">
                <a:solidFill>
                  <a:schemeClr val="tx1"/>
                </a:solidFill>
                <a:latin typeface="Times New Roman" pitchFamily="33" charset="0"/>
                <a:ea typeface="+mn-ea"/>
                <a:cs typeface="+mn-cs"/>
              </a:rPr>
              <a:t> NOR flash memory provides high-speed random access. It can read and write</a:t>
            </a:r>
          </a:p>
          <a:p>
            <a:r>
              <a:rPr kumimoji="1" lang="en-US" sz="1200" b="0" i="0" u="none" strike="noStrike" kern="1200" baseline="0" dirty="0">
                <a:solidFill>
                  <a:schemeClr val="tx1"/>
                </a:solidFill>
                <a:latin typeface="Times New Roman" pitchFamily="33" charset="0"/>
                <a:ea typeface="+mn-ea"/>
                <a:cs typeface="+mn-cs"/>
              </a:rPr>
              <a:t>data to specific locations, and can reference and retrieve a single byte. NAND reads</a:t>
            </a:r>
          </a:p>
          <a:p>
            <a:r>
              <a:rPr kumimoji="1" lang="en-US" sz="1200" b="0" i="0" u="none" strike="noStrike" kern="1200" baseline="0" dirty="0">
                <a:solidFill>
                  <a:schemeClr val="tx1"/>
                </a:solidFill>
                <a:latin typeface="Times New Roman" pitchFamily="33" charset="0"/>
                <a:ea typeface="+mn-ea"/>
                <a:cs typeface="+mn-cs"/>
              </a:rPr>
              <a:t>and writes in small blocks. NAND provides higher bit density than NOR and greater</a:t>
            </a:r>
          </a:p>
          <a:p>
            <a:r>
              <a:rPr kumimoji="1" lang="en-US" sz="1200" b="0" i="0" u="none" strike="noStrike" kern="1200" baseline="0" dirty="0">
                <a:solidFill>
                  <a:schemeClr val="tx1"/>
                </a:solidFill>
                <a:latin typeface="Times New Roman" pitchFamily="33" charset="0"/>
                <a:ea typeface="+mn-ea"/>
                <a:cs typeface="+mn-cs"/>
              </a:rPr>
              <a:t>write speed. NAND flash does not provide a random-access external address bus so</a:t>
            </a:r>
          </a:p>
          <a:p>
            <a:r>
              <a:rPr kumimoji="1" lang="en-US" sz="1200" b="0" i="0" u="none" strike="noStrike" kern="1200" baseline="0" dirty="0">
                <a:solidFill>
                  <a:schemeClr val="tx1"/>
                </a:solidFill>
                <a:latin typeface="Times New Roman" pitchFamily="33" charset="0"/>
                <a:ea typeface="+mn-ea"/>
                <a:cs typeface="+mn-cs"/>
              </a:rPr>
              <a:t>the data must be read on a </a:t>
            </a:r>
            <a:r>
              <a:rPr kumimoji="1" lang="en-US" sz="1200" b="0" i="0" u="none" strike="noStrike" kern="1200" baseline="0" dirty="0" err="1">
                <a:solidFill>
                  <a:schemeClr val="tx1"/>
                </a:solidFill>
                <a:latin typeface="Times New Roman" pitchFamily="33" charset="0"/>
                <a:ea typeface="+mn-ea"/>
                <a:cs typeface="+mn-cs"/>
              </a:rPr>
              <a:t>blockwise</a:t>
            </a:r>
            <a:r>
              <a:rPr kumimoji="1" lang="en-US" sz="1200" b="0" i="0" u="none" strike="noStrike" kern="1200" baseline="0" dirty="0">
                <a:solidFill>
                  <a:schemeClr val="tx1"/>
                </a:solidFill>
                <a:latin typeface="Times New Roman" pitchFamily="33" charset="0"/>
                <a:ea typeface="+mn-ea"/>
                <a:cs typeface="+mn-cs"/>
              </a:rPr>
              <a:t> basis (also known as page access), where each</a:t>
            </a:r>
          </a:p>
          <a:p>
            <a:r>
              <a:rPr kumimoji="1" lang="en-US" sz="1200" b="0" i="0" u="none" strike="noStrike" kern="1200" baseline="0" dirty="0">
                <a:solidFill>
                  <a:schemeClr val="tx1"/>
                </a:solidFill>
                <a:latin typeface="Times New Roman" pitchFamily="33" charset="0"/>
                <a:ea typeface="+mn-ea"/>
                <a:cs typeface="+mn-cs"/>
              </a:rPr>
              <a:t>block holds hundreds to thousands of bits.</a:t>
            </a:r>
          </a:p>
          <a:p>
            <a:endParaRPr kumimoji="1" lang="en-US" sz="1200" b="0" i="0" u="none" strike="noStrike" kern="1200" baseline="0" dirty="0">
              <a:solidFill>
                <a:schemeClr val="tx1"/>
              </a:solidFill>
              <a:latin typeface="Times New Roman" pitchFamily="33" charset="0"/>
              <a:ea typeface="+mn-ea"/>
              <a:cs typeface="+mn-cs"/>
            </a:endParaRPr>
          </a:p>
          <a:p>
            <a:r>
              <a:rPr kumimoji="1" lang="en-US" sz="1200" b="0" i="0" u="none" strike="noStrike" kern="1200" baseline="0" dirty="0">
                <a:solidFill>
                  <a:schemeClr val="tx1"/>
                </a:solidFill>
                <a:latin typeface="Times New Roman" pitchFamily="33" charset="0"/>
                <a:ea typeface="+mn-ea"/>
                <a:cs typeface="+mn-cs"/>
              </a:rPr>
              <a:t>For internal memory in embedded systems, NOR flash memory has traditionally</a:t>
            </a:r>
          </a:p>
          <a:p>
            <a:r>
              <a:rPr kumimoji="1" lang="en-US" sz="1200" b="0" i="0" u="none" strike="noStrike" kern="1200" baseline="0" dirty="0">
                <a:solidFill>
                  <a:schemeClr val="tx1"/>
                </a:solidFill>
                <a:latin typeface="Times New Roman" pitchFamily="33" charset="0"/>
                <a:ea typeface="+mn-ea"/>
                <a:cs typeface="+mn-cs"/>
              </a:rPr>
              <a:t>been preferred. NAND memory has made some inroads, but NOR remains the</a:t>
            </a:r>
          </a:p>
          <a:p>
            <a:r>
              <a:rPr kumimoji="1" lang="en-US" sz="1200" b="0" i="0" u="none" strike="noStrike" kern="1200" baseline="0" dirty="0">
                <a:solidFill>
                  <a:schemeClr val="tx1"/>
                </a:solidFill>
                <a:latin typeface="Times New Roman" pitchFamily="33" charset="0"/>
                <a:ea typeface="+mn-ea"/>
                <a:cs typeface="+mn-cs"/>
              </a:rPr>
              <a:t>dominant technology for internal memory. It is ideally suited for microcontrollers</a:t>
            </a:r>
          </a:p>
          <a:p>
            <a:r>
              <a:rPr kumimoji="1" lang="en-US" sz="1200" b="0" i="0" u="none" strike="noStrike" kern="1200" baseline="0" dirty="0">
                <a:solidFill>
                  <a:schemeClr val="tx1"/>
                </a:solidFill>
                <a:latin typeface="Times New Roman" pitchFamily="33" charset="0"/>
                <a:ea typeface="+mn-ea"/>
                <a:cs typeface="+mn-cs"/>
              </a:rPr>
              <a:t>where the amount of program code is relatively small and a certain amount of application</a:t>
            </a:r>
          </a:p>
          <a:p>
            <a:r>
              <a:rPr kumimoji="1" lang="en-US" sz="1200" b="0" i="0" u="none" strike="noStrike" kern="1200" baseline="0" dirty="0">
                <a:solidFill>
                  <a:schemeClr val="tx1"/>
                </a:solidFill>
                <a:latin typeface="Times New Roman" pitchFamily="33" charset="0"/>
                <a:ea typeface="+mn-ea"/>
                <a:cs typeface="+mn-cs"/>
              </a:rPr>
              <a:t>data does not vary. For example, the flash memory in Figure 1.16 is NOR</a:t>
            </a:r>
          </a:p>
          <a:p>
            <a:r>
              <a:rPr kumimoji="1" lang="en-US" sz="1200" b="0" i="0" u="none" strike="noStrike" kern="1200" baseline="0" dirty="0">
                <a:solidFill>
                  <a:schemeClr val="tx1"/>
                </a:solidFill>
                <a:latin typeface="Times New Roman" pitchFamily="33" charset="0"/>
                <a:ea typeface="+mn-ea"/>
                <a:cs typeface="+mn-cs"/>
              </a:rPr>
              <a:t>memory.</a:t>
            </a:r>
          </a:p>
          <a:p>
            <a:endParaRPr kumimoji="1" lang="en-US" sz="1200" b="0" i="0" u="none" strike="noStrike" kern="1200" baseline="0" dirty="0">
              <a:solidFill>
                <a:schemeClr val="tx1"/>
              </a:solidFill>
              <a:latin typeface="Times New Roman" pitchFamily="33" charset="0"/>
              <a:ea typeface="+mn-ea"/>
              <a:cs typeface="+mn-cs"/>
            </a:endParaRPr>
          </a:p>
          <a:p>
            <a:r>
              <a:rPr kumimoji="1" lang="en-US" sz="1200" b="0" i="0" u="none" strike="noStrike" kern="1200" baseline="0" dirty="0">
                <a:solidFill>
                  <a:schemeClr val="tx1"/>
                </a:solidFill>
                <a:latin typeface="Times New Roman" pitchFamily="33" charset="0"/>
                <a:ea typeface="+mn-ea"/>
                <a:cs typeface="+mn-cs"/>
              </a:rPr>
              <a:t>NAND memory is better suited for external memory, such as USB flash</a:t>
            </a:r>
          </a:p>
          <a:p>
            <a:r>
              <a:rPr kumimoji="1" lang="en-US" sz="1200" b="0" i="0" u="none" strike="noStrike" kern="1200" baseline="0" dirty="0">
                <a:solidFill>
                  <a:schemeClr val="tx1"/>
                </a:solidFill>
                <a:latin typeface="Times New Roman" pitchFamily="33" charset="0"/>
                <a:ea typeface="+mn-ea"/>
                <a:cs typeface="+mn-cs"/>
              </a:rPr>
              <a:t>drives, memory cards (in digital cameras, MP3 players, etc.), and in what are known</a:t>
            </a:r>
          </a:p>
          <a:p>
            <a:r>
              <a:rPr kumimoji="1" lang="en-US" sz="1200" b="0" i="0" u="none" strike="noStrike" kern="1200" baseline="0" dirty="0">
                <a:solidFill>
                  <a:schemeClr val="tx1"/>
                </a:solidFill>
                <a:latin typeface="Times New Roman" pitchFamily="33" charset="0"/>
                <a:ea typeface="+mn-ea"/>
                <a:cs typeface="+mn-cs"/>
              </a:rPr>
              <a:t>as solid-state disks (SSDs). We discuss SSDs in Chapter 7.</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AF100D4-BB46-6748-84D4-F681254872AC}" type="slidenum">
              <a:rPr kumimoji="0" lang="en-US" sz="1200" b="0" i="0" u="none" strike="noStrike" kern="1200" cap="none" spc="0" normalizeH="0" baseline="0" noProof="0" smtClean="0">
                <a:ln>
                  <a:noFill/>
                </a:ln>
                <a:solidFill>
                  <a:srgbClr val="000000"/>
                </a:solidFill>
                <a:effectLst/>
                <a:uLnTx/>
                <a:uFillTx/>
                <a:latin typeface="Times New Roman" pitchFamily="33"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33</a:t>
            </a:fld>
            <a:endParaRPr kumimoji="0" lang="en-US" sz="1200" b="0" i="0" u="none" strike="noStrike" kern="1200" cap="none" spc="0" normalizeH="0" baseline="0" noProof="0">
              <a:ln>
                <a:noFill/>
              </a:ln>
              <a:solidFill>
                <a:srgbClr val="000000"/>
              </a:solidFill>
              <a:effectLst/>
              <a:uLnTx/>
              <a:uFillTx/>
              <a:latin typeface="Times New Roman" pitchFamily="33" charset="0"/>
              <a:ea typeface="+mn-ea"/>
              <a:cs typeface="+mn-cs"/>
            </a:endParaRPr>
          </a:p>
        </p:txBody>
      </p:sp>
      <p:sp>
        <p:nvSpPr>
          <p:cNvPr id="5" name="Footer Placeholder 4"/>
          <p:cNvSpPr>
            <a:spLocks noGrp="1"/>
          </p:cNvSpPr>
          <p:nvPr>
            <p:ph type="ftr" sz="quarter" idx="11"/>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imes New Roman" pitchFamily="33" charset="0"/>
                <a:ea typeface="+mn-ea"/>
                <a:cs typeface="+mn-cs"/>
              </a:rPr>
              <a:t>© 2016 Pearson Education, Inc., Upper Saddle River, NJ. All rights reserved.</a:t>
            </a:r>
          </a:p>
        </p:txBody>
      </p:sp>
    </p:spTree>
    <p:extLst>
      <p:ext uri="{BB962C8B-B14F-4D97-AF65-F5344CB8AC3E}">
        <p14:creationId xmlns:p14="http://schemas.microsoft.com/office/powerpoint/2010/main" val="1042910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b="0" i="0" u="none" strike="noStrike" kern="1200" baseline="0" dirty="0">
                <a:solidFill>
                  <a:schemeClr val="tx1"/>
                </a:solidFill>
                <a:latin typeface="Times New Roman" pitchFamily="33" charset="0"/>
                <a:ea typeface="+mn-ea"/>
                <a:cs typeface="+mn-cs"/>
              </a:rPr>
              <a:t> The traditional memory hierarchy has consisted of three levels (Figure 6.20):</a:t>
            </a:r>
          </a:p>
          <a:p>
            <a:endParaRPr kumimoji="1" lang="en-US" sz="1200" b="1" i="0" u="none" strike="noStrike" kern="1200" baseline="0" dirty="0">
              <a:solidFill>
                <a:schemeClr val="tx1"/>
              </a:solidFill>
              <a:latin typeface="Times New Roman" pitchFamily="33" charset="0"/>
              <a:ea typeface="+mn-ea"/>
              <a:cs typeface="+mn-cs"/>
            </a:endParaRPr>
          </a:p>
          <a:p>
            <a:r>
              <a:rPr kumimoji="1" lang="en-US" sz="1200" b="1" i="0" u="none" strike="noStrike" kern="1200" baseline="0" dirty="0">
                <a:solidFill>
                  <a:schemeClr val="tx1"/>
                </a:solidFill>
                <a:latin typeface="Times New Roman" pitchFamily="33" charset="0"/>
                <a:ea typeface="+mn-ea"/>
                <a:cs typeface="+mn-cs"/>
              </a:rPr>
              <a:t>■ Static RAM (SRAM):  </a:t>
            </a:r>
            <a:r>
              <a:rPr kumimoji="1" lang="en-US" sz="1200" b="0" i="0" u="none" strike="noStrike" kern="1200" baseline="0" dirty="0">
                <a:solidFill>
                  <a:schemeClr val="tx1"/>
                </a:solidFill>
                <a:latin typeface="Times New Roman" pitchFamily="33" charset="0"/>
                <a:ea typeface="+mn-ea"/>
                <a:cs typeface="+mn-cs"/>
              </a:rPr>
              <a:t>SRAM provides rapid access time, but is the most expensive</a:t>
            </a:r>
          </a:p>
          <a:p>
            <a:r>
              <a:rPr kumimoji="1" lang="en-US" sz="1200" b="0" i="0" u="none" strike="noStrike" kern="1200" baseline="0" dirty="0">
                <a:solidFill>
                  <a:schemeClr val="tx1"/>
                </a:solidFill>
                <a:latin typeface="Times New Roman" pitchFamily="33" charset="0"/>
                <a:ea typeface="+mn-ea"/>
                <a:cs typeface="+mn-cs"/>
              </a:rPr>
              <a:t>and the least dense (bit density). SRAM is suitable for cache memory.</a:t>
            </a:r>
          </a:p>
          <a:p>
            <a:endParaRPr kumimoji="1" lang="en-US" sz="1200" b="1" i="0" u="none" strike="noStrike" kern="1200" baseline="0" dirty="0">
              <a:solidFill>
                <a:schemeClr val="tx1"/>
              </a:solidFill>
              <a:latin typeface="Times New Roman" pitchFamily="33" charset="0"/>
              <a:ea typeface="+mn-ea"/>
              <a:cs typeface="+mn-cs"/>
            </a:endParaRPr>
          </a:p>
          <a:p>
            <a:r>
              <a:rPr kumimoji="1" lang="en-US" sz="1200" b="1" i="0" u="none" strike="noStrike" kern="1200" baseline="0" dirty="0">
                <a:solidFill>
                  <a:schemeClr val="tx1"/>
                </a:solidFill>
                <a:latin typeface="Times New Roman" pitchFamily="33" charset="0"/>
                <a:ea typeface="+mn-ea"/>
                <a:cs typeface="+mn-cs"/>
              </a:rPr>
              <a:t>■ </a:t>
            </a:r>
            <a:r>
              <a:rPr kumimoji="1" lang="en-US" sz="1200" b="0" i="0" u="none" strike="noStrike" kern="1200" baseline="0" dirty="0">
                <a:solidFill>
                  <a:schemeClr val="tx1"/>
                </a:solidFill>
                <a:latin typeface="Times New Roman" pitchFamily="33" charset="0"/>
                <a:ea typeface="+mn-ea"/>
                <a:cs typeface="+mn-cs"/>
              </a:rPr>
              <a:t>Dyna</a:t>
            </a:r>
            <a:r>
              <a:rPr kumimoji="1" lang="en-US" sz="1200" b="1" i="0" u="none" strike="noStrike" kern="1200" baseline="0" dirty="0">
                <a:solidFill>
                  <a:schemeClr val="tx1"/>
                </a:solidFill>
                <a:latin typeface="Times New Roman" pitchFamily="33" charset="0"/>
                <a:ea typeface="+mn-ea"/>
                <a:cs typeface="+mn-cs"/>
              </a:rPr>
              <a:t>mic RAM (DRAM</a:t>
            </a:r>
            <a:r>
              <a:rPr kumimoji="1" lang="en-US" sz="1200" b="0" i="0" u="none" strike="noStrike" kern="1200" baseline="0" dirty="0">
                <a:solidFill>
                  <a:schemeClr val="tx1"/>
                </a:solidFill>
                <a:latin typeface="Times New Roman" pitchFamily="33" charset="0"/>
                <a:ea typeface="+mn-ea"/>
                <a:cs typeface="+mn-cs"/>
              </a:rPr>
              <a:t>):  Cheaper, denser, and slower than SRAM, DRAM</a:t>
            </a:r>
          </a:p>
          <a:p>
            <a:r>
              <a:rPr kumimoji="1" lang="en-US" sz="1200" b="0" i="0" u="none" strike="noStrike" kern="1200" baseline="0" dirty="0">
                <a:solidFill>
                  <a:schemeClr val="tx1"/>
                </a:solidFill>
                <a:latin typeface="Times New Roman" pitchFamily="33" charset="0"/>
                <a:ea typeface="+mn-ea"/>
                <a:cs typeface="+mn-cs"/>
              </a:rPr>
              <a:t>has traditionally been the choice off-chip main memory.</a:t>
            </a:r>
          </a:p>
          <a:p>
            <a:endParaRPr kumimoji="1" lang="en-US" sz="1200" b="1" i="0" u="none" strike="noStrike" kern="1200" baseline="0" dirty="0">
              <a:solidFill>
                <a:schemeClr val="tx1"/>
              </a:solidFill>
              <a:latin typeface="Times New Roman" pitchFamily="33" charset="0"/>
              <a:ea typeface="+mn-ea"/>
              <a:cs typeface="+mn-cs"/>
            </a:endParaRPr>
          </a:p>
          <a:p>
            <a:r>
              <a:rPr kumimoji="1" lang="en-US" sz="1200" b="1" i="0" u="none" strike="noStrike" kern="1200" baseline="0" dirty="0">
                <a:solidFill>
                  <a:schemeClr val="tx1"/>
                </a:solidFill>
                <a:latin typeface="Times New Roman" pitchFamily="33" charset="0"/>
                <a:ea typeface="+mn-ea"/>
                <a:cs typeface="+mn-cs"/>
              </a:rPr>
              <a:t>■ Hard disk</a:t>
            </a:r>
            <a:r>
              <a:rPr kumimoji="1" lang="en-US" sz="1200" b="0" i="0" u="none" strike="noStrike" kern="1200" baseline="0" dirty="0">
                <a:solidFill>
                  <a:schemeClr val="tx1"/>
                </a:solidFill>
                <a:latin typeface="Times New Roman" pitchFamily="33" charset="0"/>
                <a:ea typeface="+mn-ea"/>
                <a:cs typeface="+mn-cs"/>
              </a:rPr>
              <a:t>:  A magnetic disk provides very high bit density and very low cost</a:t>
            </a:r>
          </a:p>
          <a:p>
            <a:r>
              <a:rPr kumimoji="1" lang="en-US" sz="1200" b="0" i="0" u="none" strike="noStrike" kern="1200" baseline="0" dirty="0">
                <a:solidFill>
                  <a:schemeClr val="tx1"/>
                </a:solidFill>
                <a:latin typeface="Times New Roman" pitchFamily="33" charset="0"/>
                <a:ea typeface="+mn-ea"/>
                <a:cs typeface="+mn-cs"/>
              </a:rPr>
              <a:t>per bit, with relatively slow access times. It is the traditional choice for external</a:t>
            </a:r>
          </a:p>
          <a:p>
            <a:r>
              <a:rPr kumimoji="1" lang="en-US" sz="1200" b="0" i="0" u="none" strike="noStrike" kern="1200" baseline="0" dirty="0">
                <a:solidFill>
                  <a:schemeClr val="tx1"/>
                </a:solidFill>
                <a:latin typeface="Times New Roman" pitchFamily="33" charset="0"/>
                <a:ea typeface="+mn-ea"/>
                <a:cs typeface="+mn-cs"/>
              </a:rPr>
              <a:t>storage as part of the memory hierarchy.</a:t>
            </a:r>
          </a:p>
          <a:p>
            <a:endParaRPr kumimoji="1" lang="en-US" sz="1200" b="0" i="0" u="none" strike="noStrike" kern="1200" baseline="0" dirty="0">
              <a:solidFill>
                <a:schemeClr val="tx1"/>
              </a:solidFill>
              <a:latin typeface="Times New Roman" pitchFamily="33" charset="0"/>
              <a:ea typeface="+mn-ea"/>
              <a:cs typeface="+mn-cs"/>
            </a:endParaRPr>
          </a:p>
          <a:p>
            <a:r>
              <a:rPr kumimoji="1" lang="en-US" sz="1200" b="0" i="0" u="none" strike="noStrike" kern="1200" baseline="0" dirty="0">
                <a:solidFill>
                  <a:schemeClr val="tx1"/>
                </a:solidFill>
                <a:latin typeface="Times New Roman" pitchFamily="33" charset="0"/>
                <a:ea typeface="+mn-ea"/>
                <a:cs typeface="+mn-cs"/>
              </a:rPr>
              <a:t>Into this mix, as we have seen, as been added flash memory. Flash memory has the</a:t>
            </a:r>
          </a:p>
          <a:p>
            <a:r>
              <a:rPr kumimoji="1" lang="en-US" sz="1200" b="0" i="0" u="none" strike="noStrike" kern="1200" baseline="0" dirty="0">
                <a:solidFill>
                  <a:schemeClr val="tx1"/>
                </a:solidFill>
                <a:latin typeface="Times New Roman" pitchFamily="33" charset="0"/>
                <a:ea typeface="+mn-ea"/>
                <a:cs typeface="+mn-cs"/>
              </a:rPr>
              <a:t>advantage over traditional memory that it is nonvolatile. NOR flash is best suited</a:t>
            </a:r>
          </a:p>
          <a:p>
            <a:r>
              <a:rPr kumimoji="1" lang="en-US" sz="1200" b="0" i="0" u="none" strike="noStrike" kern="1200" baseline="0" dirty="0">
                <a:solidFill>
                  <a:schemeClr val="tx1"/>
                </a:solidFill>
                <a:latin typeface="Times New Roman" pitchFamily="33" charset="0"/>
                <a:ea typeface="+mn-ea"/>
                <a:cs typeface="+mn-cs"/>
              </a:rPr>
              <a:t>to storing programs and static application data in embedded systems, while NAND</a:t>
            </a:r>
          </a:p>
          <a:p>
            <a:r>
              <a:rPr kumimoji="1" lang="en-US" sz="1200" b="0" i="0" u="none" strike="noStrike" kern="1200" baseline="0" dirty="0">
                <a:solidFill>
                  <a:schemeClr val="tx1"/>
                </a:solidFill>
                <a:latin typeface="Times New Roman" pitchFamily="33" charset="0"/>
                <a:ea typeface="+mn-ea"/>
                <a:cs typeface="+mn-cs"/>
              </a:rPr>
              <a:t>flash has characteristics intermediate between DRAM and hard disks.</a:t>
            </a:r>
          </a:p>
          <a:p>
            <a:endParaRPr kumimoji="1" lang="en-US" sz="1200" b="0" i="0" u="none" strike="noStrike" kern="1200" baseline="0" dirty="0">
              <a:solidFill>
                <a:schemeClr val="tx1"/>
              </a:solidFill>
              <a:latin typeface="Times New Roman" pitchFamily="33" charset="0"/>
              <a:ea typeface="+mn-ea"/>
              <a:cs typeface="+mn-cs"/>
            </a:endParaRPr>
          </a:p>
          <a:p>
            <a:r>
              <a:rPr kumimoji="1" lang="en-US" sz="1200" b="0" i="0" u="none" strike="noStrike" kern="1200" baseline="0" dirty="0">
                <a:solidFill>
                  <a:schemeClr val="tx1"/>
                </a:solidFill>
                <a:latin typeface="Times New Roman" pitchFamily="33" charset="0"/>
                <a:ea typeface="+mn-ea"/>
                <a:cs typeface="+mn-cs"/>
              </a:rPr>
              <a:t>Over time, each of these technologies has seen improvements in scaling: higher</a:t>
            </a:r>
          </a:p>
          <a:p>
            <a:r>
              <a:rPr kumimoji="1" lang="en-US" sz="1200" b="0" i="0" u="none" strike="noStrike" kern="1200" baseline="0" dirty="0">
                <a:solidFill>
                  <a:schemeClr val="tx1"/>
                </a:solidFill>
                <a:latin typeface="Times New Roman" pitchFamily="33" charset="0"/>
                <a:ea typeface="+mn-ea"/>
                <a:cs typeface="+mn-cs"/>
              </a:rPr>
              <a:t>bit density, higher speed, lower power consumption, and lower cost. However, for</a:t>
            </a:r>
          </a:p>
          <a:p>
            <a:r>
              <a:rPr kumimoji="1" lang="en-US" sz="1200" b="0" i="0" u="none" strike="noStrike" kern="1200" baseline="0" dirty="0">
                <a:solidFill>
                  <a:schemeClr val="tx1"/>
                </a:solidFill>
                <a:latin typeface="Times New Roman" pitchFamily="33" charset="0"/>
                <a:ea typeface="+mn-ea"/>
                <a:cs typeface="+mn-cs"/>
              </a:rPr>
              <a:t>semiconductor memory, it is becoming increasingly difficult to continue the pace of</a:t>
            </a:r>
          </a:p>
          <a:p>
            <a:r>
              <a:rPr kumimoji="1" lang="en-US" sz="1200" b="0" i="0" u="none" strike="noStrike" kern="1200" baseline="0" dirty="0">
                <a:solidFill>
                  <a:schemeClr val="tx1"/>
                </a:solidFill>
                <a:latin typeface="Times New Roman" pitchFamily="33" charset="0"/>
                <a:ea typeface="+mn-ea"/>
                <a:cs typeface="+mn-cs"/>
              </a:rPr>
              <a:t>improvement [ITRS14].</a:t>
            </a:r>
          </a:p>
          <a:p>
            <a:endParaRPr kumimoji="1" lang="en-US" sz="1200" b="0" i="0" u="none" strike="noStrike" kern="1200" baseline="0" dirty="0">
              <a:solidFill>
                <a:schemeClr val="tx1"/>
              </a:solidFill>
              <a:latin typeface="Times New Roman" pitchFamily="33" charset="0"/>
              <a:ea typeface="+mn-ea"/>
              <a:cs typeface="+mn-cs"/>
            </a:endParaRPr>
          </a:p>
          <a:p>
            <a:r>
              <a:rPr kumimoji="1" lang="en-US" sz="1200" b="0" i="0" u="none" strike="noStrike" kern="1200" baseline="0" dirty="0">
                <a:solidFill>
                  <a:schemeClr val="tx1"/>
                </a:solidFill>
                <a:latin typeface="Times New Roman" pitchFamily="33" charset="0"/>
                <a:ea typeface="+mn-ea"/>
                <a:cs typeface="+mn-cs"/>
              </a:rPr>
              <a:t>Recently, there have been breakthroughs in developing new forms of nonvolatile</a:t>
            </a:r>
          </a:p>
          <a:p>
            <a:r>
              <a:rPr kumimoji="1" lang="en-US" sz="1200" b="0" i="0" u="none" strike="noStrike" kern="1200" baseline="0" dirty="0">
                <a:solidFill>
                  <a:schemeClr val="tx1"/>
                </a:solidFill>
                <a:latin typeface="Times New Roman" pitchFamily="33" charset="0"/>
                <a:ea typeface="+mn-ea"/>
                <a:cs typeface="+mn-cs"/>
              </a:rPr>
              <a:t>semiconductor memory that continue scaling beyond flash memory. The</a:t>
            </a:r>
          </a:p>
          <a:p>
            <a:r>
              <a:rPr kumimoji="1" lang="en-US" sz="1200" b="0" i="0" u="none" strike="noStrike" kern="1200" baseline="0" dirty="0">
                <a:solidFill>
                  <a:schemeClr val="tx1"/>
                </a:solidFill>
                <a:latin typeface="Times New Roman" pitchFamily="33" charset="0"/>
                <a:ea typeface="+mn-ea"/>
                <a:cs typeface="+mn-cs"/>
              </a:rPr>
              <a:t>most promising technologies are spin-transfer torque RAM (STT-RAM), </a:t>
            </a:r>
            <a:r>
              <a:rPr kumimoji="1" lang="en-US" sz="1200" b="0" i="0" u="none" strike="noStrike" kern="1200" baseline="0" dirty="0" err="1">
                <a:solidFill>
                  <a:schemeClr val="tx1"/>
                </a:solidFill>
                <a:latin typeface="Times New Roman" pitchFamily="33" charset="0"/>
                <a:ea typeface="+mn-ea"/>
                <a:cs typeface="+mn-cs"/>
              </a:rPr>
              <a:t>phasechange</a:t>
            </a:r>
            <a:endParaRPr kumimoji="1" lang="en-US" sz="1200" b="0" i="0" u="none" strike="noStrike" kern="1200" baseline="0" dirty="0">
              <a:solidFill>
                <a:schemeClr val="tx1"/>
              </a:solidFill>
              <a:latin typeface="Times New Roman" pitchFamily="33" charset="0"/>
              <a:ea typeface="+mn-ea"/>
              <a:cs typeface="+mn-cs"/>
            </a:endParaRPr>
          </a:p>
          <a:p>
            <a:r>
              <a:rPr kumimoji="1" lang="en-US" sz="1200" b="0" i="0" u="none" strike="noStrike" kern="1200" baseline="0" dirty="0">
                <a:solidFill>
                  <a:schemeClr val="tx1"/>
                </a:solidFill>
                <a:latin typeface="Times New Roman" pitchFamily="33" charset="0"/>
                <a:ea typeface="+mn-ea"/>
                <a:cs typeface="+mn-cs"/>
              </a:rPr>
              <a:t>RAM (PCRAM), and resistive RAM (</a:t>
            </a:r>
            <a:r>
              <a:rPr kumimoji="1" lang="en-US" sz="1200" b="0" i="0" u="none" strike="noStrike" kern="1200" baseline="0" dirty="0" err="1">
                <a:solidFill>
                  <a:schemeClr val="tx1"/>
                </a:solidFill>
                <a:latin typeface="Times New Roman" pitchFamily="33" charset="0"/>
                <a:ea typeface="+mn-ea"/>
                <a:cs typeface="+mn-cs"/>
              </a:rPr>
              <a:t>ReRAM</a:t>
            </a:r>
            <a:r>
              <a:rPr kumimoji="1" lang="en-US" sz="1200" b="0" i="0" u="none" strike="noStrike" kern="1200" baseline="0" dirty="0">
                <a:solidFill>
                  <a:schemeClr val="tx1"/>
                </a:solidFill>
                <a:latin typeface="Times New Roman" pitchFamily="33" charset="0"/>
                <a:ea typeface="+mn-ea"/>
                <a:cs typeface="+mn-cs"/>
              </a:rPr>
              <a:t>) ([ITRS14], [GOER12]).</a:t>
            </a:r>
          </a:p>
          <a:p>
            <a:r>
              <a:rPr kumimoji="1" lang="en-US" sz="1200" b="0" i="0" u="none" strike="noStrike" kern="1200" baseline="0" dirty="0">
                <a:solidFill>
                  <a:schemeClr val="tx1"/>
                </a:solidFill>
                <a:latin typeface="Times New Roman" pitchFamily="33" charset="0"/>
                <a:ea typeface="+mn-ea"/>
                <a:cs typeface="+mn-cs"/>
              </a:rPr>
              <a:t>All of these are in volume production. However, because NAND Flash and to some</a:t>
            </a:r>
          </a:p>
          <a:p>
            <a:r>
              <a:rPr kumimoji="1" lang="en-US" sz="1200" b="0" i="0" u="none" strike="noStrike" kern="1200" baseline="0" dirty="0">
                <a:solidFill>
                  <a:schemeClr val="tx1"/>
                </a:solidFill>
                <a:latin typeface="Times New Roman" pitchFamily="33" charset="0"/>
                <a:ea typeface="+mn-ea"/>
                <a:cs typeface="+mn-cs"/>
              </a:rPr>
              <a:t>extent NOR Flash are still dominating the applications, these emerging memories</a:t>
            </a:r>
          </a:p>
          <a:p>
            <a:r>
              <a:rPr kumimoji="1" lang="en-US" sz="1200" b="0" i="0" u="none" strike="noStrike" kern="1200" baseline="0" dirty="0">
                <a:solidFill>
                  <a:schemeClr val="tx1"/>
                </a:solidFill>
                <a:latin typeface="Times New Roman" pitchFamily="33" charset="0"/>
                <a:ea typeface="+mn-ea"/>
                <a:cs typeface="+mn-cs"/>
              </a:rPr>
              <a:t>have been used in specialty applications and have not yet fulfilled their original</a:t>
            </a:r>
          </a:p>
          <a:p>
            <a:r>
              <a:rPr kumimoji="1" lang="en-US" sz="1200" b="0" i="0" u="none" strike="noStrike" kern="1200" baseline="0" dirty="0">
                <a:solidFill>
                  <a:schemeClr val="tx1"/>
                </a:solidFill>
                <a:latin typeface="Times New Roman" pitchFamily="33" charset="0"/>
                <a:ea typeface="+mn-ea"/>
                <a:cs typeface="+mn-cs"/>
              </a:rPr>
              <a:t>promise to become dominating mainstream high-density nonvolatile memory. This</a:t>
            </a:r>
          </a:p>
          <a:p>
            <a:r>
              <a:rPr kumimoji="1" lang="en-US" sz="1200" b="0" i="0" u="none" strike="noStrike" kern="1200" baseline="0" dirty="0">
                <a:solidFill>
                  <a:schemeClr val="tx1"/>
                </a:solidFill>
                <a:latin typeface="Times New Roman" pitchFamily="33" charset="0"/>
                <a:ea typeface="+mn-ea"/>
                <a:cs typeface="+mn-cs"/>
              </a:rPr>
              <a:t>is likely to change in the next few years.</a:t>
            </a:r>
          </a:p>
          <a:p>
            <a:endParaRPr kumimoji="1" lang="en-US" sz="1200" b="0" i="0" u="none" strike="noStrike" kern="1200" baseline="0" dirty="0">
              <a:solidFill>
                <a:schemeClr val="tx1"/>
              </a:solidFill>
              <a:latin typeface="Times New Roman" pitchFamily="33" charset="0"/>
              <a:ea typeface="+mn-ea"/>
              <a:cs typeface="+mn-cs"/>
            </a:endParaRPr>
          </a:p>
          <a:p>
            <a:r>
              <a:rPr kumimoji="1" lang="en-US" sz="1200" b="0" i="0" u="none" strike="noStrike" kern="1200" baseline="0" dirty="0">
                <a:solidFill>
                  <a:schemeClr val="tx1"/>
                </a:solidFill>
                <a:latin typeface="Times New Roman" pitchFamily="33" charset="0"/>
                <a:ea typeface="+mn-ea"/>
                <a:cs typeface="+mn-cs"/>
              </a:rPr>
              <a:t>Figure 6.20 shows how these three technologies are likely to fit into the memory</a:t>
            </a:r>
          </a:p>
          <a:p>
            <a:r>
              <a:rPr kumimoji="1" lang="en-US" sz="1200" b="0" i="0" u="none" strike="noStrike" kern="1200" baseline="0" dirty="0">
                <a:solidFill>
                  <a:schemeClr val="tx1"/>
                </a:solidFill>
                <a:latin typeface="Times New Roman" pitchFamily="33" charset="0"/>
                <a:ea typeface="+mn-ea"/>
                <a:cs typeface="+mn-cs"/>
              </a:rPr>
              <a:t>hierarchy.</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AF100D4-BB46-6748-84D4-F681254872AC}" type="slidenum">
              <a:rPr kumimoji="0" lang="en-US" sz="1200" b="0" i="0" u="none" strike="noStrike" kern="1200" cap="none" spc="0" normalizeH="0" baseline="0" noProof="0" smtClean="0">
                <a:ln>
                  <a:noFill/>
                </a:ln>
                <a:solidFill>
                  <a:srgbClr val="000000"/>
                </a:solidFill>
                <a:effectLst/>
                <a:uLnTx/>
                <a:uFillTx/>
                <a:latin typeface="Times New Roman" pitchFamily="33"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34</a:t>
            </a:fld>
            <a:endParaRPr kumimoji="0" lang="en-US" sz="1200" b="0" i="0" u="none" strike="noStrike" kern="1200" cap="none" spc="0" normalizeH="0" baseline="0" noProof="0">
              <a:ln>
                <a:noFill/>
              </a:ln>
              <a:solidFill>
                <a:srgbClr val="000000"/>
              </a:solidFill>
              <a:effectLst/>
              <a:uLnTx/>
              <a:uFillTx/>
              <a:latin typeface="Times New Roman" pitchFamily="33" charset="0"/>
              <a:ea typeface="+mn-ea"/>
              <a:cs typeface="+mn-cs"/>
            </a:endParaRPr>
          </a:p>
        </p:txBody>
      </p:sp>
      <p:sp>
        <p:nvSpPr>
          <p:cNvPr id="5" name="Footer Placeholder 4"/>
          <p:cNvSpPr>
            <a:spLocks noGrp="1"/>
          </p:cNvSpPr>
          <p:nvPr>
            <p:ph type="ftr" sz="quarter" idx="11"/>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imes New Roman" pitchFamily="33" charset="0"/>
                <a:ea typeface="+mn-ea"/>
                <a:cs typeface="+mn-cs"/>
              </a:rPr>
              <a:t>© 2016 Pearson Education, Inc., Upper Saddle River, NJ. All rights reserved.</a:t>
            </a:r>
          </a:p>
        </p:txBody>
      </p:sp>
    </p:spTree>
    <p:extLst>
      <p:ext uri="{BB962C8B-B14F-4D97-AF65-F5344CB8AC3E}">
        <p14:creationId xmlns:p14="http://schemas.microsoft.com/office/powerpoint/2010/main" val="24152416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en-US" sz="1200" b="0" i="0" u="none" strike="noStrike" kern="1200" baseline="0" dirty="0">
                <a:solidFill>
                  <a:schemeClr val="tx1"/>
                </a:solidFill>
                <a:latin typeface="Times New Roman" pitchFamily="33" charset="0"/>
                <a:ea typeface="+mn-ea"/>
                <a:cs typeface="+mn-cs"/>
              </a:rPr>
              <a:t>STT-RAM is a new type of </a:t>
            </a:r>
            <a:r>
              <a:rPr kumimoji="1" lang="en-US" sz="1200" b="1" i="0" u="none" strike="noStrike" kern="1200" baseline="0" dirty="0">
                <a:solidFill>
                  <a:schemeClr val="tx1"/>
                </a:solidFill>
                <a:latin typeface="Times New Roman" pitchFamily="33" charset="0"/>
                <a:ea typeface="+mn-ea"/>
                <a:cs typeface="+mn-cs"/>
              </a:rPr>
              <a:t>Magnetic RAM (MRAM), </a:t>
            </a:r>
            <a:r>
              <a:rPr kumimoji="1" lang="en-US" sz="1200" b="0" i="0" u="none" strike="noStrike" kern="1200" baseline="0" dirty="0">
                <a:solidFill>
                  <a:schemeClr val="tx1"/>
                </a:solidFill>
                <a:latin typeface="Times New Roman" pitchFamily="33" charset="0"/>
                <a:ea typeface="+mn-ea"/>
                <a:cs typeface="+mn-cs"/>
              </a:rPr>
              <a:t>which features non-volatility,</a:t>
            </a:r>
          </a:p>
          <a:p>
            <a:r>
              <a:rPr kumimoji="1" lang="en-US" sz="1200" b="0" i="0" u="none" strike="noStrike" kern="1200" baseline="0" dirty="0">
                <a:solidFill>
                  <a:schemeClr val="tx1"/>
                </a:solidFill>
                <a:latin typeface="Times New Roman" pitchFamily="33" charset="0"/>
                <a:ea typeface="+mn-ea"/>
                <a:cs typeface="+mn-cs"/>
              </a:rPr>
              <a:t>fast writing/reading speed &lt;10ns), and high programming endurance (&gt;10</a:t>
            </a:r>
            <a:r>
              <a:rPr kumimoji="1" lang="en-US" sz="1200" b="0" i="0" u="none" strike="noStrike" kern="1200" baseline="30000" dirty="0">
                <a:solidFill>
                  <a:schemeClr val="tx1"/>
                </a:solidFill>
                <a:latin typeface="Times New Roman" pitchFamily="33" charset="0"/>
                <a:ea typeface="+mn-ea"/>
                <a:cs typeface="+mn-cs"/>
              </a:rPr>
              <a:t>15</a:t>
            </a:r>
            <a:r>
              <a:rPr kumimoji="1" lang="en-US" sz="1200" b="0" i="0" u="none" strike="noStrike" kern="1200" baseline="0" dirty="0">
                <a:solidFill>
                  <a:schemeClr val="tx1"/>
                </a:solidFill>
                <a:latin typeface="Times New Roman" pitchFamily="33" charset="0"/>
                <a:ea typeface="+mn-ea"/>
                <a:cs typeface="+mn-cs"/>
              </a:rPr>
              <a:t>cycles)</a:t>
            </a:r>
          </a:p>
          <a:p>
            <a:r>
              <a:rPr kumimoji="1" lang="en-US" sz="1200" b="0" i="0" u="none" strike="noStrike" kern="1200" baseline="0" dirty="0">
                <a:solidFill>
                  <a:schemeClr val="tx1"/>
                </a:solidFill>
                <a:latin typeface="Times New Roman" pitchFamily="33" charset="0"/>
                <a:ea typeface="+mn-ea"/>
                <a:cs typeface="+mn-cs"/>
              </a:rPr>
              <a:t>and zero standby power [KULT13]. The storage capability or programmability of</a:t>
            </a:r>
          </a:p>
          <a:p>
            <a:r>
              <a:rPr kumimoji="1" lang="en-US" sz="1200" b="0" i="0" u="none" strike="noStrike" kern="1200" baseline="0" dirty="0">
                <a:solidFill>
                  <a:schemeClr val="tx1"/>
                </a:solidFill>
                <a:latin typeface="Times New Roman" pitchFamily="33" charset="0"/>
                <a:ea typeface="+mn-ea"/>
                <a:cs typeface="+mn-cs"/>
              </a:rPr>
              <a:t>MRAM arises from magnetic tunneling junction (MTJ), in which a thin tunneling</a:t>
            </a:r>
          </a:p>
          <a:p>
            <a:r>
              <a:rPr kumimoji="1" lang="en-US" sz="1200" b="0" i="0" u="none" strike="noStrike" kern="1200" baseline="0" dirty="0">
                <a:solidFill>
                  <a:schemeClr val="tx1"/>
                </a:solidFill>
                <a:latin typeface="Times New Roman" pitchFamily="33" charset="0"/>
                <a:ea typeface="+mn-ea"/>
                <a:cs typeface="+mn-cs"/>
              </a:rPr>
              <a:t>dielectric is sandwiched between two ferromagnetic layers. One ferromagnetic layer</a:t>
            </a:r>
          </a:p>
          <a:p>
            <a:r>
              <a:rPr kumimoji="1" lang="en-US" sz="1200" b="0" i="0" u="none" strike="noStrike" kern="1200" baseline="0" dirty="0">
                <a:solidFill>
                  <a:schemeClr val="tx1"/>
                </a:solidFill>
                <a:latin typeface="Times New Roman" pitchFamily="33" charset="0"/>
                <a:ea typeface="+mn-ea"/>
                <a:cs typeface="+mn-cs"/>
              </a:rPr>
              <a:t>(pinned or reference layer) is designed to have its magnetization pinned, while the</a:t>
            </a:r>
          </a:p>
          <a:p>
            <a:r>
              <a:rPr kumimoji="1" lang="en-US" sz="1200" b="0" i="0" u="none" strike="noStrike" kern="1200" baseline="0" dirty="0">
                <a:solidFill>
                  <a:schemeClr val="tx1"/>
                </a:solidFill>
                <a:latin typeface="Times New Roman" pitchFamily="33" charset="0"/>
                <a:ea typeface="+mn-ea"/>
                <a:cs typeface="+mn-cs"/>
              </a:rPr>
              <a:t>magnetization of the other layer (free layer) can be flipped by a write event. An MTJ</a:t>
            </a:r>
          </a:p>
          <a:p>
            <a:r>
              <a:rPr kumimoji="1" lang="en-US" sz="1200" b="0" i="0" u="none" strike="noStrike" kern="1200" baseline="0" dirty="0">
                <a:solidFill>
                  <a:schemeClr val="tx1"/>
                </a:solidFill>
                <a:latin typeface="Times New Roman" pitchFamily="33" charset="0"/>
                <a:ea typeface="+mn-ea"/>
                <a:cs typeface="+mn-cs"/>
              </a:rPr>
              <a:t>has a low (high) resistance if the magnetizations of the free layer and the pinned layer</a:t>
            </a:r>
          </a:p>
          <a:p>
            <a:r>
              <a:rPr kumimoji="1" lang="en-US" sz="1200" b="0" i="0" u="none" strike="noStrike" kern="1200" baseline="0" dirty="0">
                <a:solidFill>
                  <a:schemeClr val="tx1"/>
                </a:solidFill>
                <a:latin typeface="Times New Roman" pitchFamily="33" charset="0"/>
                <a:ea typeface="+mn-ea"/>
                <a:cs typeface="+mn-cs"/>
              </a:rPr>
              <a:t>are parallel (anti-parallel). In first-generation MRAM design, the magnetization of the</a:t>
            </a:r>
          </a:p>
          <a:p>
            <a:r>
              <a:rPr kumimoji="1" lang="en-US" sz="1200" b="0" i="0" u="none" strike="noStrike" kern="1200" baseline="0" dirty="0">
                <a:solidFill>
                  <a:schemeClr val="tx1"/>
                </a:solidFill>
                <a:latin typeface="Times New Roman" pitchFamily="33" charset="0"/>
                <a:ea typeface="+mn-ea"/>
                <a:cs typeface="+mn-cs"/>
              </a:rPr>
              <a:t>free layer is changed by the current-induced magnetic field. In STT-RAM, a new write</a:t>
            </a:r>
          </a:p>
          <a:p>
            <a:r>
              <a:rPr kumimoji="1" lang="en-US" sz="1200" b="0" i="0" u="none" strike="noStrike" kern="1200" baseline="0" dirty="0">
                <a:solidFill>
                  <a:schemeClr val="tx1"/>
                </a:solidFill>
                <a:latin typeface="Times New Roman" pitchFamily="33" charset="0"/>
                <a:ea typeface="+mn-ea"/>
                <a:cs typeface="+mn-cs"/>
              </a:rPr>
              <a:t>mechanism, called polarization-current-induced magnetization switching, is introduced.</a:t>
            </a:r>
          </a:p>
          <a:p>
            <a:r>
              <a:rPr kumimoji="1" lang="en-US" sz="1200" b="0" i="0" u="none" strike="noStrike" kern="1200" baseline="0" dirty="0">
                <a:solidFill>
                  <a:schemeClr val="tx1"/>
                </a:solidFill>
                <a:latin typeface="Times New Roman" pitchFamily="33" charset="0"/>
                <a:ea typeface="+mn-ea"/>
                <a:cs typeface="+mn-cs"/>
              </a:rPr>
              <a:t>For STT-RAM, the magnetization of the free layer is flipped by the electrical</a:t>
            </a:r>
          </a:p>
          <a:p>
            <a:r>
              <a:rPr kumimoji="1" lang="en-US" sz="1200" b="0" i="0" u="none" strike="noStrike" kern="1200" baseline="0" dirty="0">
                <a:solidFill>
                  <a:schemeClr val="tx1"/>
                </a:solidFill>
                <a:latin typeface="Times New Roman" pitchFamily="33" charset="0"/>
                <a:ea typeface="+mn-ea"/>
                <a:cs typeface="+mn-cs"/>
              </a:rPr>
              <a:t>current directly. Because the current required to switch an MTJ resistance state is proportional</a:t>
            </a:r>
          </a:p>
          <a:p>
            <a:r>
              <a:rPr kumimoji="1" lang="en-US" sz="1200" b="0" i="0" u="none" strike="noStrike" kern="1200" baseline="0" dirty="0">
                <a:solidFill>
                  <a:schemeClr val="tx1"/>
                </a:solidFill>
                <a:latin typeface="Times New Roman" pitchFamily="33" charset="0"/>
                <a:ea typeface="+mn-ea"/>
                <a:cs typeface="+mn-cs"/>
              </a:rPr>
              <a:t>to the MTJ cell area, STT-RAM is believed to have a better scaling property</a:t>
            </a:r>
          </a:p>
          <a:p>
            <a:r>
              <a:rPr kumimoji="1" lang="en-US" sz="1200" b="0" i="0" u="none" strike="noStrike" kern="1200" baseline="0" dirty="0">
                <a:solidFill>
                  <a:schemeClr val="tx1"/>
                </a:solidFill>
                <a:latin typeface="Times New Roman" pitchFamily="33" charset="0"/>
                <a:ea typeface="+mn-ea"/>
                <a:cs typeface="+mn-cs"/>
              </a:rPr>
              <a:t>than the first-generation MRAM. Figure 6.21a illustrates the general configuration.</a:t>
            </a:r>
          </a:p>
          <a:p>
            <a:endParaRPr kumimoji="1" lang="en-US" sz="1200" b="0" i="0" u="none" strike="noStrike" kern="1200" baseline="0" dirty="0">
              <a:solidFill>
                <a:schemeClr val="tx1"/>
              </a:solidFill>
              <a:latin typeface="Times New Roman" pitchFamily="33" charset="0"/>
              <a:ea typeface="+mn-ea"/>
              <a:cs typeface="+mn-cs"/>
            </a:endParaRPr>
          </a:p>
          <a:p>
            <a:r>
              <a:rPr kumimoji="1" lang="en-US" sz="1200" b="0" i="0" u="none" strike="noStrike" kern="1200" baseline="0" dirty="0">
                <a:solidFill>
                  <a:schemeClr val="tx1"/>
                </a:solidFill>
                <a:latin typeface="Times New Roman" pitchFamily="33" charset="0"/>
                <a:ea typeface="+mn-ea"/>
                <a:cs typeface="+mn-cs"/>
              </a:rPr>
              <a:t>STT-RAM is a good candidate for either cache or main memory.</a:t>
            </a:r>
          </a:p>
          <a:p>
            <a:endParaRPr kumimoji="1" lang="en-US" sz="1200" b="0" i="0" u="none" strike="noStrike" kern="1200" baseline="0" dirty="0">
              <a:solidFill>
                <a:schemeClr val="tx1"/>
              </a:solidFill>
              <a:latin typeface="Times New Roman" pitchFamily="33" charset="0"/>
              <a:ea typeface="+mn-ea"/>
              <a:cs typeface="+mn-cs"/>
            </a:endParaRPr>
          </a:p>
          <a:p>
            <a:r>
              <a:rPr kumimoji="1" lang="en-US" sz="1200" b="1" i="0" u="none" strike="noStrike" kern="1200" baseline="0" dirty="0">
                <a:solidFill>
                  <a:schemeClr val="tx1"/>
                </a:solidFill>
                <a:latin typeface="Times New Roman" pitchFamily="33" charset="0"/>
                <a:ea typeface="+mn-ea"/>
                <a:cs typeface="+mn-cs"/>
              </a:rPr>
              <a:t>Phase-change RAM (</a:t>
            </a:r>
            <a:r>
              <a:rPr kumimoji="1" lang="en-US" sz="1200" b="1" i="0" u="none" strike="noStrike" kern="1200" baseline="0" dirty="0" err="1">
                <a:solidFill>
                  <a:schemeClr val="tx1"/>
                </a:solidFill>
                <a:latin typeface="Times New Roman" pitchFamily="33" charset="0"/>
                <a:ea typeface="+mn-ea"/>
                <a:cs typeface="+mn-cs"/>
              </a:rPr>
              <a:t>pcram</a:t>
            </a:r>
            <a:r>
              <a:rPr kumimoji="1" lang="en-US" sz="1200" b="1" i="0" u="none" strike="noStrike" kern="1200" baseline="0" dirty="0">
                <a:solidFill>
                  <a:schemeClr val="tx1"/>
                </a:solidFill>
                <a:latin typeface="Times New Roman" pitchFamily="33" charset="0"/>
                <a:ea typeface="+mn-ea"/>
                <a:cs typeface="+mn-cs"/>
              </a:rPr>
              <a:t>)</a:t>
            </a:r>
            <a:r>
              <a:rPr kumimoji="1" lang="en-US" sz="1200" b="0" i="0" u="none" strike="noStrike" kern="1200" baseline="0" dirty="0">
                <a:solidFill>
                  <a:schemeClr val="tx1"/>
                </a:solidFill>
                <a:latin typeface="Times New Roman" pitchFamily="33" charset="0"/>
                <a:ea typeface="+mn-ea"/>
                <a:cs typeface="+mn-cs"/>
              </a:rPr>
              <a:t> is the most mature or the new technologies, with an extensive</a:t>
            </a:r>
          </a:p>
          <a:p>
            <a:r>
              <a:rPr kumimoji="1" lang="en-US" sz="1200" b="0" i="0" u="none" strike="noStrike" kern="1200" baseline="0" dirty="0">
                <a:solidFill>
                  <a:schemeClr val="tx1"/>
                </a:solidFill>
                <a:latin typeface="Times New Roman" pitchFamily="33" charset="0"/>
                <a:ea typeface="+mn-ea"/>
                <a:cs typeface="+mn-cs"/>
              </a:rPr>
              <a:t>technical literature ([RAOU09], [ZHOU09], [LEE10]).</a:t>
            </a:r>
          </a:p>
          <a:p>
            <a:endParaRPr kumimoji="1" lang="en-US" sz="1200" b="0" i="0" u="none" strike="noStrike" kern="1200" baseline="0" dirty="0">
              <a:solidFill>
                <a:schemeClr val="tx1"/>
              </a:solidFill>
              <a:latin typeface="Times New Roman" pitchFamily="33" charset="0"/>
              <a:ea typeface="+mn-ea"/>
              <a:cs typeface="+mn-cs"/>
            </a:endParaRPr>
          </a:p>
          <a:p>
            <a:r>
              <a:rPr kumimoji="1" lang="en-US" sz="1200" b="0" i="0" u="none" strike="noStrike" kern="1200" baseline="0" dirty="0">
                <a:solidFill>
                  <a:schemeClr val="tx1"/>
                </a:solidFill>
                <a:latin typeface="Times New Roman" pitchFamily="33" charset="0"/>
                <a:ea typeface="+mn-ea"/>
                <a:cs typeface="+mn-cs"/>
              </a:rPr>
              <a:t>PCRAM technology is based on a </a:t>
            </a:r>
            <a:r>
              <a:rPr kumimoji="1" lang="en-US" sz="1200" b="0" i="0" u="none" strike="noStrike" kern="1200" baseline="0" dirty="0" err="1">
                <a:solidFill>
                  <a:schemeClr val="tx1"/>
                </a:solidFill>
                <a:latin typeface="Times New Roman" pitchFamily="33" charset="0"/>
                <a:ea typeface="+mn-ea"/>
                <a:cs typeface="+mn-cs"/>
              </a:rPr>
              <a:t>chalcogenide</a:t>
            </a:r>
            <a:r>
              <a:rPr kumimoji="1" lang="en-US" sz="1200" b="0" i="0" u="none" strike="noStrike" kern="1200" baseline="0" dirty="0">
                <a:solidFill>
                  <a:schemeClr val="tx1"/>
                </a:solidFill>
                <a:latin typeface="Times New Roman" pitchFamily="33" charset="0"/>
                <a:ea typeface="+mn-ea"/>
                <a:cs typeface="+mn-cs"/>
              </a:rPr>
              <a:t> alloy material, which is similar</a:t>
            </a:r>
          </a:p>
          <a:p>
            <a:r>
              <a:rPr kumimoji="1" lang="en-US" sz="1200" b="0" i="0" u="none" strike="noStrike" kern="1200" baseline="0" dirty="0">
                <a:solidFill>
                  <a:schemeClr val="tx1"/>
                </a:solidFill>
                <a:latin typeface="Times New Roman" pitchFamily="33" charset="0"/>
                <a:ea typeface="+mn-ea"/>
                <a:cs typeface="+mn-cs"/>
              </a:rPr>
              <a:t>to those commonly used in optical storage media (compact discs and digital versatile</a:t>
            </a:r>
          </a:p>
          <a:p>
            <a:r>
              <a:rPr kumimoji="1" lang="en-US" sz="1200" b="0" i="0" u="none" strike="noStrike" kern="1200" baseline="0" dirty="0">
                <a:solidFill>
                  <a:schemeClr val="tx1"/>
                </a:solidFill>
                <a:latin typeface="Times New Roman" pitchFamily="33" charset="0"/>
                <a:ea typeface="+mn-ea"/>
                <a:cs typeface="+mn-cs"/>
              </a:rPr>
              <a:t>discs). The data storage capability is achieved from the resistance differences</a:t>
            </a:r>
          </a:p>
          <a:p>
            <a:r>
              <a:rPr kumimoji="1" lang="en-US" sz="1200" b="0" i="0" u="none" strike="noStrike" kern="1200" baseline="0" dirty="0">
                <a:solidFill>
                  <a:schemeClr val="tx1"/>
                </a:solidFill>
                <a:latin typeface="Times New Roman" pitchFamily="33" charset="0"/>
                <a:ea typeface="+mn-ea"/>
                <a:cs typeface="+mn-cs"/>
              </a:rPr>
              <a:t>between an amorphous (high-resistance) and a crystalline (low-resistance) phase</a:t>
            </a:r>
          </a:p>
          <a:p>
            <a:r>
              <a:rPr kumimoji="1" lang="en-US" sz="1200" b="0" i="0" u="none" strike="noStrike" kern="1200" baseline="0" dirty="0">
                <a:solidFill>
                  <a:schemeClr val="tx1"/>
                </a:solidFill>
                <a:latin typeface="Times New Roman" pitchFamily="33" charset="0"/>
                <a:ea typeface="+mn-ea"/>
                <a:cs typeface="+mn-cs"/>
              </a:rPr>
              <a:t>of the </a:t>
            </a:r>
            <a:r>
              <a:rPr kumimoji="1" lang="en-US" sz="1200" b="0" i="0" u="none" strike="noStrike" kern="1200" baseline="0" dirty="0" err="1">
                <a:solidFill>
                  <a:schemeClr val="tx1"/>
                </a:solidFill>
                <a:latin typeface="Times New Roman" pitchFamily="33" charset="0"/>
                <a:ea typeface="+mn-ea"/>
                <a:cs typeface="+mn-cs"/>
              </a:rPr>
              <a:t>chalcogenide</a:t>
            </a:r>
            <a:r>
              <a:rPr kumimoji="1" lang="en-US" sz="1200" b="0" i="0" u="none" strike="noStrike" kern="1200" baseline="0" dirty="0">
                <a:solidFill>
                  <a:schemeClr val="tx1"/>
                </a:solidFill>
                <a:latin typeface="Times New Roman" pitchFamily="33" charset="0"/>
                <a:ea typeface="+mn-ea"/>
                <a:cs typeface="+mn-cs"/>
              </a:rPr>
              <a:t>-based material. In SET operation, the phase change material is</a:t>
            </a:r>
          </a:p>
          <a:p>
            <a:r>
              <a:rPr kumimoji="1" lang="en-US" sz="1200" b="0" i="0" u="none" strike="noStrike" kern="1200" baseline="0" dirty="0">
                <a:solidFill>
                  <a:schemeClr val="tx1"/>
                </a:solidFill>
                <a:latin typeface="Times New Roman" pitchFamily="33" charset="0"/>
                <a:ea typeface="+mn-ea"/>
                <a:cs typeface="+mn-cs"/>
              </a:rPr>
              <a:t>crystallized by applying an electrical pulse that heats a significant portion of the cell</a:t>
            </a:r>
          </a:p>
          <a:p>
            <a:r>
              <a:rPr kumimoji="1" lang="en-US" sz="1200" b="0" i="0" u="none" strike="noStrike" kern="1200" baseline="0" dirty="0">
                <a:solidFill>
                  <a:schemeClr val="tx1"/>
                </a:solidFill>
                <a:latin typeface="Times New Roman" pitchFamily="33" charset="0"/>
                <a:ea typeface="+mn-ea"/>
                <a:cs typeface="+mn-cs"/>
              </a:rPr>
              <a:t>above its crystallization temperature. In RESET operation, a larger electrical current</a:t>
            </a:r>
          </a:p>
          <a:p>
            <a:r>
              <a:rPr kumimoji="1" lang="en-US" sz="1200" b="0" i="0" u="none" strike="noStrike" kern="1200" baseline="0" dirty="0">
                <a:solidFill>
                  <a:schemeClr val="tx1"/>
                </a:solidFill>
                <a:latin typeface="Times New Roman" pitchFamily="33" charset="0"/>
                <a:ea typeface="+mn-ea"/>
                <a:cs typeface="+mn-cs"/>
              </a:rPr>
              <a:t>is applied and then abruptly cut off in order to melt and then quench the material,</a:t>
            </a:r>
          </a:p>
          <a:p>
            <a:r>
              <a:rPr kumimoji="1" lang="en-US" sz="1200" b="0" i="0" u="none" strike="noStrike" kern="1200" baseline="0" dirty="0">
                <a:solidFill>
                  <a:schemeClr val="tx1"/>
                </a:solidFill>
                <a:latin typeface="Times New Roman" pitchFamily="33" charset="0"/>
                <a:ea typeface="+mn-ea"/>
                <a:cs typeface="+mn-cs"/>
              </a:rPr>
              <a:t>leaving it in the amorphous state. Figure 6.21b illustrates the general configuration.</a:t>
            </a:r>
          </a:p>
          <a:p>
            <a:endParaRPr kumimoji="1" lang="en-US" sz="1200" b="0" i="0" u="none" strike="noStrike" kern="1200" baseline="0" dirty="0">
              <a:solidFill>
                <a:schemeClr val="tx1"/>
              </a:solidFill>
              <a:latin typeface="Times New Roman" pitchFamily="33" charset="0"/>
              <a:ea typeface="+mn-ea"/>
              <a:cs typeface="+mn-cs"/>
            </a:endParaRPr>
          </a:p>
          <a:p>
            <a:r>
              <a:rPr kumimoji="1" lang="en-US" sz="1200" b="0" i="0" u="none" strike="noStrike" kern="1200" baseline="0" dirty="0">
                <a:solidFill>
                  <a:schemeClr val="tx1"/>
                </a:solidFill>
                <a:latin typeface="Times New Roman" pitchFamily="33" charset="0"/>
                <a:ea typeface="+mn-ea"/>
                <a:cs typeface="+mn-cs"/>
              </a:rPr>
              <a:t>PCRAM is a good candidate to replace or supplement DRAM for main</a:t>
            </a:r>
          </a:p>
          <a:p>
            <a:r>
              <a:rPr kumimoji="1" lang="en-US" sz="1200" b="0" i="0" u="none" strike="noStrike" kern="1200" baseline="0" dirty="0">
                <a:solidFill>
                  <a:schemeClr val="tx1"/>
                </a:solidFill>
                <a:latin typeface="Times New Roman" pitchFamily="33" charset="0"/>
                <a:ea typeface="+mn-ea"/>
                <a:cs typeface="+mn-cs"/>
              </a:rPr>
              <a:t>memory.</a:t>
            </a:r>
          </a:p>
          <a:p>
            <a:endParaRPr kumimoji="1" lang="en-US" sz="1200" b="0" i="0" u="none" strike="noStrike" kern="1200" baseline="0" dirty="0">
              <a:solidFill>
                <a:schemeClr val="tx1"/>
              </a:solidFill>
              <a:latin typeface="Times New Roman" pitchFamily="33" charset="0"/>
              <a:ea typeface="+mn-ea"/>
              <a:cs typeface="+mn-cs"/>
            </a:endParaRPr>
          </a:p>
          <a:p>
            <a:r>
              <a:rPr kumimoji="1" lang="en-US" sz="1200" b="0" i="0" u="none" strike="noStrike" kern="1200" baseline="0" dirty="0" err="1">
                <a:solidFill>
                  <a:schemeClr val="tx1"/>
                </a:solidFill>
                <a:latin typeface="Times New Roman" pitchFamily="33" charset="0"/>
                <a:ea typeface="+mn-ea"/>
                <a:cs typeface="+mn-cs"/>
              </a:rPr>
              <a:t>ReRAM</a:t>
            </a:r>
            <a:r>
              <a:rPr kumimoji="1" lang="en-US" sz="1200" b="0" i="0" u="none" strike="noStrike" kern="1200" baseline="0" dirty="0">
                <a:solidFill>
                  <a:schemeClr val="tx1"/>
                </a:solidFill>
                <a:latin typeface="Times New Roman" pitchFamily="33" charset="0"/>
                <a:ea typeface="+mn-ea"/>
                <a:cs typeface="+mn-cs"/>
              </a:rPr>
              <a:t> (also known as RRAM) works by creating resistance rather than directly</a:t>
            </a:r>
          </a:p>
          <a:p>
            <a:r>
              <a:rPr kumimoji="1" lang="en-US" sz="1200" b="0" i="0" u="none" strike="noStrike" kern="1200" baseline="0" dirty="0">
                <a:solidFill>
                  <a:schemeClr val="tx1"/>
                </a:solidFill>
                <a:latin typeface="Times New Roman" pitchFamily="33" charset="0"/>
                <a:ea typeface="+mn-ea"/>
                <a:cs typeface="+mn-cs"/>
              </a:rPr>
              <a:t>storing charge. An electric current is applied to a material, changing the resistance</a:t>
            </a:r>
          </a:p>
          <a:p>
            <a:r>
              <a:rPr kumimoji="1" lang="en-US" sz="1200" b="0" i="0" u="none" strike="noStrike" kern="1200" baseline="0" dirty="0">
                <a:solidFill>
                  <a:schemeClr val="tx1"/>
                </a:solidFill>
                <a:latin typeface="Times New Roman" pitchFamily="33" charset="0"/>
                <a:ea typeface="+mn-ea"/>
                <a:cs typeface="+mn-cs"/>
              </a:rPr>
              <a:t>of that material. The resistance state can then be measured and a 1 or 0 is read as</a:t>
            </a:r>
          </a:p>
          <a:p>
            <a:r>
              <a:rPr kumimoji="1" lang="en-US" sz="1200" b="0" i="0" u="none" strike="noStrike" kern="1200" baseline="0" dirty="0">
                <a:solidFill>
                  <a:schemeClr val="tx1"/>
                </a:solidFill>
                <a:latin typeface="Times New Roman" pitchFamily="33" charset="0"/>
                <a:ea typeface="+mn-ea"/>
                <a:cs typeface="+mn-cs"/>
              </a:rPr>
              <a:t>the result. Much of the work done on </a:t>
            </a:r>
            <a:r>
              <a:rPr kumimoji="1" lang="en-US" sz="1200" b="0" i="0" u="none" strike="noStrike" kern="1200" baseline="0" dirty="0" err="1">
                <a:solidFill>
                  <a:schemeClr val="tx1"/>
                </a:solidFill>
                <a:latin typeface="Times New Roman" pitchFamily="33" charset="0"/>
                <a:ea typeface="+mn-ea"/>
                <a:cs typeface="+mn-cs"/>
              </a:rPr>
              <a:t>ReRAM</a:t>
            </a:r>
            <a:r>
              <a:rPr kumimoji="1" lang="en-US" sz="1200" b="0" i="0" u="none" strike="noStrike" kern="1200" baseline="0" dirty="0">
                <a:solidFill>
                  <a:schemeClr val="tx1"/>
                </a:solidFill>
                <a:latin typeface="Times New Roman" pitchFamily="33" charset="0"/>
                <a:ea typeface="+mn-ea"/>
                <a:cs typeface="+mn-cs"/>
              </a:rPr>
              <a:t> to date has focused on finding appropriate</a:t>
            </a:r>
          </a:p>
          <a:p>
            <a:r>
              <a:rPr kumimoji="1" lang="en-US" sz="1200" b="0" i="0" u="none" strike="noStrike" kern="1200" baseline="0" dirty="0">
                <a:solidFill>
                  <a:schemeClr val="tx1"/>
                </a:solidFill>
                <a:latin typeface="Times New Roman" pitchFamily="33" charset="0"/>
                <a:ea typeface="+mn-ea"/>
                <a:cs typeface="+mn-cs"/>
              </a:rPr>
              <a:t>materials and measuring the resistance state of the cells. </a:t>
            </a:r>
            <a:r>
              <a:rPr kumimoji="1" lang="en-US" sz="1200" b="0" i="0" u="none" strike="noStrike" kern="1200" baseline="0" dirty="0" err="1">
                <a:solidFill>
                  <a:schemeClr val="tx1"/>
                </a:solidFill>
                <a:latin typeface="Times New Roman" pitchFamily="33" charset="0"/>
                <a:ea typeface="+mn-ea"/>
                <a:cs typeface="+mn-cs"/>
              </a:rPr>
              <a:t>ReRAM</a:t>
            </a:r>
            <a:r>
              <a:rPr kumimoji="1" lang="en-US" sz="1200" b="0" i="0" u="none" strike="noStrike" kern="1200" baseline="0" dirty="0">
                <a:solidFill>
                  <a:schemeClr val="tx1"/>
                </a:solidFill>
                <a:latin typeface="Times New Roman" pitchFamily="33" charset="0"/>
                <a:ea typeface="+mn-ea"/>
                <a:cs typeface="+mn-cs"/>
              </a:rPr>
              <a:t> designs</a:t>
            </a:r>
          </a:p>
          <a:p>
            <a:r>
              <a:rPr kumimoji="1" lang="en-US" sz="1200" b="0" i="0" u="none" strike="noStrike" kern="1200" baseline="0" dirty="0">
                <a:solidFill>
                  <a:schemeClr val="tx1"/>
                </a:solidFill>
                <a:latin typeface="Times New Roman" pitchFamily="33" charset="0"/>
                <a:ea typeface="+mn-ea"/>
                <a:cs typeface="+mn-cs"/>
              </a:rPr>
              <a:t>are low voltage, endurance is far superior to flash memory, and the cells are much</a:t>
            </a:r>
          </a:p>
          <a:p>
            <a:r>
              <a:rPr kumimoji="1" lang="en-US" sz="1200" b="0" i="0" u="none" strike="noStrike" kern="1200" baseline="0" dirty="0">
                <a:solidFill>
                  <a:schemeClr val="tx1"/>
                </a:solidFill>
                <a:latin typeface="Times New Roman" pitchFamily="33" charset="0"/>
                <a:ea typeface="+mn-ea"/>
                <a:cs typeface="+mn-cs"/>
              </a:rPr>
              <a:t>smaller—at least in theory. Figure 6.21c shows one </a:t>
            </a:r>
            <a:r>
              <a:rPr kumimoji="1" lang="en-US" sz="1200" b="0" i="0" u="none" strike="noStrike" kern="1200" baseline="0" dirty="0" err="1">
                <a:solidFill>
                  <a:schemeClr val="tx1"/>
                </a:solidFill>
                <a:latin typeface="Times New Roman" pitchFamily="33" charset="0"/>
                <a:ea typeface="+mn-ea"/>
                <a:cs typeface="+mn-cs"/>
              </a:rPr>
              <a:t>ReRam</a:t>
            </a:r>
            <a:r>
              <a:rPr kumimoji="1" lang="en-US" sz="1200" b="0" i="0" u="none" strike="noStrike" kern="1200" baseline="0" dirty="0">
                <a:solidFill>
                  <a:schemeClr val="tx1"/>
                </a:solidFill>
                <a:latin typeface="Times New Roman" pitchFamily="33" charset="0"/>
                <a:ea typeface="+mn-ea"/>
                <a:cs typeface="+mn-cs"/>
              </a:rPr>
              <a:t> configuration.</a:t>
            </a:r>
          </a:p>
          <a:p>
            <a:endParaRPr kumimoji="1" lang="en-US" sz="1200" b="0" i="0" u="none" strike="noStrike" kern="1200" baseline="0" dirty="0">
              <a:solidFill>
                <a:schemeClr val="tx1"/>
              </a:solidFill>
              <a:latin typeface="Times New Roman" pitchFamily="33" charset="0"/>
              <a:ea typeface="+mn-ea"/>
              <a:cs typeface="+mn-cs"/>
            </a:endParaRPr>
          </a:p>
          <a:p>
            <a:r>
              <a:rPr kumimoji="1" lang="en-US" sz="1200" b="0" i="0" u="none" strike="noStrike" kern="1200" baseline="0" dirty="0" err="1">
                <a:solidFill>
                  <a:schemeClr val="tx1"/>
                </a:solidFill>
                <a:latin typeface="Times New Roman" pitchFamily="33" charset="0"/>
                <a:ea typeface="+mn-ea"/>
                <a:cs typeface="+mn-cs"/>
              </a:rPr>
              <a:t>ReRAM</a:t>
            </a:r>
            <a:r>
              <a:rPr kumimoji="1" lang="en-US" sz="1200" b="0" i="0" u="none" strike="noStrike" kern="1200" baseline="0" dirty="0">
                <a:solidFill>
                  <a:schemeClr val="tx1"/>
                </a:solidFill>
                <a:latin typeface="Times New Roman" pitchFamily="33" charset="0"/>
                <a:ea typeface="+mn-ea"/>
                <a:cs typeface="+mn-cs"/>
              </a:rPr>
              <a:t> is a good candidate to replace or supplement both secondary storage</a:t>
            </a:r>
          </a:p>
          <a:p>
            <a:r>
              <a:rPr kumimoji="1" lang="en-US" sz="1200" b="0" i="0" u="none" strike="noStrike" kern="1200" baseline="0" dirty="0">
                <a:solidFill>
                  <a:schemeClr val="tx1"/>
                </a:solidFill>
                <a:latin typeface="Times New Roman" pitchFamily="33" charset="0"/>
                <a:ea typeface="+mn-ea"/>
                <a:cs typeface="+mn-cs"/>
              </a:rPr>
              <a:t>and main memory.</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AF100D4-BB46-6748-84D4-F681254872AC}" type="slidenum">
              <a:rPr kumimoji="0" lang="en-US" sz="1200" b="0" i="0" u="none" strike="noStrike" kern="1200" cap="none" spc="0" normalizeH="0" baseline="0" noProof="0" smtClean="0">
                <a:ln>
                  <a:noFill/>
                </a:ln>
                <a:solidFill>
                  <a:srgbClr val="000000"/>
                </a:solidFill>
                <a:effectLst/>
                <a:uLnTx/>
                <a:uFillTx/>
                <a:latin typeface="Times New Roman" pitchFamily="33"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35</a:t>
            </a:fld>
            <a:endParaRPr kumimoji="0" lang="en-US" sz="1200" b="0" i="0" u="none" strike="noStrike" kern="1200" cap="none" spc="0" normalizeH="0" baseline="0" noProof="0">
              <a:ln>
                <a:noFill/>
              </a:ln>
              <a:solidFill>
                <a:srgbClr val="000000"/>
              </a:solidFill>
              <a:effectLst/>
              <a:uLnTx/>
              <a:uFillTx/>
              <a:latin typeface="Times New Roman" pitchFamily="33" charset="0"/>
              <a:ea typeface="+mn-ea"/>
              <a:cs typeface="+mn-cs"/>
            </a:endParaRPr>
          </a:p>
        </p:txBody>
      </p:sp>
      <p:sp>
        <p:nvSpPr>
          <p:cNvPr id="5" name="Footer Placeholder 4"/>
          <p:cNvSpPr>
            <a:spLocks noGrp="1"/>
          </p:cNvSpPr>
          <p:nvPr>
            <p:ph type="ftr" sz="quarter" idx="11"/>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imes New Roman" pitchFamily="33" charset="0"/>
                <a:ea typeface="+mn-ea"/>
                <a:cs typeface="+mn-cs"/>
              </a:rPr>
              <a:t>© 2016 Pearson Education, Inc., Upper Saddle River, NJ. All rights reserved.</a:t>
            </a:r>
          </a:p>
        </p:txBody>
      </p:sp>
    </p:spTree>
    <p:extLst>
      <p:ext uri="{BB962C8B-B14F-4D97-AF65-F5344CB8AC3E}">
        <p14:creationId xmlns:p14="http://schemas.microsoft.com/office/powerpoint/2010/main" val="42505164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23CFEEC-BA2E-4CED-9A6B-B7ACB2DD28E1}" type="datetimeFigureOut">
              <a:rPr lang="en-US" smtClean="0"/>
              <a:t>4/26/2020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34EB669-7780-42DA-B7E0-9639693D501E}" type="slidenum">
              <a:rPr lang="en-US" smtClean="0"/>
              <a:t>‹#›</a:t>
            </a:fld>
            <a:endParaRPr lang="en-US"/>
          </a:p>
        </p:txBody>
      </p:sp>
    </p:spTree>
    <p:extLst>
      <p:ext uri="{BB962C8B-B14F-4D97-AF65-F5344CB8AC3E}">
        <p14:creationId xmlns:p14="http://schemas.microsoft.com/office/powerpoint/2010/main" val="21857004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Shape 17"/>
        <p:cNvGrpSpPr/>
        <p:nvPr/>
      </p:nvGrpSpPr>
      <p:grpSpPr>
        <a:xfrm>
          <a:off x="0" y="0"/>
          <a:ext cx="0" cy="0"/>
          <a:chOff x="0" y="0"/>
          <a:chExt cx="0" cy="0"/>
        </a:xfrm>
      </p:grpSpPr>
      <p:sp>
        <p:nvSpPr>
          <p:cNvPr id="4" name="Shape 18"/>
          <p:cNvSpPr>
            <a:spLocks noChangeArrowheads="1"/>
          </p:cNvSpPr>
          <p:nvPr/>
        </p:nvSpPr>
        <p:spPr bwMode="auto">
          <a:xfrm>
            <a:off x="0" y="0"/>
            <a:ext cx="9144000" cy="3886200"/>
          </a:xfrm>
          <a:prstGeom prst="rect">
            <a:avLst/>
          </a:prstGeom>
          <a:solidFill>
            <a:srgbClr val="007FA3"/>
          </a:solidFill>
          <a:ln w="25400">
            <a:solidFill>
              <a:srgbClr val="007FA3"/>
            </a:solidFill>
            <a:round/>
            <a:headEnd/>
            <a:tailEnd/>
          </a:ln>
        </p:spPr>
        <p:txBody>
          <a:bodyPr lIns="91425" tIns="45700" rIns="91425" bIns="45700" anchor="ctr"/>
          <a:lstStyle>
            <a:lvl1pPr>
              <a:defRPr sz="2800">
                <a:solidFill>
                  <a:schemeClr val="tx1"/>
                </a:solidFill>
                <a:latin typeface="Times New Roman" panose="02020603050405020304" pitchFamily="18" charset="0"/>
                <a:ea typeface="ヒラギノ角ゴ Pro W3" pitchFamily="1" charset="-128"/>
              </a:defRPr>
            </a:lvl1pPr>
            <a:lvl2pPr marL="742950" indent="-285750">
              <a:defRPr sz="2800">
                <a:solidFill>
                  <a:schemeClr val="tx1"/>
                </a:solidFill>
                <a:latin typeface="Times New Roman" panose="02020603050405020304" pitchFamily="18" charset="0"/>
                <a:ea typeface="ヒラギノ角ゴ Pro W3" pitchFamily="1" charset="-128"/>
              </a:defRPr>
            </a:lvl2pPr>
            <a:lvl3pPr marL="1143000" indent="-228600">
              <a:defRPr sz="2800">
                <a:solidFill>
                  <a:schemeClr val="tx1"/>
                </a:solidFill>
                <a:latin typeface="Times New Roman" panose="02020603050405020304" pitchFamily="18" charset="0"/>
                <a:ea typeface="ヒラギノ角ゴ Pro W3" pitchFamily="1" charset="-128"/>
              </a:defRPr>
            </a:lvl3pPr>
            <a:lvl4pPr marL="1600200" indent="-228600">
              <a:defRPr sz="2800">
                <a:solidFill>
                  <a:schemeClr val="tx1"/>
                </a:solidFill>
                <a:latin typeface="Times New Roman" panose="02020603050405020304" pitchFamily="18" charset="0"/>
                <a:ea typeface="ヒラギノ角ゴ Pro W3" pitchFamily="1" charset="-128"/>
              </a:defRPr>
            </a:lvl4pPr>
            <a:lvl5pPr marL="2057400" indent="-228600">
              <a:defRPr sz="2800">
                <a:solidFill>
                  <a:schemeClr val="tx1"/>
                </a:solidFill>
                <a:latin typeface="Times New Roman" panose="02020603050405020304" pitchFamily="18" charset="0"/>
                <a:ea typeface="ヒラギノ角ゴ Pro W3" pitchFamily="1"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FFFFFF"/>
              </a:solidFill>
              <a:effectLst/>
              <a:uLnTx/>
              <a:uFillTx/>
              <a:latin typeface="Arial" panose="020B0604020202020204" pitchFamily="34" charset="0"/>
              <a:ea typeface="ヒラギノ角ゴ Pro W3" pitchFamily="1" charset="-128"/>
              <a:cs typeface="Arial" panose="020B0604020202020204" pitchFamily="34" charset="0"/>
              <a:sym typeface="Arial" panose="020B0604020202020204" pitchFamily="34" charset="0"/>
            </a:endParaRPr>
          </a:p>
        </p:txBody>
      </p:sp>
      <p:sp>
        <p:nvSpPr>
          <p:cNvPr id="19" name="Shape 19"/>
          <p:cNvSpPr txBox="1">
            <a:spLocks noGrp="1"/>
          </p:cNvSpPr>
          <p:nvPr>
            <p:ph type="ctrTitle"/>
          </p:nvPr>
        </p:nvSpPr>
        <p:spPr>
          <a:xfrm>
            <a:off x="685800" y="762000"/>
            <a:ext cx="7772400" cy="2838451"/>
          </a:xfrm>
          <a:prstGeom prst="rect">
            <a:avLst/>
          </a:prstGeom>
          <a:noFill/>
          <a:ln>
            <a:noFill/>
          </a:ln>
        </p:spPr>
        <p:txBody>
          <a:bodyPr/>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20" name="Shape 20"/>
          <p:cNvSpPr txBox="1">
            <a:spLocks noGrp="1"/>
          </p:cNvSpPr>
          <p:nvPr>
            <p:ph type="subTitle" idx="1"/>
          </p:nvPr>
        </p:nvSpPr>
        <p:spPr>
          <a:xfrm>
            <a:off x="674687" y="3962400"/>
            <a:ext cx="7794625" cy="1752600"/>
          </a:xfrm>
          <a:prstGeom prst="rect">
            <a:avLst/>
          </a:prstGeom>
          <a:noFill/>
          <a:ln>
            <a:noFill/>
          </a:ln>
        </p:spPr>
        <p:txBody>
          <a:bodyPr/>
          <a:lstStyle>
            <a:lvl1pPr marL="0" marR="0" lvl="0" indent="0" algn="l" rtl="0">
              <a:spcBef>
                <a:spcPts val="0"/>
              </a:spcBef>
              <a:buClr>
                <a:srgbClr val="007FA3"/>
              </a:buClr>
              <a:buFont typeface="Arial"/>
              <a:buNone/>
              <a:defRPr sz="18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5" name="Shape 21"/>
          <p:cNvSpPr txBox="1">
            <a:spLocks noGrp="1"/>
          </p:cNvSpPr>
          <p:nvPr>
            <p:ph type="ftr" idx="10"/>
          </p:nvPr>
        </p:nvSpPr>
        <p:spPr/>
        <p:txBody>
          <a:bodyPr/>
          <a:lstStyle>
            <a:lvl1pPr marL="0" marR="0" lvl="0" indent="0" algn="l" rtl="0">
              <a:spcBef>
                <a:spcPts val="0"/>
              </a:spcBef>
              <a:buNone/>
              <a:defRPr sz="1100" b="0" i="0" u="none" strike="noStrike" cap="none">
                <a:solidFill>
                  <a:srgbClr val="000000"/>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6" name="Shape 22"/>
          <p:cNvSpPr txBox="1">
            <a:spLocks noGrp="1"/>
          </p:cNvSpPr>
          <p:nvPr>
            <p:ph type="dt" idx="11"/>
          </p:nvPr>
        </p:nvSpPr>
        <p:spPr/>
        <p:txBody>
          <a:bodyPr/>
          <a:lstStyle>
            <a:lvl1pPr marL="0" marR="0" lvl="0" indent="0" algn="r" rtl="0">
              <a:spcBef>
                <a:spcPts val="0"/>
              </a:spcBef>
              <a:buNone/>
              <a:defRPr sz="900" b="0" i="0" u="none" strike="noStrike" cap="none">
                <a:solidFill>
                  <a:srgbClr val="FFFFFF"/>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7" name="Shape 23"/>
          <p:cNvSpPr txBox="1">
            <a:spLocks noGrp="1"/>
          </p:cNvSpPr>
          <p:nvPr>
            <p:ph type="sldNum" idx="12"/>
          </p:nvPr>
        </p:nvSpPr>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BE14EDEC-0104-4E70-9686-A570F422F167}"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spTree>
    <p:extLst>
      <p:ext uri="{BB962C8B-B14F-4D97-AF65-F5344CB8AC3E}">
        <p14:creationId xmlns:p14="http://schemas.microsoft.com/office/powerpoint/2010/main" val="10271814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Shape 24"/>
        <p:cNvGrpSpPr/>
        <p:nvPr/>
      </p:nvGrpSpPr>
      <p:grpSpPr>
        <a:xfrm>
          <a:off x="0" y="0"/>
          <a:ext cx="0" cy="0"/>
          <a:chOff x="0" y="0"/>
          <a:chExt cx="0" cy="0"/>
        </a:xfrm>
      </p:grpSpPr>
      <p:sp>
        <p:nvSpPr>
          <p:cNvPr id="25" name="Shape 25"/>
          <p:cNvSpPr txBox="1">
            <a:spLocks noGrp="1"/>
          </p:cNvSpPr>
          <p:nvPr>
            <p:ph type="title"/>
          </p:nvPr>
        </p:nvSpPr>
        <p:spPr>
          <a:xfrm>
            <a:off x="457200" y="215371"/>
            <a:ext cx="8229600" cy="1097279"/>
          </a:xfrm>
          <a:prstGeom prst="rect">
            <a:avLst/>
          </a:prstGeom>
          <a:noFill/>
          <a:ln>
            <a:noFill/>
          </a:ln>
        </p:spPr>
        <p:txBody>
          <a:bodyPr/>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26" name="Shape 26"/>
          <p:cNvSpPr txBox="1">
            <a:spLocks noGrp="1"/>
          </p:cNvSpPr>
          <p:nvPr>
            <p:ph type="body" idx="1"/>
          </p:nvPr>
        </p:nvSpPr>
        <p:spPr>
          <a:xfrm>
            <a:off x="457200" y="1600200"/>
            <a:ext cx="8229600" cy="4525963"/>
          </a:xfrm>
          <a:prstGeom prst="rect">
            <a:avLst/>
          </a:prstGeom>
          <a:noFill/>
          <a:ln>
            <a:noFill/>
          </a:ln>
        </p:spPr>
        <p:txBody>
          <a:bodyPr/>
          <a:lstStyle>
            <a:lvl1pPr marL="256032" marR="0" lvl="0" indent="-154432" algn="l" rtl="0">
              <a:spcBef>
                <a:spcPts val="1500"/>
              </a:spcBef>
              <a:buClr>
                <a:srgbClr val="007FA3"/>
              </a:buClr>
              <a:buSzPct val="100000"/>
              <a:buFont typeface="Arial"/>
              <a:buChar char="•"/>
              <a:defRPr sz="24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4" name="Shape 12"/>
          <p:cNvSpPr txBox="1">
            <a:spLocks noGrp="1"/>
          </p:cNvSpPr>
          <p:nvPr>
            <p:ph type="ftr" idx="12"/>
          </p:nvPr>
        </p:nvSpPr>
        <p:spPr>
          <a:ln/>
        </p:spPr>
        <p:txBody>
          <a:bodyPr/>
          <a:lstStyle>
            <a:lvl1pPr>
              <a:defRPr/>
            </a:lvl1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5" name="Shape 13"/>
          <p:cNvSpPr txBox="1">
            <a:spLocks noGrp="1"/>
          </p:cNvSpPr>
          <p:nvPr>
            <p:ph type="dt" idx="13"/>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6" name="Shape 14"/>
          <p:cNvSpPr txBox="1">
            <a:spLocks noGrp="1"/>
          </p:cNvSpPr>
          <p:nvPr>
            <p:ph type="sldNum" idx="14"/>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F5A73AF7-22FE-4915-9687-D7E877768588}"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spTree>
    <p:extLst>
      <p:ext uri="{BB962C8B-B14F-4D97-AF65-F5344CB8AC3E}">
        <p14:creationId xmlns:p14="http://schemas.microsoft.com/office/powerpoint/2010/main" val="22058363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anchor="t"/>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9" name="Shape 39"/>
          <p:cNvSpPr txBox="1">
            <a:spLocks noGrp="1"/>
          </p:cNvSpPr>
          <p:nvPr>
            <p:ph type="body" idx="1"/>
          </p:nvPr>
        </p:nvSpPr>
        <p:spPr>
          <a:xfrm>
            <a:off x="457200" y="816429"/>
            <a:ext cx="8229600" cy="478970"/>
          </a:xfrm>
          <a:prstGeom prst="rect">
            <a:avLst/>
          </a:prstGeom>
          <a:noFill/>
          <a:ln>
            <a:noFill/>
          </a:ln>
        </p:spPr>
        <p:txBody>
          <a:bodyPr/>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anchor="b"/>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6" name="Shape 42"/>
          <p:cNvSpPr txBox="1">
            <a:spLocks noGrp="1"/>
          </p:cNvSpPr>
          <p:nvPr>
            <p:ph type="ftr" idx="10"/>
          </p:nvPr>
        </p:nvSpPr>
        <p:spPr>
          <a:xfrm>
            <a:off x="93663" y="6165850"/>
            <a:ext cx="8596312" cy="234950"/>
          </a:xfrm>
        </p:spPr>
        <p:txBody>
          <a:bodyPr/>
          <a:lstStyle>
            <a:lvl1pPr marL="0" marR="0" lvl="0" indent="0" algn="l" rtl="0">
              <a:spcBef>
                <a:spcPts val="0"/>
              </a:spcBef>
              <a:buNone/>
              <a:defRPr sz="1100" b="0" i="0" u="none" strike="noStrike" cap="none">
                <a:solidFill>
                  <a:srgbClr val="000000"/>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7" name="Shape 43"/>
          <p:cNvSpPr txBox="1">
            <a:spLocks noGrp="1"/>
          </p:cNvSpPr>
          <p:nvPr>
            <p:ph type="dt" idx="11"/>
          </p:nvPr>
        </p:nvSpPr>
        <p:spPr/>
        <p:txBody>
          <a:bodyPr/>
          <a:lstStyle>
            <a:lvl1pPr marL="0" marR="0" lvl="0" indent="0" algn="r" rtl="0">
              <a:spcBef>
                <a:spcPts val="0"/>
              </a:spcBef>
              <a:buNone/>
              <a:defRPr sz="900" b="0" i="0" u="none" strike="noStrike" cap="none">
                <a:solidFill>
                  <a:srgbClr val="FFFFFF"/>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8" name="Shape 44"/>
          <p:cNvSpPr txBox="1">
            <a:spLocks noGrp="1"/>
          </p:cNvSpPr>
          <p:nvPr>
            <p:ph type="sldNum" idx="12"/>
          </p:nvPr>
        </p:nvSpPr>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33DA44F4-1B99-478F-9B55-2C5CC45829F7}"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spTree>
    <p:extLst>
      <p:ext uri="{BB962C8B-B14F-4D97-AF65-F5344CB8AC3E}">
        <p14:creationId xmlns:p14="http://schemas.microsoft.com/office/powerpoint/2010/main" val="27612872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Learning Objectives">
    <p:spTree>
      <p:nvGrpSpPr>
        <p:cNvPr id="1" name="Shape 47"/>
        <p:cNvGrpSpPr/>
        <p:nvPr/>
      </p:nvGrpSpPr>
      <p:grpSpPr>
        <a:xfrm>
          <a:off x="0" y="0"/>
          <a:ext cx="0" cy="0"/>
          <a:chOff x="0" y="0"/>
          <a:chExt cx="0" cy="0"/>
        </a:xfrm>
      </p:grpSpPr>
      <p:sp>
        <p:nvSpPr>
          <p:cNvPr id="48" name="Shape 48"/>
          <p:cNvSpPr txBox="1">
            <a:spLocks noGrp="1"/>
          </p:cNvSpPr>
          <p:nvPr>
            <p:ph type="title"/>
          </p:nvPr>
        </p:nvSpPr>
        <p:spPr>
          <a:xfrm>
            <a:off x="457200" y="215371"/>
            <a:ext cx="8229600" cy="1097279"/>
          </a:xfrm>
          <a:prstGeom prst="rect">
            <a:avLst/>
          </a:prstGeom>
          <a:noFill/>
          <a:ln>
            <a:noFill/>
          </a:ln>
        </p:spPr>
        <p:txBody>
          <a:bodyPr/>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49" name="Shape 49"/>
          <p:cNvSpPr txBox="1">
            <a:spLocks noGrp="1"/>
          </p:cNvSpPr>
          <p:nvPr>
            <p:ph type="body" idx="1"/>
          </p:nvPr>
        </p:nvSpPr>
        <p:spPr>
          <a:xfrm>
            <a:off x="457200" y="1600200"/>
            <a:ext cx="8229600" cy="4525963"/>
          </a:xfrm>
          <a:prstGeom prst="rect">
            <a:avLst/>
          </a:prstGeom>
          <a:noFill/>
          <a:ln>
            <a:noFill/>
          </a:ln>
        </p:spPr>
        <p:txBody>
          <a:bodyPr/>
          <a:lstStyle>
            <a:lvl1pPr marL="118871" marR="0" lvl="0" indent="-93471" algn="l" rtl="0">
              <a:spcBef>
                <a:spcPts val="1500"/>
              </a:spcBef>
              <a:buClr>
                <a:srgbClr val="007FA3"/>
              </a:buClr>
              <a:buSzPct val="25000"/>
              <a:buFont typeface="Arial"/>
              <a:buChar char="•"/>
              <a:defRPr sz="1600" b="0" i="0" u="none" strike="noStrike" cap="none">
                <a:solidFill>
                  <a:schemeClr val="dk1"/>
                </a:solidFill>
                <a:latin typeface="Arial"/>
                <a:ea typeface="Arial"/>
                <a:cs typeface="Arial"/>
                <a:sym typeface="Arial"/>
              </a:defRPr>
            </a:lvl1pPr>
            <a:lvl2pPr marL="569913" marR="0" lvl="1" indent="-188912"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4" name="Shape 12"/>
          <p:cNvSpPr txBox="1">
            <a:spLocks noGrp="1"/>
          </p:cNvSpPr>
          <p:nvPr>
            <p:ph type="ftr" idx="12"/>
          </p:nvPr>
        </p:nvSpPr>
        <p:spPr>
          <a:ln/>
        </p:spPr>
        <p:txBody>
          <a:bodyPr/>
          <a:lstStyle>
            <a:lvl1pPr>
              <a:defRPr/>
            </a:lvl1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5" name="Shape 13"/>
          <p:cNvSpPr txBox="1">
            <a:spLocks noGrp="1"/>
          </p:cNvSpPr>
          <p:nvPr>
            <p:ph type="dt" idx="13"/>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6" name="Shape 14"/>
          <p:cNvSpPr txBox="1">
            <a:spLocks noGrp="1"/>
          </p:cNvSpPr>
          <p:nvPr>
            <p:ph type="sldNum" idx="14"/>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42E91456-BDEE-4569-92BC-96FB5C01DFEB}"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spTree>
    <p:extLst>
      <p:ext uri="{BB962C8B-B14F-4D97-AF65-F5344CB8AC3E}">
        <p14:creationId xmlns:p14="http://schemas.microsoft.com/office/powerpoint/2010/main" val="27239730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Figure + Caption">
    <p:spTree>
      <p:nvGrpSpPr>
        <p:cNvPr id="1" name="Shape 53"/>
        <p:cNvGrpSpPr/>
        <p:nvPr/>
      </p:nvGrpSpPr>
      <p:grpSpPr>
        <a:xfrm>
          <a:off x="0" y="0"/>
          <a:ext cx="0" cy="0"/>
          <a:chOff x="0" y="0"/>
          <a:chExt cx="0" cy="0"/>
        </a:xfrm>
      </p:grpSpPr>
      <p:sp>
        <p:nvSpPr>
          <p:cNvPr id="54" name="Shape 54"/>
          <p:cNvSpPr txBox="1">
            <a:spLocks noGrp="1"/>
          </p:cNvSpPr>
          <p:nvPr>
            <p:ph type="title"/>
          </p:nvPr>
        </p:nvSpPr>
        <p:spPr>
          <a:xfrm>
            <a:off x="457200" y="228600"/>
            <a:ext cx="8229600" cy="1066799"/>
          </a:xfrm>
          <a:prstGeom prst="rect">
            <a:avLst/>
          </a:prstGeom>
          <a:noFill/>
          <a:ln>
            <a:noFill/>
          </a:ln>
        </p:spPr>
        <p:txBody>
          <a:bodyPr anchor="t"/>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55" name="Shape 55"/>
          <p:cNvSpPr txBox="1">
            <a:spLocks noGrp="1"/>
          </p:cNvSpPr>
          <p:nvPr>
            <p:ph type="body" idx="1"/>
          </p:nvPr>
        </p:nvSpPr>
        <p:spPr>
          <a:xfrm>
            <a:off x="457200" y="5368160"/>
            <a:ext cx="8229600" cy="916856"/>
          </a:xfrm>
          <a:prstGeom prst="rect">
            <a:avLst/>
          </a:prstGeom>
          <a:noFill/>
          <a:ln>
            <a:noFill/>
          </a:ln>
        </p:spPr>
        <p:txBody>
          <a:bodyPr anchor="b"/>
          <a:lstStyle>
            <a:lvl1pPr marL="0" marR="0" lvl="0" indent="0" algn="l" rtl="0">
              <a:spcBef>
                <a:spcPts val="0"/>
              </a:spcBef>
              <a:buClr>
                <a:srgbClr val="007FA3"/>
              </a:buClr>
              <a:buFont typeface="Arial"/>
              <a:buNone/>
              <a:defRPr sz="8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 name="Shape 56"/>
          <p:cNvSpPr txBox="1">
            <a:spLocks noGrp="1"/>
          </p:cNvSpPr>
          <p:nvPr>
            <p:ph type="ftr" idx="10"/>
          </p:nvPr>
        </p:nvSpPr>
        <p:spPr/>
        <p:txBody>
          <a:bodyPr/>
          <a:lstStyle>
            <a:lvl1pPr marL="0" marR="0" lvl="0" indent="0" algn="l" rtl="0">
              <a:spcBef>
                <a:spcPts val="0"/>
              </a:spcBef>
              <a:buNone/>
              <a:defRPr sz="1100" b="0" i="0" u="none" strike="noStrike" cap="none">
                <a:solidFill>
                  <a:srgbClr val="000000"/>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5" name="Shape 57"/>
          <p:cNvSpPr txBox="1">
            <a:spLocks noGrp="1"/>
          </p:cNvSpPr>
          <p:nvPr>
            <p:ph type="dt" idx="11"/>
          </p:nvPr>
        </p:nvSpPr>
        <p:spPr/>
        <p:txBody>
          <a:bodyPr/>
          <a:lstStyle>
            <a:lvl1pPr marL="0" marR="0" lvl="0" indent="0" algn="r" rtl="0">
              <a:spcBef>
                <a:spcPts val="0"/>
              </a:spcBef>
              <a:buNone/>
              <a:defRPr sz="900" b="0" i="0" u="none" strike="noStrike" cap="none">
                <a:solidFill>
                  <a:srgbClr val="000000"/>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000000"/>
              </a:solidFill>
              <a:effectLst/>
              <a:uLnTx/>
              <a:uFillTx/>
              <a:latin typeface="Arial"/>
              <a:cs typeface="Arial"/>
              <a:sym typeface="Arial"/>
            </a:endParaRPr>
          </a:p>
        </p:txBody>
      </p:sp>
      <p:sp>
        <p:nvSpPr>
          <p:cNvPr id="6" name="Shape 58"/>
          <p:cNvSpPr txBox="1">
            <a:spLocks noGrp="1"/>
          </p:cNvSpPr>
          <p:nvPr>
            <p:ph type="sldNum" idx="12"/>
          </p:nvPr>
        </p:nvSpPr>
        <p:spPr/>
        <p:txBody>
          <a:bodyPr/>
          <a:lstStyle>
            <a:lvl1pPr>
              <a:defRPr>
                <a:solidFill>
                  <a:srgbClr val="000000"/>
                </a:solidFill>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151861E3-90A7-42D4-9B7A-166EF1A614E7}" type="slidenum">
              <a:rPr kumimoji="0" lang="en-US" sz="900" b="0" i="0" u="none" strike="noStrike" kern="1200" cap="none" spc="0" normalizeH="0" baseline="0" noProof="0">
                <a:ln>
                  <a:noFill/>
                </a:ln>
                <a:solidFill>
                  <a:srgbClr val="000000"/>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29040850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 Learning Objectives and Content">
    <p:spTree>
      <p:nvGrpSpPr>
        <p:cNvPr id="1" name="Shape 61"/>
        <p:cNvGrpSpPr/>
        <p:nvPr/>
      </p:nvGrpSpPr>
      <p:grpSpPr>
        <a:xfrm>
          <a:off x="0" y="0"/>
          <a:ext cx="0" cy="0"/>
          <a:chOff x="0" y="0"/>
          <a:chExt cx="0" cy="0"/>
        </a:xfrm>
      </p:grpSpPr>
      <p:sp>
        <p:nvSpPr>
          <p:cNvPr id="62" name="Shape 62"/>
          <p:cNvSpPr txBox="1">
            <a:spLocks noGrp="1"/>
          </p:cNvSpPr>
          <p:nvPr>
            <p:ph type="title"/>
          </p:nvPr>
        </p:nvSpPr>
        <p:spPr>
          <a:xfrm>
            <a:off x="457200" y="215371"/>
            <a:ext cx="8229600" cy="622828"/>
          </a:xfrm>
          <a:prstGeom prst="rect">
            <a:avLst/>
          </a:prstGeom>
          <a:noFill/>
          <a:ln>
            <a:noFill/>
          </a:ln>
        </p:spPr>
        <p:txBody>
          <a:bodyPr anchor="t"/>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63" name="Shape 63"/>
          <p:cNvSpPr txBox="1">
            <a:spLocks noGrp="1"/>
          </p:cNvSpPr>
          <p:nvPr>
            <p:ph type="body" idx="1"/>
          </p:nvPr>
        </p:nvSpPr>
        <p:spPr>
          <a:xfrm>
            <a:off x="457200" y="816429"/>
            <a:ext cx="8229600" cy="402769"/>
          </a:xfrm>
          <a:prstGeom prst="rect">
            <a:avLst/>
          </a:prstGeom>
          <a:noFill/>
          <a:ln>
            <a:noFill/>
          </a:ln>
        </p:spPr>
        <p:txBody>
          <a:bodyPr/>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64" name="Shape 64"/>
          <p:cNvSpPr txBox="1">
            <a:spLocks noGrp="1"/>
          </p:cNvSpPr>
          <p:nvPr>
            <p:ph type="body" idx="2"/>
          </p:nvPr>
        </p:nvSpPr>
        <p:spPr>
          <a:xfrm>
            <a:off x="457200" y="1600200"/>
            <a:ext cx="8229600" cy="4525963"/>
          </a:xfrm>
          <a:prstGeom prst="rect">
            <a:avLst/>
          </a:prstGeom>
          <a:noFill/>
          <a:ln>
            <a:noFill/>
          </a:ln>
        </p:spPr>
        <p:txBody>
          <a:bodyPr/>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5" name="Shape 12"/>
          <p:cNvSpPr txBox="1">
            <a:spLocks noGrp="1"/>
          </p:cNvSpPr>
          <p:nvPr>
            <p:ph type="ftr" idx="12"/>
          </p:nvPr>
        </p:nvSpPr>
        <p:spPr>
          <a:ln/>
        </p:spPr>
        <p:txBody>
          <a:bodyPr/>
          <a:lstStyle>
            <a:lvl1pPr>
              <a:defRPr/>
            </a:lvl1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6" name="Shape 13"/>
          <p:cNvSpPr txBox="1">
            <a:spLocks noGrp="1"/>
          </p:cNvSpPr>
          <p:nvPr>
            <p:ph type="dt" idx="13"/>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7" name="Shape 14"/>
          <p:cNvSpPr txBox="1">
            <a:spLocks noGrp="1"/>
          </p:cNvSpPr>
          <p:nvPr>
            <p:ph type="sldNum" idx="14"/>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846A8B40-492E-4426-BAAD-D80E9F063A91}"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spTree>
    <p:extLst>
      <p:ext uri="{BB962C8B-B14F-4D97-AF65-F5344CB8AC3E}">
        <p14:creationId xmlns:p14="http://schemas.microsoft.com/office/powerpoint/2010/main" val="15302508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Shape 68"/>
        <p:cNvGrpSpPr/>
        <p:nvPr/>
      </p:nvGrpSpPr>
      <p:grpSpPr>
        <a:xfrm>
          <a:off x="0" y="0"/>
          <a:ext cx="0" cy="0"/>
          <a:chOff x="0" y="0"/>
          <a:chExt cx="0" cy="0"/>
        </a:xfrm>
      </p:grpSpPr>
      <p:sp>
        <p:nvSpPr>
          <p:cNvPr id="69" name="Shape 69"/>
          <p:cNvSpPr txBox="1">
            <a:spLocks noGrp="1"/>
          </p:cNvSpPr>
          <p:nvPr>
            <p:ph type="title"/>
          </p:nvPr>
        </p:nvSpPr>
        <p:spPr>
          <a:xfrm>
            <a:off x="685800" y="1447800"/>
            <a:ext cx="7772400" cy="2152651"/>
          </a:xfrm>
          <a:prstGeom prst="rect">
            <a:avLst/>
          </a:prstGeom>
          <a:noFill/>
          <a:ln>
            <a:noFill/>
          </a:ln>
        </p:spPr>
        <p:txBody>
          <a:bodyPr/>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70" name="Shape 70"/>
          <p:cNvSpPr txBox="1">
            <a:spLocks noGrp="1"/>
          </p:cNvSpPr>
          <p:nvPr>
            <p:ph type="body" idx="1"/>
          </p:nvPr>
        </p:nvSpPr>
        <p:spPr>
          <a:xfrm>
            <a:off x="674687" y="3962400"/>
            <a:ext cx="7794626" cy="1752600"/>
          </a:xfrm>
          <a:prstGeom prst="rect">
            <a:avLst/>
          </a:prstGeom>
          <a:noFill/>
          <a:ln>
            <a:noFill/>
          </a:ln>
        </p:spPr>
        <p:txBody>
          <a:bodyPr/>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a:p>
        </p:txBody>
      </p:sp>
      <p:sp>
        <p:nvSpPr>
          <p:cNvPr id="4" name="Shape 12"/>
          <p:cNvSpPr txBox="1">
            <a:spLocks noGrp="1"/>
          </p:cNvSpPr>
          <p:nvPr>
            <p:ph type="ftr" idx="12"/>
          </p:nvPr>
        </p:nvSpPr>
        <p:spPr>
          <a:ln/>
        </p:spPr>
        <p:txBody>
          <a:bodyPr/>
          <a:lstStyle>
            <a:lvl1pPr>
              <a:defRPr/>
            </a:lvl1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5" name="Shape 13"/>
          <p:cNvSpPr txBox="1">
            <a:spLocks noGrp="1"/>
          </p:cNvSpPr>
          <p:nvPr>
            <p:ph type="dt" idx="13"/>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6" name="Shape 14"/>
          <p:cNvSpPr txBox="1">
            <a:spLocks noGrp="1"/>
          </p:cNvSpPr>
          <p:nvPr>
            <p:ph type="sldNum" idx="14"/>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FB951973-C68A-429F-AA58-4C1FE6BDA16A}"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spTree>
    <p:extLst>
      <p:ext uri="{BB962C8B-B14F-4D97-AF65-F5344CB8AC3E}">
        <p14:creationId xmlns:p14="http://schemas.microsoft.com/office/powerpoint/2010/main" val="42070039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Shape 74"/>
        <p:cNvGrpSpPr/>
        <p:nvPr/>
      </p:nvGrpSpPr>
      <p:grpSpPr>
        <a:xfrm>
          <a:off x="0" y="0"/>
          <a:ext cx="0" cy="0"/>
          <a:chOff x="0" y="0"/>
          <a:chExt cx="0" cy="0"/>
        </a:xfrm>
      </p:grpSpPr>
      <p:sp>
        <p:nvSpPr>
          <p:cNvPr id="75" name="Shape 75"/>
          <p:cNvSpPr txBox="1">
            <a:spLocks noGrp="1"/>
          </p:cNvSpPr>
          <p:nvPr>
            <p:ph type="title"/>
          </p:nvPr>
        </p:nvSpPr>
        <p:spPr>
          <a:xfrm>
            <a:off x="457200" y="215371"/>
            <a:ext cx="8229600" cy="1097279"/>
          </a:xfrm>
          <a:prstGeom prst="rect">
            <a:avLst/>
          </a:prstGeom>
          <a:noFill/>
          <a:ln>
            <a:noFill/>
          </a:ln>
        </p:spPr>
        <p:txBody>
          <a:bodyPr/>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 name="Shape 12"/>
          <p:cNvSpPr txBox="1">
            <a:spLocks noGrp="1"/>
          </p:cNvSpPr>
          <p:nvPr>
            <p:ph type="ftr" idx="12"/>
          </p:nvPr>
        </p:nvSpPr>
        <p:spPr>
          <a:ln/>
        </p:spPr>
        <p:txBody>
          <a:bodyPr/>
          <a:lstStyle>
            <a:lvl1pPr>
              <a:defRPr/>
            </a:lvl1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4" name="Shape 13"/>
          <p:cNvSpPr txBox="1">
            <a:spLocks noGrp="1"/>
          </p:cNvSpPr>
          <p:nvPr>
            <p:ph type="dt" idx="13"/>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5" name="Shape 14"/>
          <p:cNvSpPr txBox="1">
            <a:spLocks noGrp="1"/>
          </p:cNvSpPr>
          <p:nvPr>
            <p:ph type="sldNum" idx="14"/>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D0F7696F-A32D-4889-8633-E1B7C5601BE7}"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spTree>
    <p:extLst>
      <p:ext uri="{BB962C8B-B14F-4D97-AF65-F5344CB8AC3E}">
        <p14:creationId xmlns:p14="http://schemas.microsoft.com/office/powerpoint/2010/main" val="30816399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lank">
    <p:spTree>
      <p:nvGrpSpPr>
        <p:cNvPr id="1" name="Shape 79"/>
        <p:cNvGrpSpPr/>
        <p:nvPr/>
      </p:nvGrpSpPr>
      <p:grpSpPr>
        <a:xfrm>
          <a:off x="0" y="0"/>
          <a:ext cx="0" cy="0"/>
          <a:chOff x="0" y="0"/>
          <a:chExt cx="0" cy="0"/>
        </a:xfrm>
      </p:grpSpPr>
      <p:sp>
        <p:nvSpPr>
          <p:cNvPr id="2" name="Shape 80"/>
          <p:cNvSpPr txBox="1">
            <a:spLocks noGrp="1"/>
          </p:cNvSpPr>
          <p:nvPr>
            <p:ph type="ftr" idx="10"/>
          </p:nvPr>
        </p:nvSpPr>
        <p:spPr/>
        <p:txBody>
          <a:bodyPr/>
          <a:lstStyle>
            <a:lvl1pPr marL="0" marR="0" lvl="0" indent="0" algn="l" rtl="0">
              <a:spcBef>
                <a:spcPts val="0"/>
              </a:spcBef>
              <a:buNone/>
              <a:defRPr sz="1100" b="0" i="0" u="none" strike="noStrike" cap="none">
                <a:solidFill>
                  <a:srgbClr val="000000"/>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3" name="Shape 81"/>
          <p:cNvSpPr txBox="1">
            <a:spLocks noGrp="1"/>
          </p:cNvSpPr>
          <p:nvPr>
            <p:ph type="dt" idx="11"/>
          </p:nvPr>
        </p:nvSpPr>
        <p:spPr/>
        <p:txBody>
          <a:bodyPr/>
          <a:lstStyle>
            <a:lvl1pPr marL="0" marR="0" lvl="0" indent="0" algn="r" rtl="0">
              <a:spcBef>
                <a:spcPts val="0"/>
              </a:spcBef>
              <a:buNone/>
              <a:defRPr sz="900" b="0" i="0" u="none" strike="noStrike" cap="none">
                <a:solidFill>
                  <a:srgbClr val="000000"/>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000000"/>
              </a:solidFill>
              <a:effectLst/>
              <a:uLnTx/>
              <a:uFillTx/>
              <a:latin typeface="Arial"/>
              <a:cs typeface="Arial"/>
              <a:sym typeface="Arial"/>
            </a:endParaRPr>
          </a:p>
        </p:txBody>
      </p:sp>
      <p:sp>
        <p:nvSpPr>
          <p:cNvPr id="4" name="Shape 82"/>
          <p:cNvSpPr txBox="1">
            <a:spLocks noGrp="1"/>
          </p:cNvSpPr>
          <p:nvPr>
            <p:ph type="sldNum" idx="12"/>
          </p:nvPr>
        </p:nvSpPr>
        <p:spPr/>
        <p:txBody>
          <a:bodyPr/>
          <a:lstStyle>
            <a:lvl1pPr>
              <a:defRPr>
                <a:solidFill>
                  <a:srgbClr val="000000"/>
                </a:solidFill>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7EEADC32-B7CB-4469-A186-251F1CAA23B8}" type="slidenum">
              <a:rPr kumimoji="0" lang="en-US" sz="900" b="0" i="0" u="none" strike="noStrike" kern="1200" cap="none" spc="0" normalizeH="0" baseline="0" noProof="0">
                <a:ln>
                  <a:noFill/>
                </a:ln>
                <a:solidFill>
                  <a:srgbClr val="000000"/>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2079240540"/>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image" Target="../media/image1.png"/><Relationship Id="rId5" Type="http://schemas.openxmlformats.org/officeDocument/2006/relationships/slideLayout" Target="../slideLayouts/slideLayout6.xml"/><Relationship Id="rId10" Type="http://schemas.openxmlformats.org/officeDocument/2006/relationships/theme" Target="../theme/theme2.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D23CFEEC-BA2E-4CED-9A6B-B7ACB2DD28E1}" type="datetimeFigureOut">
              <a:rPr lang="en-US" smtClean="0"/>
              <a:t>4/26/2020</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34EB669-7780-42DA-B7E0-9639693D501E}" type="slidenum">
              <a:rPr lang="en-US" smtClean="0"/>
              <a:t>‹#›</a:t>
            </a:fld>
            <a:endParaRPr lang="en-US"/>
          </a:p>
        </p:txBody>
      </p:sp>
    </p:spTree>
    <p:extLst>
      <p:ext uri="{BB962C8B-B14F-4D97-AF65-F5344CB8AC3E}">
        <p14:creationId xmlns:p14="http://schemas.microsoft.com/office/powerpoint/2010/main" val="476647620"/>
      </p:ext>
    </p:extLst>
  </p:cSld>
  <p:clrMap bg1="lt1" tx1="dk1" bg2="lt2" tx2="dk2" accent1="accent1" accent2="accent2" accent3="accent3" accent4="accent4" accent5="accent5" accent6="accent6" hlink="hlink" folHlink="folHlink"/>
  <p:sldLayoutIdLst>
    <p:sldLayoutId id="2147483654" r:id="rId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Shape 10"/>
          <p:cNvSpPr txBox="1">
            <a:spLocks noGrp="1"/>
          </p:cNvSpPr>
          <p:nvPr>
            <p:ph type="title"/>
          </p:nvPr>
        </p:nvSpPr>
        <p:spPr bwMode="auto">
          <a:xfrm>
            <a:off x="457200" y="215900"/>
            <a:ext cx="8229600" cy="109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b" anchorCtr="0" compatLnSpc="1">
            <a:prstTxWarp prst="textNoShape">
              <a:avLst/>
            </a:prstTxWarp>
          </a:bodyPr>
          <a:lstStyle/>
          <a:p>
            <a:pPr lvl="0"/>
            <a:endParaRPr lang="en-US" altLang="en-US">
              <a:sym typeface="Arial" panose="020B0604020202020204" pitchFamily="34" charset="0"/>
            </a:endParaRPr>
          </a:p>
        </p:txBody>
      </p:sp>
      <p:sp>
        <p:nvSpPr>
          <p:cNvPr id="3075" name="Shape 11"/>
          <p:cNvSpPr txBox="1">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t" anchorCtr="0" compatLnSpc="1">
            <a:prstTxWarp prst="textNoShape">
              <a:avLst/>
            </a:prstTxWarp>
          </a:bodyPr>
          <a:lstStyle/>
          <a:p>
            <a:pPr lvl="0"/>
            <a:endParaRPr lang="en-US" altLang="en-US">
              <a:sym typeface="Arial" panose="020B0604020202020204" pitchFamily="34" charset="0"/>
            </a:endParaRPr>
          </a:p>
        </p:txBody>
      </p:sp>
      <p:sp>
        <p:nvSpPr>
          <p:cNvPr id="12" name="Shape 12"/>
          <p:cNvSpPr txBox="1">
            <a:spLocks noGrp="1"/>
          </p:cNvSpPr>
          <p:nvPr>
            <p:ph type="ftr" idx="11"/>
          </p:nvPr>
        </p:nvSpPr>
        <p:spPr>
          <a:xfrm>
            <a:off x="93663" y="6172200"/>
            <a:ext cx="8596312" cy="234950"/>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rgbClr val="000000"/>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13" name="Shape 13"/>
          <p:cNvSpPr txBox="1">
            <a:spLocks noGrp="1"/>
          </p:cNvSpPr>
          <p:nvPr>
            <p:ph type="dt" idx="10"/>
          </p:nvPr>
        </p:nvSpPr>
        <p:spPr>
          <a:xfrm>
            <a:off x="6335713" y="112713"/>
            <a:ext cx="2133600" cy="182562"/>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rgbClr val="FFFFFF"/>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14" name="Shape 14"/>
          <p:cNvSpPr txBox="1">
            <a:spLocks noGrp="1"/>
          </p:cNvSpPr>
          <p:nvPr>
            <p:ph type="sldNum" idx="12"/>
          </p:nvPr>
        </p:nvSpPr>
        <p:spPr>
          <a:xfrm>
            <a:off x="8469313" y="112713"/>
            <a:ext cx="552450" cy="182562"/>
          </a:xfrm>
          <a:prstGeom prst="rect">
            <a:avLst/>
          </a:prstGeom>
          <a:noFill/>
          <a:ln>
            <a:noFill/>
          </a:ln>
        </p:spPr>
        <p:txBody>
          <a:bodyPr lIns="91425" tIns="45700" rIns="91425" bIns="45700" anchor="ctr" anchorCtr="0">
            <a:noAutofit/>
          </a:bodyPr>
          <a:lstStyle>
            <a:lvl1pPr algn="r">
              <a:spcBef>
                <a:spcPts val="0"/>
              </a:spcBef>
              <a:buSzPct val="25000"/>
              <a:defRPr sz="900">
                <a:solidFill>
                  <a:srgbClr val="FFFFFF"/>
                </a:solidFill>
                <a:latin typeface="Arial"/>
                <a:ea typeface="Arial"/>
                <a:cs typeface="Arial"/>
                <a:sym typeface="Arial"/>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0B369858-E052-47C5-B392-6B9F20183AE0}"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pic>
        <p:nvPicPr>
          <p:cNvPr id="3079" name="Shape 15" descr="Pearson Logo"/>
          <p:cNvPicPr preferRelativeResize="0">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444500" y="6429375"/>
            <a:ext cx="917575"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Shape 16"/>
          <p:cNvSpPr txBox="1">
            <a:spLocks noChangeArrowheads="1"/>
          </p:cNvSpPr>
          <p:nvPr userDrawn="1"/>
        </p:nvSpPr>
        <p:spPr bwMode="auto">
          <a:xfrm>
            <a:off x="1600200" y="6429375"/>
            <a:ext cx="7162800"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a:defRPr sz="2800">
                <a:solidFill>
                  <a:schemeClr val="tx1"/>
                </a:solidFill>
                <a:latin typeface="Times New Roman" panose="02020603050405020304" pitchFamily="18" charset="0"/>
                <a:ea typeface="ヒラギノ角ゴ Pro W3" pitchFamily="1" charset="-128"/>
              </a:defRPr>
            </a:lvl1pPr>
            <a:lvl2pPr marL="742950" indent="-285750">
              <a:defRPr sz="2800">
                <a:solidFill>
                  <a:schemeClr val="tx1"/>
                </a:solidFill>
                <a:latin typeface="Times New Roman" panose="02020603050405020304" pitchFamily="18" charset="0"/>
                <a:ea typeface="ヒラギノ角ゴ Pro W3" pitchFamily="1" charset="-128"/>
              </a:defRPr>
            </a:lvl2pPr>
            <a:lvl3pPr marL="1143000" indent="-228600">
              <a:defRPr sz="2800">
                <a:solidFill>
                  <a:schemeClr val="tx1"/>
                </a:solidFill>
                <a:latin typeface="Times New Roman" panose="02020603050405020304" pitchFamily="18" charset="0"/>
                <a:ea typeface="ヒラギノ角ゴ Pro W3" pitchFamily="1" charset="-128"/>
              </a:defRPr>
            </a:lvl3pPr>
            <a:lvl4pPr marL="1600200" indent="-228600">
              <a:defRPr sz="2800">
                <a:solidFill>
                  <a:schemeClr val="tx1"/>
                </a:solidFill>
                <a:latin typeface="Times New Roman" panose="02020603050405020304" pitchFamily="18" charset="0"/>
                <a:ea typeface="ヒラギノ角ゴ Pro W3" pitchFamily="1" charset="-128"/>
              </a:defRPr>
            </a:lvl4pPr>
            <a:lvl5pPr marL="2057400" indent="-228600">
              <a:defRPr sz="2800">
                <a:solidFill>
                  <a:schemeClr val="tx1"/>
                </a:solidFill>
                <a:latin typeface="Times New Roman" panose="02020603050405020304" pitchFamily="18" charset="0"/>
                <a:ea typeface="ヒラギノ角ゴ Pro W3" pitchFamily="1"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srgbClr val="000000"/>
                </a:solidFill>
                <a:effectLst/>
                <a:uLnTx/>
                <a:uFillTx/>
                <a:latin typeface="Verdana" panose="020B0604030504040204" pitchFamily="34" charset="0"/>
                <a:ea typeface="ヒラギノ角ゴ Pro W3" pitchFamily="1" charset="-128"/>
                <a:cs typeface="Arial" panose="020B0604020202020204" pitchFamily="34" charset="0"/>
              </a:rPr>
              <a:t>Copyright © 2019, 2016, 2013 Pearson Education, Inc. All Rights Reserved</a:t>
            </a:r>
          </a:p>
        </p:txBody>
      </p:sp>
    </p:spTree>
    <p:extLst>
      <p:ext uri="{BB962C8B-B14F-4D97-AF65-F5344CB8AC3E}">
        <p14:creationId xmlns:p14="http://schemas.microsoft.com/office/powerpoint/2010/main" val="2591298239"/>
      </p:ext>
    </p:extLst>
  </p:cSld>
  <p:clrMap bg1="lt1" tx1="dk1" bg2="dk2" tx2="lt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Lst>
  <p:hf sldNum="0" hdr="0" ftr="0" dt="0"/>
  <p:txStyles>
    <p:titleStyle>
      <a:defPPr marR="0" lvl="0" algn="l" rtl="0">
        <a:lnSpc>
          <a:spcPct val="100000"/>
        </a:lnSpc>
        <a:spcBef>
          <a:spcPts val="0"/>
        </a:spcBef>
        <a:spcAft>
          <a:spcPts val="0"/>
        </a:spcAft>
      </a:defPPr>
      <a:lvl1pPr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1pPr>
      <a:lvl2pPr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457200"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914400"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1371600"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1828800"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p:titleStyle>
    <p:bodyStyle>
      <a:defPPr marR="0" lvl="0" algn="l" rtl="0">
        <a:lnSpc>
          <a:spcPct val="100000"/>
        </a:lnSpc>
        <a:spcBef>
          <a:spcPts val="0"/>
        </a:spcBef>
        <a:spcAft>
          <a:spcPts val="0"/>
        </a:spcAft>
      </a:defPPr>
      <a:lvl1pPr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1pPr>
      <a:lvl2pPr lvl="1"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2pPr>
      <a:lvl3pPr lvl="2"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3pPr>
      <a:lvl4pPr lvl="3"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4pPr>
      <a:lvl5pPr lvl="4"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70.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26.emf"/></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normAutofit fontScale="90000"/>
          </a:bodyPr>
          <a:lstStyle/>
          <a:p>
            <a:r>
              <a:rPr lang="en-GB" altLang="en-US"/>
              <a:t>William Stallings </a:t>
            </a:r>
            <a:br>
              <a:rPr lang="en-GB" altLang="en-US"/>
            </a:br>
            <a:r>
              <a:rPr lang="en-GB" altLang="en-US"/>
              <a:t>Computer Organization </a:t>
            </a:r>
            <a:br>
              <a:rPr lang="en-GB" altLang="en-US"/>
            </a:br>
            <a:r>
              <a:rPr lang="en-GB" altLang="en-US"/>
              <a:t>and Architecture</a:t>
            </a:r>
            <a:br>
              <a:rPr lang="en-GB" altLang="en-US"/>
            </a:br>
            <a:r>
              <a:rPr lang="en-GB" altLang="en-US"/>
              <a:t>7th Edition</a:t>
            </a:r>
          </a:p>
        </p:txBody>
      </p:sp>
      <p:pic>
        <p:nvPicPr>
          <p:cNvPr id="3" name="Picture 2"/>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31035948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MY" altLang="en-US"/>
              <a:t>Big Picture Motivation</a:t>
            </a:r>
          </a:p>
        </p:txBody>
      </p:sp>
      <p:pic>
        <p:nvPicPr>
          <p:cNvPr id="3" name="Picture 2"/>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722073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GB" altLang="en-US"/>
              <a:t>Memory Cell Operation</a:t>
            </a:r>
          </a:p>
        </p:txBody>
      </p:sp>
      <p:pic>
        <p:nvPicPr>
          <p:cNvPr id="3" name="Picture 2"/>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18012676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GB" altLang="en-US"/>
              <a:t>Semiconductor Memory Types</a:t>
            </a:r>
          </a:p>
        </p:txBody>
      </p:sp>
      <p:pic>
        <p:nvPicPr>
          <p:cNvPr id="3" name="Picture 2"/>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33930448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MY" altLang="en-US"/>
              <a:t>RAM</a:t>
            </a:r>
          </a:p>
        </p:txBody>
      </p:sp>
      <p:pic>
        <p:nvPicPr>
          <p:cNvPr id="3" name="Picture 2"/>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20932354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MY" altLang="en-US"/>
              <a:t>Types of RAM (DRAM)</a:t>
            </a:r>
          </a:p>
        </p:txBody>
      </p:sp>
      <p:pic>
        <p:nvPicPr>
          <p:cNvPr id="3" name="Picture 2"/>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39912170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GB" altLang="en-US"/>
              <a:t>DRAM Operation</a:t>
            </a:r>
          </a:p>
        </p:txBody>
      </p:sp>
      <p:pic>
        <p:nvPicPr>
          <p:cNvPr id="3" name="Picture 2"/>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2557666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MY" altLang="en-US"/>
              <a:t>Types of RAM (SRAM)</a:t>
            </a:r>
          </a:p>
        </p:txBody>
      </p:sp>
      <p:pic>
        <p:nvPicPr>
          <p:cNvPr id="3" name="Picture 2"/>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4884662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GB" altLang="en-US"/>
              <a:t>Static RAM Operation</a:t>
            </a:r>
          </a:p>
        </p:txBody>
      </p:sp>
      <p:pic>
        <p:nvPicPr>
          <p:cNvPr id="3" name="Picture 2"/>
          <p:cNvPicPr/>
          <p:nvPr/>
        </p:nvPicPr>
        <p:blipFill>
          <a:blip r:embed="rId2"/>
          <a:stretch>
            <a:fillRect/>
          </a:stretch>
        </p:blipFill>
        <p:spPr>
          <a:xfrm>
            <a:off x="0" y="0"/>
            <a:ext cx="9144000" cy="6858000"/>
          </a:xfrm>
          <a:prstGeom prst="rect">
            <a:avLst/>
          </a:prstGeom>
        </p:spPr>
      </p:pic>
      <p:pic>
        <p:nvPicPr>
          <p:cNvPr id="5" name="Picture 4">
            <a:extLst>
              <a:ext uri="{FF2B5EF4-FFF2-40B4-BE49-F238E27FC236}">
                <a16:creationId xmlns:a16="http://schemas.microsoft.com/office/drawing/2014/main" id="{7E040894-9AAF-49F1-86D8-5DEEBEDCC983}"/>
              </a:ext>
            </a:extLst>
          </p:cNvPr>
          <p:cNvPicPr/>
          <p:nvPr/>
        </p:nvPicPr>
        <p:blipFill rotWithShape="1">
          <a:blip r:embed="rId3"/>
          <a:srcRect l="30147" t="41508" r="22548" b="1635"/>
          <a:stretch/>
        </p:blipFill>
        <p:spPr>
          <a:xfrm>
            <a:off x="4510408" y="1506628"/>
            <a:ext cx="3567582" cy="2871121"/>
          </a:xfrm>
          <a:prstGeom prst="rect">
            <a:avLst/>
          </a:prstGeom>
        </p:spPr>
      </p:pic>
    </p:spTree>
    <p:extLst>
      <p:ext uri="{BB962C8B-B14F-4D97-AF65-F5344CB8AC3E}">
        <p14:creationId xmlns:p14="http://schemas.microsoft.com/office/powerpoint/2010/main" val="24141520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GB" altLang="en-US"/>
              <a:t>SRAM v DRAM</a:t>
            </a:r>
          </a:p>
        </p:txBody>
      </p:sp>
      <p:pic>
        <p:nvPicPr>
          <p:cNvPr id="3" name="Picture 2"/>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22962147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altLang="en-US"/>
              <a:t>Read Only Memory (ROM)</a:t>
            </a:r>
          </a:p>
        </p:txBody>
      </p:sp>
      <p:pic>
        <p:nvPicPr>
          <p:cNvPr id="3" name="Picture 2"/>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27533629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altLang="en-US"/>
              <a:t>Types of ROM</a:t>
            </a:r>
          </a:p>
        </p:txBody>
      </p:sp>
      <p:pic>
        <p:nvPicPr>
          <p:cNvPr id="3" name="Picture 2"/>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4648087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altLang="en-US"/>
              <a:t>Types of ROM</a:t>
            </a:r>
          </a:p>
        </p:txBody>
      </p:sp>
      <p:pic>
        <p:nvPicPr>
          <p:cNvPr id="3" name="Picture 2"/>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33878914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altLang="en-US"/>
              <a:t>Typical 16 Mb DRAM (4M x 4)</a:t>
            </a:r>
          </a:p>
        </p:txBody>
      </p:sp>
      <p:pic>
        <p:nvPicPr>
          <p:cNvPr id="3" name="Picture 2"/>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38396423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GB" altLang="en-US"/>
              <a:t>Organisation in detail</a:t>
            </a:r>
          </a:p>
        </p:txBody>
      </p:sp>
      <p:pic>
        <p:nvPicPr>
          <p:cNvPr id="3" name="Picture 2"/>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12834912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GB" altLang="en-US"/>
              <a:t>Refreshing</a:t>
            </a:r>
          </a:p>
        </p:txBody>
      </p:sp>
      <p:pic>
        <p:nvPicPr>
          <p:cNvPr id="3" name="Picture 2"/>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42863050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GB" altLang="en-US"/>
              <a:t>Packaging</a:t>
            </a:r>
          </a:p>
        </p:txBody>
      </p:sp>
      <p:pic>
        <p:nvPicPr>
          <p:cNvPr id="3" name="Picture 2"/>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18692568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GB" altLang="en-US"/>
              <a:t>256kByte Module </a:t>
            </a:r>
            <a:br>
              <a:rPr lang="en-GB" altLang="en-US"/>
            </a:br>
            <a:r>
              <a:rPr lang="en-GB" altLang="en-US"/>
              <a:t>Organisation</a:t>
            </a:r>
          </a:p>
        </p:txBody>
      </p:sp>
      <p:pic>
        <p:nvPicPr>
          <p:cNvPr id="3" name="Picture 2"/>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32074269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GB" altLang="en-US"/>
              <a:t>1MByte Module Organisation</a:t>
            </a:r>
          </a:p>
        </p:txBody>
      </p:sp>
      <p:pic>
        <p:nvPicPr>
          <p:cNvPr id="3" name="Picture 2"/>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33271328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altLang="en-US"/>
              <a:t>Error Correction</a:t>
            </a:r>
          </a:p>
        </p:txBody>
      </p:sp>
      <p:pic>
        <p:nvPicPr>
          <p:cNvPr id="3" name="Picture 2"/>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12210133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altLang="en-US"/>
              <a:t>Error Correcting Code Function</a:t>
            </a:r>
          </a:p>
        </p:txBody>
      </p:sp>
      <p:pic>
        <p:nvPicPr>
          <p:cNvPr id="3" name="Picture 2"/>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10630539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altLang="en-US"/>
              <a:t>Advanced DRAM Organization</a:t>
            </a:r>
          </a:p>
        </p:txBody>
      </p:sp>
      <p:pic>
        <p:nvPicPr>
          <p:cNvPr id="3" name="Picture 2"/>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32685868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altLang="en-US"/>
              <a:t>Synchronous DRAM (SDRAM)</a:t>
            </a:r>
          </a:p>
        </p:txBody>
      </p:sp>
      <p:pic>
        <p:nvPicPr>
          <p:cNvPr id="3" name="Picture 2"/>
          <p:cNvPicPr/>
          <p:nvPr/>
        </p:nvPicPr>
        <p:blipFill>
          <a:blip r:embed="rId2"/>
          <a:stretch>
            <a:fillRect/>
          </a:stretch>
        </p:blipFill>
        <p:spPr>
          <a:xfrm>
            <a:off x="0" y="0"/>
            <a:ext cx="9144000" cy="6858000"/>
          </a:xfrm>
          <a:prstGeom prst="rect">
            <a:avLst/>
          </a:prstGeom>
        </p:spPr>
      </p:pic>
    </p:spTree>
    <p:extLst>
      <p:ext uri="{BB962C8B-B14F-4D97-AF65-F5344CB8AC3E}">
        <p14:creationId xmlns:p14="http://schemas.microsoft.com/office/powerpoint/2010/main" val="37762164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8"/>
          <p:cNvSpPr>
            <a:spLocks noGrp="1"/>
          </p:cNvSpPr>
          <p:nvPr>
            <p:ph type="title"/>
          </p:nvPr>
        </p:nvSpPr>
        <p:spPr>
          <a:xfrm>
            <a:off x="447964" y="192947"/>
            <a:ext cx="8516524" cy="738231"/>
          </a:xfrm>
        </p:spPr>
        <p:txBody>
          <a:bodyPr/>
          <a:lstStyle/>
          <a:p>
            <a:r>
              <a:rPr lang="en-US" sz="3200" dirty="0"/>
              <a:t>256-Mb Synchronous Dynamic RAM (SDRAM)</a:t>
            </a:r>
            <a:endParaRPr lang="en-IN" sz="3200" dirty="0"/>
          </a:p>
        </p:txBody>
      </p:sp>
      <p:pic>
        <p:nvPicPr>
          <p:cNvPr id="4" name="Picture 3" descr="A command decoder and clock generator block enabled with a set of 6 signals from top to bottom reads, C L K, C K E, C S bar, R A S bar, C A S bar, W E bar. The command decoder is connected to 8 blocks from left to right that read, row address latch, mode register, column address latch, multiplexer, refresh controller, data in buffer, and bank control logic. A set of 13 address inputs A 0 to A 9 and A 11, A 12, A 10 and 2 bank address lines B A 0 and B A 1 are connected to row address lines, mode register, bank control logic, and the column address latch. Below the column address, a latch burst counter and column address buffer are present. The column address buffer contains 9 bits that are connected to a set of column decoder blocks. Bank control logic sends signals to the column decoder. A row address latch connects to the multiplexer and row address buffer, which sends signals to a set of 4 decoders, which receive signals also from bank control logic. A row decoder sends a 4-set of address hits 8 1 9 2 to a memory cell array of 4-megabytes by 8, D R A M bank 0. It is a sense amplifier which can send and return signals from a column decoder. A memory cell is connected to a set of 2 data buffers that reads, data in and data out, buffer of 16 bits. They are bidirectional and contain a set of 15 data bits from D Q 0 to 15. D Q M L and D Q M H send signals to the data in and data out buffer. A refresh controller sends a signal to refresh counter and receives signals from the set refresh controller. The signal from the refresh counter is sent to a multiplexer." title="A diagram represents a 256-megabyte synchronous dynamic R A M, S D R A M, unit."/>
          <p:cNvPicPr>
            <a:picLocks noChangeAspect="1"/>
          </p:cNvPicPr>
          <p:nvPr/>
        </p:nvPicPr>
        <p:blipFill rotWithShape="1">
          <a:blip r:embed="rId3">
            <a:extLst>
              <a:ext uri="{28A0092B-C50C-407E-A947-70E740481C1C}">
                <a14:useLocalDpi xmlns:a14="http://schemas.microsoft.com/office/drawing/2010/main" val="0"/>
              </a:ext>
            </a:extLst>
          </a:blip>
          <a:srcRect l="3642" t="23663" r="4389" b="25674"/>
          <a:stretch/>
        </p:blipFill>
        <p:spPr>
          <a:xfrm>
            <a:off x="1043607" y="1371425"/>
            <a:ext cx="6984778" cy="4979246"/>
          </a:xfrm>
          <a:prstGeom prst="rect">
            <a:avLst/>
          </a:prstGeom>
        </p:spPr>
      </p:pic>
    </p:spTree>
  </p:cSld>
  <p:clrMapOvr>
    <a:masterClrMapping/>
  </p:clrMapOvr>
  <p:transition spd="med">
    <p:wheel spokes="2"/>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8"/>
          <p:cNvSpPr>
            <a:spLocks noGrp="1"/>
          </p:cNvSpPr>
          <p:nvPr>
            <p:ph type="title"/>
          </p:nvPr>
        </p:nvSpPr>
        <p:spPr>
          <a:xfrm>
            <a:off x="447964" y="198165"/>
            <a:ext cx="8516524" cy="1111267"/>
          </a:xfrm>
        </p:spPr>
        <p:txBody>
          <a:bodyPr/>
          <a:lstStyle/>
          <a:p>
            <a:r>
              <a:rPr lang="en-US" sz="3200" dirty="0"/>
              <a:t>SDRAM Pin Assignments</a:t>
            </a:r>
            <a:endParaRPr lang="en-IN" sz="3200" dirty="0"/>
          </a:p>
        </p:txBody>
      </p:sp>
      <p:graphicFrame>
        <p:nvGraphicFramePr>
          <p:cNvPr id="4" name="Table 3" descr="The table has 2 columns. The rows read as follows from left to right. Row 1. A 0 to A 13. Address inputs. Row 2. B A 0, B A 1. Bank address lines. Row 3. C L K. Clock input. Row 4. C K E. Clock enable. Row 5. C S. Chip select. Row 6. R A S. Row address strobe. Row 7. C A S. Column address strobe. Row 8. W E. Write enable. Row 9. D Q 0 to D Q 7. Data input slash output. Row 10. D Q M. Data mask." title="A table titled S D R A M Pin Assignments."/>
          <p:cNvGraphicFramePr>
            <a:graphicFrameLocks noGrp="1"/>
          </p:cNvGraphicFramePr>
          <p:nvPr/>
        </p:nvGraphicFramePr>
        <p:xfrm>
          <a:off x="1792670" y="1299289"/>
          <a:ext cx="5552578" cy="5077545"/>
        </p:xfrm>
        <a:graphic>
          <a:graphicData uri="http://schemas.openxmlformats.org/drawingml/2006/table">
            <a:tbl>
              <a:tblPr firstRow="1" bandRow="1">
                <a:tableStyleId>{5C22544A-7EE6-4342-B048-85BDC9FD1C3A}</a:tableStyleId>
              </a:tblPr>
              <a:tblGrid>
                <a:gridCol w="1858090">
                  <a:extLst>
                    <a:ext uri="{9D8B030D-6E8A-4147-A177-3AD203B41FA5}">
                      <a16:colId xmlns:a16="http://schemas.microsoft.com/office/drawing/2014/main" val="4260019269"/>
                    </a:ext>
                  </a:extLst>
                </a:gridCol>
                <a:gridCol w="3694488">
                  <a:extLst>
                    <a:ext uri="{9D8B030D-6E8A-4147-A177-3AD203B41FA5}">
                      <a16:colId xmlns:a16="http://schemas.microsoft.com/office/drawing/2014/main" val="4163494407"/>
                    </a:ext>
                  </a:extLst>
                </a:gridCol>
              </a:tblGrid>
              <a:tr h="472313">
                <a:tc>
                  <a:txBody>
                    <a:bodyPr/>
                    <a:lstStyle/>
                    <a:p>
                      <a:pPr algn="l"/>
                      <a:r>
                        <a:rPr lang="en-IN" sz="2100" b="0" i="0" u="none" strike="noStrike" cap="none" baseline="0" dirty="0">
                          <a:solidFill>
                            <a:schemeClr val="dk1"/>
                          </a:solidFill>
                          <a:latin typeface="+mn-lt"/>
                          <a:ea typeface="+mn-ea"/>
                          <a:cs typeface="+mn-cs"/>
                          <a:sym typeface="Arial"/>
                        </a:rPr>
                        <a:t>A0 to A13</a:t>
                      </a:r>
                      <a:endParaRPr lang="en-IN" sz="2100" b="0" dirty="0"/>
                    </a:p>
                  </a:txBody>
                  <a:tcPr marL="117622" marR="117622" marT="58812" marB="5881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IN" sz="2100" b="0" i="0" u="none" strike="noStrike" cap="none" baseline="0" dirty="0">
                          <a:solidFill>
                            <a:schemeClr val="dk1"/>
                          </a:solidFill>
                          <a:latin typeface="+mn-lt"/>
                          <a:ea typeface="+mn-ea"/>
                          <a:cs typeface="+mn-cs"/>
                          <a:sym typeface="Arial"/>
                        </a:rPr>
                        <a:t>Address inputs</a:t>
                      </a:r>
                      <a:endParaRPr lang="en-IN" sz="2100" b="0" dirty="0"/>
                    </a:p>
                  </a:txBody>
                  <a:tcPr marL="117622" marR="117622" marT="58812" marB="5881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062764516"/>
                  </a:ext>
                </a:extLst>
              </a:tr>
              <a:tr h="584595">
                <a:tc>
                  <a:txBody>
                    <a:bodyPr/>
                    <a:lstStyle/>
                    <a:p>
                      <a:pPr algn="l"/>
                      <a:r>
                        <a:rPr lang="en-IN" sz="2100" dirty="0"/>
                        <a:t>BA0, BA1</a:t>
                      </a:r>
                    </a:p>
                  </a:txBody>
                  <a:tcPr marL="117622" marR="117622" marT="58812" marB="5881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IN" sz="2100" dirty="0"/>
                        <a:t>Bank address lines</a:t>
                      </a:r>
                    </a:p>
                  </a:txBody>
                  <a:tcPr marL="117622" marR="117622" marT="58812" marB="5881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801756320"/>
                  </a:ext>
                </a:extLst>
              </a:tr>
              <a:tr h="425565">
                <a:tc>
                  <a:txBody>
                    <a:bodyPr/>
                    <a:lstStyle/>
                    <a:p>
                      <a:pPr algn="l"/>
                      <a:r>
                        <a:rPr lang="en-IN" sz="2100" dirty="0"/>
                        <a:t>CLK</a:t>
                      </a:r>
                    </a:p>
                  </a:txBody>
                  <a:tcPr marL="117622" marR="117622" marT="58812" marB="5881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IN" sz="2100" dirty="0"/>
                        <a:t>Clock input</a:t>
                      </a:r>
                    </a:p>
                  </a:txBody>
                  <a:tcPr marL="117622" marR="117622" marT="58812" marB="5881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007438362"/>
                  </a:ext>
                </a:extLst>
              </a:tr>
              <a:tr h="485527">
                <a:tc>
                  <a:txBody>
                    <a:bodyPr/>
                    <a:lstStyle/>
                    <a:p>
                      <a:pPr algn="l"/>
                      <a:r>
                        <a:rPr lang="en-IN" sz="2100" dirty="0"/>
                        <a:t>CKE</a:t>
                      </a:r>
                    </a:p>
                  </a:txBody>
                  <a:tcPr marL="117622" marR="117622" marT="58812" marB="5881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IN" sz="2100" dirty="0"/>
                        <a:t>Clock enable</a:t>
                      </a:r>
                    </a:p>
                  </a:txBody>
                  <a:tcPr marL="117622" marR="117622" marT="58812" marB="5881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794824530"/>
                  </a:ext>
                </a:extLst>
              </a:tr>
              <a:tr h="482064">
                <a:tc>
                  <a:txBody>
                    <a:bodyPr/>
                    <a:lstStyle/>
                    <a:p>
                      <a:pPr algn="l"/>
                      <a:r>
                        <a:rPr lang="en-IN" sz="2100" dirty="0"/>
                        <a:t>CS</a:t>
                      </a:r>
                    </a:p>
                  </a:txBody>
                  <a:tcPr marL="117622" marR="117622" marT="58812" marB="5881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IN" sz="2100" b="0" i="0" u="none" strike="noStrike" cap="none" baseline="0" dirty="0">
                          <a:solidFill>
                            <a:schemeClr val="dk1"/>
                          </a:solidFill>
                          <a:latin typeface="+mn-lt"/>
                          <a:ea typeface="+mn-ea"/>
                          <a:cs typeface="+mn-cs"/>
                          <a:sym typeface="Arial"/>
                        </a:rPr>
                        <a:t>Chip select</a:t>
                      </a:r>
                      <a:endParaRPr lang="en-IN" sz="2100" dirty="0"/>
                    </a:p>
                  </a:txBody>
                  <a:tcPr marL="117622" marR="117622" marT="58812" marB="5881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9877881"/>
                  </a:ext>
                </a:extLst>
              </a:tr>
              <a:tr h="584595">
                <a:tc>
                  <a:txBody>
                    <a:bodyPr/>
                    <a:lstStyle/>
                    <a:p>
                      <a:pPr algn="l"/>
                      <a:r>
                        <a:rPr lang="en-IN" sz="2100" b="0" i="0" u="none" strike="noStrike" cap="none" baseline="0" dirty="0">
                          <a:solidFill>
                            <a:schemeClr val="dk1"/>
                          </a:solidFill>
                          <a:latin typeface="+mn-lt"/>
                          <a:ea typeface="+mn-ea"/>
                          <a:cs typeface="+mn-cs"/>
                          <a:sym typeface="Arial"/>
                        </a:rPr>
                        <a:t>RAS</a:t>
                      </a:r>
                      <a:endParaRPr lang="en-IN" sz="2100" dirty="0"/>
                    </a:p>
                  </a:txBody>
                  <a:tcPr marL="117622" marR="117622" marT="58812" marB="5881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IN" sz="2100" dirty="0"/>
                        <a:t>Row address strobe</a:t>
                      </a:r>
                    </a:p>
                  </a:txBody>
                  <a:tcPr marL="117622" marR="117622" marT="58812" marB="5881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662666875"/>
                  </a:ext>
                </a:extLst>
              </a:tr>
              <a:tr h="584595">
                <a:tc>
                  <a:txBody>
                    <a:bodyPr/>
                    <a:lstStyle/>
                    <a:p>
                      <a:pPr algn="l"/>
                      <a:r>
                        <a:rPr lang="en-IN" sz="2100" dirty="0"/>
                        <a:t>CAS</a:t>
                      </a:r>
                    </a:p>
                  </a:txBody>
                  <a:tcPr marL="117622" marR="117622" marT="58812" marB="5881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IN" sz="2100" dirty="0"/>
                        <a:t>Column address strobe</a:t>
                      </a:r>
                    </a:p>
                  </a:txBody>
                  <a:tcPr marL="117622" marR="117622" marT="58812" marB="5881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755031563"/>
                  </a:ext>
                </a:extLst>
              </a:tr>
              <a:tr h="482064">
                <a:tc>
                  <a:txBody>
                    <a:bodyPr/>
                    <a:lstStyle/>
                    <a:p>
                      <a:pPr algn="l"/>
                      <a:r>
                        <a:rPr lang="en-IN" sz="2100" dirty="0"/>
                        <a:t>WE</a:t>
                      </a:r>
                    </a:p>
                  </a:txBody>
                  <a:tcPr marL="117622" marR="117622" marT="58812" marB="5881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IN" sz="2100" b="0" i="0" u="none" strike="noStrike" cap="none" baseline="0" dirty="0">
                          <a:solidFill>
                            <a:schemeClr val="dk1"/>
                          </a:solidFill>
                          <a:latin typeface="+mn-lt"/>
                          <a:ea typeface="+mn-ea"/>
                          <a:cs typeface="+mn-cs"/>
                          <a:sym typeface="Arial"/>
                        </a:rPr>
                        <a:t>Write enable</a:t>
                      </a:r>
                      <a:endParaRPr lang="en-IN" sz="2100" dirty="0"/>
                    </a:p>
                  </a:txBody>
                  <a:tcPr marL="117622" marR="117622" marT="58812" marB="5881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843961771"/>
                  </a:ext>
                </a:extLst>
              </a:tr>
              <a:tr h="482064">
                <a:tc>
                  <a:txBody>
                    <a:bodyPr/>
                    <a:lstStyle/>
                    <a:p>
                      <a:pPr algn="l"/>
                      <a:r>
                        <a:rPr lang="en-IN" sz="2100" dirty="0"/>
                        <a:t>DQ0 to DQ7</a:t>
                      </a:r>
                    </a:p>
                  </a:txBody>
                  <a:tcPr marL="117622" marR="117622" marT="58812" marB="5881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IN" sz="2100" b="0" i="0" u="none" strike="noStrike" cap="none" baseline="0" dirty="0">
                          <a:solidFill>
                            <a:schemeClr val="dk1"/>
                          </a:solidFill>
                          <a:latin typeface="+mn-lt"/>
                          <a:ea typeface="+mn-ea"/>
                          <a:cs typeface="+mn-cs"/>
                          <a:sym typeface="Arial"/>
                        </a:rPr>
                        <a:t>Data input/output</a:t>
                      </a:r>
                      <a:endParaRPr lang="en-IN" sz="2100" dirty="0"/>
                    </a:p>
                  </a:txBody>
                  <a:tcPr marL="117622" marR="117622" marT="58812" marB="5881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253271970"/>
                  </a:ext>
                </a:extLst>
              </a:tr>
              <a:tr h="482064">
                <a:tc>
                  <a:txBody>
                    <a:bodyPr/>
                    <a:lstStyle/>
                    <a:p>
                      <a:pPr algn="l"/>
                      <a:r>
                        <a:rPr lang="en-IN" sz="2100" b="0" i="0" u="none" strike="noStrike" cap="none" baseline="0" dirty="0">
                          <a:solidFill>
                            <a:schemeClr val="dk1"/>
                          </a:solidFill>
                          <a:latin typeface="+mn-lt"/>
                          <a:ea typeface="+mn-ea"/>
                          <a:cs typeface="+mn-cs"/>
                          <a:sym typeface="Arial"/>
                        </a:rPr>
                        <a:t>DQM</a:t>
                      </a:r>
                      <a:endParaRPr lang="en-IN" sz="2100" dirty="0"/>
                    </a:p>
                  </a:txBody>
                  <a:tcPr marL="117622" marR="117622" marT="58812" marB="5881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IN" sz="2100" b="0" i="0" u="none" strike="noStrike" cap="none" baseline="0" dirty="0">
                          <a:solidFill>
                            <a:schemeClr val="dk1"/>
                          </a:solidFill>
                          <a:latin typeface="+mn-lt"/>
                          <a:ea typeface="+mn-ea"/>
                          <a:cs typeface="+mn-cs"/>
                          <a:sym typeface="Arial"/>
                        </a:rPr>
                        <a:t>Data mask</a:t>
                      </a:r>
                      <a:endParaRPr lang="en-IN" sz="2100" dirty="0"/>
                    </a:p>
                  </a:txBody>
                  <a:tcPr marL="117622" marR="117622" marT="58812" marB="5881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871041828"/>
                  </a:ext>
                </a:extLst>
              </a:tr>
            </a:tbl>
          </a:graphicData>
        </a:graphic>
      </p:graphicFrame>
    </p:spTree>
  </p:cSld>
  <p:clrMapOvr>
    <a:masterClrMapping/>
  </p:clrMapOvr>
  <p:transition spd="med">
    <p:wheel spokes="2"/>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itle 8"/>
              <p:cNvSpPr>
                <a:spLocks noGrp="1"/>
              </p:cNvSpPr>
              <p:nvPr>
                <p:ph type="title"/>
              </p:nvPr>
            </p:nvSpPr>
            <p:spPr>
              <a:xfrm>
                <a:off x="447964" y="164282"/>
                <a:ext cx="8228492" cy="1627006"/>
              </a:xfrm>
            </p:spPr>
            <p:txBody>
              <a:bodyPr/>
              <a:lstStyle/>
              <a:p>
                <a:br>
                  <a:rPr lang="en-US" sz="3200" dirty="0"/>
                </a:br>
                <a:r>
                  <a:rPr lang="en-US" sz="3200" dirty="0"/>
                  <a:t>SDRAM Read Timing (burst length = 4, </a:t>
                </a:r>
                <a14:m>
                  <m:oMath xmlns:m="http://schemas.openxmlformats.org/officeDocument/2006/math">
                    <m:bar>
                      <m:barPr>
                        <m:pos m:val="top"/>
                        <m:ctrlPr>
                          <a:rPr lang="en-US" sz="3200" i="1" dirty="0" smtClean="0">
                            <a:latin typeface="Cambria Math" panose="02040503050406030204" pitchFamily="18" charset="0"/>
                          </a:rPr>
                        </m:ctrlPr>
                      </m:barPr>
                      <m:e>
                        <m:r>
                          <a:rPr lang="en-IN" sz="3200" b="1" i="0" dirty="0" smtClean="0">
                            <a:latin typeface="Cambria Math" panose="02040503050406030204" pitchFamily="18" charset="0"/>
                          </a:rPr>
                          <m:t>𝐂𝐀𝐒</m:t>
                        </m:r>
                      </m:e>
                    </m:bar>
                  </m:oMath>
                </a14:m>
                <a:r>
                  <a:rPr lang="en-US" sz="3200" dirty="0"/>
                  <a:t> latency = 2)</a:t>
                </a:r>
                <a:endParaRPr lang="en-IN" sz="3200" dirty="0"/>
              </a:p>
            </p:txBody>
          </p:sp>
        </mc:Choice>
        <mc:Fallback xmlns="">
          <p:sp>
            <p:nvSpPr>
              <p:cNvPr id="4" name="Title 8"/>
              <p:cNvSpPr>
                <a:spLocks noGrp="1" noRot="1" noChangeAspect="1" noMove="1" noResize="1" noEditPoints="1" noAdjustHandles="1" noChangeArrowheads="1" noChangeShapeType="1" noTextEdit="1"/>
              </p:cNvSpPr>
              <p:nvPr>
                <p:ph type="title"/>
              </p:nvPr>
            </p:nvSpPr>
            <p:spPr>
              <a:xfrm>
                <a:off x="447964" y="164282"/>
                <a:ext cx="8228492" cy="1627006"/>
              </a:xfrm>
              <a:blipFill>
                <a:blip r:embed="rId3"/>
                <a:stretch>
                  <a:fillRect l="-1852" b="-9363"/>
                </a:stretch>
              </a:blipFill>
            </p:spPr>
            <p:txBody>
              <a:bodyPr/>
              <a:lstStyle/>
              <a:p>
                <a:r>
                  <a:rPr lang="en-MY">
                    <a:noFill/>
                  </a:rPr>
                  <a:t> </a:t>
                </a:r>
              </a:p>
            </p:txBody>
          </p:sp>
        </mc:Fallback>
      </mc:AlternateContent>
      <p:pic>
        <p:nvPicPr>
          <p:cNvPr id="3" name="Picture 2" descr="A clock, C L K, of digital timing signals ranges from T 0 to T 8 in increments of 1. The command operation starts with read A at timing T 0, followed by a set of 8 no operation commands, N O P, from T 1 to T 8. The data inputs, D Q s, produces a delay until time T 3, and at T 3 the input A is executed at D out A 0 followed by D out A 1, D out A 3 and from T 4 to T 6. Again a delay is produced." title="A diagram depicts A S D R A M read timing for burst length equals 4 and C A S bar latency equals 2."/>
          <p:cNvPicPr>
            <a:picLocks noChangeAspect="1"/>
          </p:cNvPicPr>
          <p:nvPr/>
        </p:nvPicPr>
        <p:blipFill rotWithShape="1">
          <a:blip r:embed="rId4">
            <a:extLst>
              <a:ext uri="{28A0092B-C50C-407E-A947-70E740481C1C}">
                <a14:useLocalDpi xmlns:a14="http://schemas.microsoft.com/office/drawing/2010/main" val="0"/>
              </a:ext>
            </a:extLst>
          </a:blip>
          <a:srcRect l="9117" t="19033" r="16202" b="57012"/>
          <a:stretch/>
        </p:blipFill>
        <p:spPr>
          <a:xfrm>
            <a:off x="359532" y="2780928"/>
            <a:ext cx="8424936" cy="2088232"/>
          </a:xfrm>
          <a:prstGeom prst="rect">
            <a:avLst/>
          </a:prstGeom>
        </p:spPr>
      </p:pic>
    </p:spTree>
  </p:cSld>
  <p:clrMapOvr>
    <a:masterClrMapping/>
  </p:clrMapOvr>
  <p:transition spd="med">
    <p:wheel spokes="2"/>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6" name="Rectangle 4"/>
          <p:cNvSpPr>
            <a:spLocks noGrp="1" noChangeArrowheads="1"/>
          </p:cNvSpPr>
          <p:nvPr>
            <p:ph type="title"/>
          </p:nvPr>
        </p:nvSpPr>
        <p:spPr/>
        <p:txBody>
          <a:bodyPr/>
          <a:lstStyle/>
          <a:p>
            <a:r>
              <a:rPr lang="en-GB" dirty="0"/>
              <a:t>Double Data Rate SDRAM </a:t>
            </a:r>
            <a:br>
              <a:rPr lang="en-GB" dirty="0"/>
            </a:br>
            <a:r>
              <a:rPr lang="en-GB" dirty="0"/>
              <a:t>(DDR SDRAM)</a:t>
            </a:r>
          </a:p>
        </p:txBody>
      </p:sp>
      <p:sp>
        <p:nvSpPr>
          <p:cNvPr id="166917" name="Rectangle 5"/>
          <p:cNvSpPr>
            <a:spLocks noGrp="1" noChangeArrowheads="1"/>
          </p:cNvSpPr>
          <p:nvPr>
            <p:ph type="body" idx="1"/>
          </p:nvPr>
        </p:nvSpPr>
        <p:spPr/>
        <p:txBody>
          <a:bodyPr/>
          <a:lstStyle/>
          <a:p>
            <a:pPr marL="300038" indent="-300038"/>
            <a:r>
              <a:rPr lang="en-GB" dirty="0"/>
              <a:t>Developed by the JEDEC Solid State Technology Association (Electronic Industries Alliance’s semiconductor-engineering-standardization body)</a:t>
            </a:r>
          </a:p>
          <a:p>
            <a:pPr marL="300038" indent="-300038"/>
            <a:r>
              <a:rPr lang="en-GB" dirty="0"/>
              <a:t>Numerous companies make DDR chips, which are widely used in desktop computers and servers</a:t>
            </a:r>
          </a:p>
          <a:p>
            <a:pPr marL="300038" indent="-300038"/>
            <a:r>
              <a:rPr lang="en-GB" dirty="0"/>
              <a:t>DDR achieves higher data rates in three ways:</a:t>
            </a:r>
          </a:p>
          <a:p>
            <a:pPr marL="625475" lvl="1" indent="-325438"/>
            <a:r>
              <a:rPr lang="en-GB" sz="1800" dirty="0"/>
              <a:t>First, the data transfer is synchronized to both the rising and falling edge of the clock, rather than just the rising edge</a:t>
            </a:r>
          </a:p>
          <a:p>
            <a:pPr marL="625475" lvl="1" indent="-325438"/>
            <a:r>
              <a:rPr lang="en-GB" sz="1800" dirty="0"/>
              <a:t>Second, DDR uses higher clock rate on the bus to increase the transfer rate</a:t>
            </a:r>
          </a:p>
          <a:p>
            <a:pPr marL="625475" lvl="1" indent="-325438"/>
            <a:r>
              <a:rPr lang="en-GB" sz="1800" dirty="0"/>
              <a:t>Third, a buffering scheme is used</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8"/>
          <p:cNvSpPr>
            <a:spLocks noGrp="1"/>
          </p:cNvSpPr>
          <p:nvPr>
            <p:ph type="title"/>
          </p:nvPr>
        </p:nvSpPr>
        <p:spPr>
          <a:xfrm>
            <a:off x="447964" y="198165"/>
            <a:ext cx="8516524" cy="1111267"/>
          </a:xfrm>
        </p:spPr>
        <p:txBody>
          <a:bodyPr/>
          <a:lstStyle/>
          <a:p>
            <a:br>
              <a:rPr lang="en-US" sz="3200" dirty="0"/>
            </a:br>
            <a:r>
              <a:rPr lang="en-US" sz="3200" dirty="0"/>
              <a:t>DDR Characteristics</a:t>
            </a:r>
            <a:endParaRPr lang="en-IN" sz="3200" dirty="0"/>
          </a:p>
        </p:txBody>
      </p:sp>
      <p:graphicFrame>
        <p:nvGraphicFramePr>
          <p:cNvPr id="4" name="Table 3" descr="The table has 3 columns labeled D D R 1, D D R 2, D D R 3, D D R 4. The rows read as follows from left to right. Row 1. Prefetched buffer left parenthesis bits right parenthesis. 2. 4. 8. 8. Row 2. Voltage level left parenthesis V right parenthesis. 2 point 5. 1 point 8. 1 point 5. 1 point 2. Row 3. Front side bus data rates left parenthesis m b p s right parenthesis. 200 dash 400. 400 dash 1066. 800 dash 2133. 2133 dash 4266." title="A table titled D D R Characteristics."/>
          <p:cNvGraphicFramePr>
            <a:graphicFrameLocks noGrp="1"/>
          </p:cNvGraphicFramePr>
          <p:nvPr/>
        </p:nvGraphicFramePr>
        <p:xfrm>
          <a:off x="251520" y="2205468"/>
          <a:ext cx="8640960" cy="1799596"/>
        </p:xfrm>
        <a:graphic>
          <a:graphicData uri="http://schemas.openxmlformats.org/drawingml/2006/table">
            <a:tbl>
              <a:tblPr firstRow="1" bandRow="1">
                <a:tableStyleId>{5C22544A-7EE6-4342-B048-85BDC9FD1C3A}</a:tableStyleId>
              </a:tblPr>
              <a:tblGrid>
                <a:gridCol w="3168352">
                  <a:extLst>
                    <a:ext uri="{9D8B030D-6E8A-4147-A177-3AD203B41FA5}">
                      <a16:colId xmlns:a16="http://schemas.microsoft.com/office/drawing/2014/main" val="528802535"/>
                    </a:ext>
                  </a:extLst>
                </a:gridCol>
                <a:gridCol w="1365194">
                  <a:extLst>
                    <a:ext uri="{9D8B030D-6E8A-4147-A177-3AD203B41FA5}">
                      <a16:colId xmlns:a16="http://schemas.microsoft.com/office/drawing/2014/main" val="3102758518"/>
                    </a:ext>
                  </a:extLst>
                </a:gridCol>
                <a:gridCol w="1371110">
                  <a:extLst>
                    <a:ext uri="{9D8B030D-6E8A-4147-A177-3AD203B41FA5}">
                      <a16:colId xmlns:a16="http://schemas.microsoft.com/office/drawing/2014/main" val="3784583482"/>
                    </a:ext>
                  </a:extLst>
                </a:gridCol>
                <a:gridCol w="1368152">
                  <a:extLst>
                    <a:ext uri="{9D8B030D-6E8A-4147-A177-3AD203B41FA5}">
                      <a16:colId xmlns:a16="http://schemas.microsoft.com/office/drawing/2014/main" val="4260019269"/>
                    </a:ext>
                  </a:extLst>
                </a:gridCol>
                <a:gridCol w="1368152">
                  <a:extLst>
                    <a:ext uri="{9D8B030D-6E8A-4147-A177-3AD203B41FA5}">
                      <a16:colId xmlns:a16="http://schemas.microsoft.com/office/drawing/2014/main" val="4163494407"/>
                    </a:ext>
                  </a:extLst>
                </a:gridCol>
              </a:tblGrid>
              <a:tr h="538820">
                <a:tc>
                  <a:txBody>
                    <a:bodyPr/>
                    <a:lstStyle/>
                    <a:p>
                      <a:endParaRPr lang="en-IN" sz="1600" dirty="0">
                        <a:solidFill>
                          <a:schemeClr val="tx1"/>
                        </a:solidFill>
                      </a:endParaRPr>
                    </a:p>
                  </a:txBody>
                  <a:tcPr marL="101843" marR="101843" marT="50922" marB="50922">
                    <a:lnL w="12700" cap="flat" cmpd="sng" algn="ctr">
                      <a:no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IN" sz="1600" b="1" i="0" u="none" strike="noStrike" cap="none" baseline="0" dirty="0">
                          <a:solidFill>
                            <a:schemeClr val="tx1"/>
                          </a:solidFill>
                          <a:latin typeface="+mn-lt"/>
                          <a:ea typeface="+mn-ea"/>
                          <a:cs typeface="+mn-cs"/>
                          <a:sym typeface="Arial"/>
                        </a:rPr>
                        <a:t>DDR1</a:t>
                      </a:r>
                      <a:endParaRPr lang="en-IN" sz="1600" b="1" dirty="0">
                        <a:solidFill>
                          <a:schemeClr val="tx1"/>
                        </a:solidFill>
                      </a:endParaRPr>
                    </a:p>
                  </a:txBody>
                  <a:tcPr marL="101843" marR="101843" marT="50922" marB="5092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600" b="1" dirty="0">
                          <a:solidFill>
                            <a:schemeClr val="tx1"/>
                          </a:solidFill>
                        </a:rPr>
                        <a:t>DDR2</a:t>
                      </a:r>
                    </a:p>
                  </a:txBody>
                  <a:tcPr marL="101843" marR="101843" marT="50922" marB="5092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600" b="1" dirty="0">
                          <a:solidFill>
                            <a:schemeClr val="tx1"/>
                          </a:solidFill>
                        </a:rPr>
                        <a:t>DDR3</a:t>
                      </a:r>
                    </a:p>
                  </a:txBody>
                  <a:tcPr marL="101843" marR="101843" marT="50922" marB="5092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600" b="1" dirty="0">
                          <a:solidFill>
                            <a:schemeClr val="tx1"/>
                          </a:solidFill>
                        </a:rPr>
                        <a:t>DDR4</a:t>
                      </a:r>
                    </a:p>
                  </a:txBody>
                  <a:tcPr marL="101843" marR="101843" marT="50922" marB="5092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717666487"/>
                  </a:ext>
                </a:extLst>
              </a:tr>
              <a:tr h="427043">
                <a:tc>
                  <a:txBody>
                    <a:bodyPr/>
                    <a:lstStyle/>
                    <a:p>
                      <a:pPr algn="l"/>
                      <a:r>
                        <a:rPr lang="en-IN" sz="1600" b="1" dirty="0" err="1"/>
                        <a:t>Prefetch</a:t>
                      </a:r>
                      <a:r>
                        <a:rPr lang="en-IN" sz="1600" b="1" dirty="0"/>
                        <a:t> buffer (bits)</a:t>
                      </a:r>
                    </a:p>
                  </a:txBody>
                  <a:tcPr marL="101843" marR="101843" marT="50922" marB="5092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600" dirty="0"/>
                        <a:t>2</a:t>
                      </a:r>
                    </a:p>
                  </a:txBody>
                  <a:tcPr marL="101843" marR="101843" marT="50922" marB="5092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600" dirty="0"/>
                        <a:t>4</a:t>
                      </a:r>
                    </a:p>
                  </a:txBody>
                  <a:tcPr marL="101843" marR="101843" marT="50922" marB="5092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600" dirty="0"/>
                        <a:t>8</a:t>
                      </a:r>
                    </a:p>
                  </a:txBody>
                  <a:tcPr marL="101843" marR="101843" marT="50922" marB="5092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600" dirty="0"/>
                        <a:t>8</a:t>
                      </a:r>
                    </a:p>
                  </a:txBody>
                  <a:tcPr marL="101843" marR="101843" marT="50922" marB="5092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062764516"/>
                  </a:ext>
                </a:extLst>
              </a:tr>
              <a:tr h="488049">
                <a:tc>
                  <a:txBody>
                    <a:bodyPr/>
                    <a:lstStyle/>
                    <a:p>
                      <a:pPr algn="l"/>
                      <a:r>
                        <a:rPr lang="en-IN" sz="1600" dirty="0"/>
                        <a:t>Voltage level (V)</a:t>
                      </a:r>
                    </a:p>
                  </a:txBody>
                  <a:tcPr marL="101843" marR="101843" marT="50922" marB="5092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600" dirty="0"/>
                        <a:t>2.5</a:t>
                      </a:r>
                    </a:p>
                  </a:txBody>
                  <a:tcPr marL="101843" marR="101843" marT="50922" marB="5092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600" dirty="0"/>
                        <a:t>1.8</a:t>
                      </a:r>
                    </a:p>
                  </a:txBody>
                  <a:tcPr marL="101843" marR="101843" marT="50922" marB="5092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600" dirty="0"/>
                        <a:t>1.5</a:t>
                      </a:r>
                    </a:p>
                  </a:txBody>
                  <a:tcPr marL="101843" marR="101843" marT="50922" marB="5092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600" dirty="0"/>
                        <a:t>1.2</a:t>
                      </a:r>
                    </a:p>
                  </a:txBody>
                  <a:tcPr marL="101843" marR="101843" marT="50922" marB="5092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801756320"/>
                  </a:ext>
                </a:extLst>
              </a:tr>
              <a:tr h="330602">
                <a:tc>
                  <a:txBody>
                    <a:bodyPr/>
                    <a:lstStyle/>
                    <a:p>
                      <a:pPr algn="l"/>
                      <a:r>
                        <a:rPr lang="en-US" sz="1600" dirty="0"/>
                        <a:t>Front side bus data rates (Mbps)</a:t>
                      </a:r>
                      <a:endParaRPr lang="en-IN" sz="1600" dirty="0"/>
                    </a:p>
                  </a:txBody>
                  <a:tcPr marL="101843" marR="101843" marT="50922" marB="50922" anchor="ctr">
                    <a:lnL w="12700" cap="flat" cmpd="sng" algn="ctr">
                      <a:solidFill>
                        <a:schemeClr val="tx1"/>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600" dirty="0"/>
                        <a:t>200—400</a:t>
                      </a:r>
                    </a:p>
                  </a:txBody>
                  <a:tcPr marL="101843" marR="101843" marT="50922" marB="5092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600" b="0" i="0" u="none" strike="noStrike" cap="none" baseline="0" dirty="0">
                          <a:solidFill>
                            <a:schemeClr val="dk1"/>
                          </a:solidFill>
                          <a:latin typeface="+mn-lt"/>
                          <a:ea typeface="+mn-ea"/>
                          <a:cs typeface="+mn-cs"/>
                          <a:sym typeface="Arial"/>
                        </a:rPr>
                        <a:t>400—1066</a:t>
                      </a:r>
                      <a:endParaRPr lang="en-IN" sz="1600" dirty="0"/>
                    </a:p>
                  </a:txBody>
                  <a:tcPr marL="101843" marR="101843" marT="50922" marB="5092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600" b="0" i="0" u="none" strike="noStrike" cap="none" baseline="0" dirty="0">
                          <a:solidFill>
                            <a:schemeClr val="dk1"/>
                          </a:solidFill>
                          <a:latin typeface="+mn-lt"/>
                          <a:ea typeface="+mn-ea"/>
                          <a:cs typeface="+mn-cs"/>
                          <a:sym typeface="Arial"/>
                        </a:rPr>
                        <a:t>800—2133</a:t>
                      </a:r>
                      <a:endParaRPr lang="en-IN" sz="1600" dirty="0"/>
                    </a:p>
                  </a:txBody>
                  <a:tcPr marL="101843" marR="101843" marT="50922" marB="5092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600" b="0" i="0" u="none" strike="noStrike" cap="none" baseline="0" dirty="0">
                          <a:solidFill>
                            <a:schemeClr val="dk1"/>
                          </a:solidFill>
                          <a:latin typeface="+mn-lt"/>
                          <a:ea typeface="+mn-ea"/>
                          <a:cs typeface="+mn-cs"/>
                          <a:sym typeface="Arial"/>
                        </a:rPr>
                        <a:t>2133—4266</a:t>
                      </a:r>
                      <a:endParaRPr lang="en-IN" sz="1600" dirty="0"/>
                    </a:p>
                  </a:txBody>
                  <a:tcPr marL="101843" marR="101843" marT="50922" marB="50922"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007438362"/>
                  </a:ext>
                </a:extLst>
              </a:tr>
            </a:tbl>
          </a:graphicData>
        </a:graphic>
      </p:graphicFrame>
    </p:spTree>
    <p:extLst>
      <p:ext uri="{BB962C8B-B14F-4D97-AF65-F5344CB8AC3E}">
        <p14:creationId xmlns:p14="http://schemas.microsoft.com/office/powerpoint/2010/main" val="6889916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8"/>
          <p:cNvSpPr>
            <a:spLocks noGrp="1"/>
          </p:cNvSpPr>
          <p:nvPr>
            <p:ph type="title"/>
          </p:nvPr>
        </p:nvSpPr>
        <p:spPr>
          <a:xfrm>
            <a:off x="447964" y="198165"/>
            <a:ext cx="8516524" cy="1111267"/>
          </a:xfrm>
        </p:spPr>
        <p:txBody>
          <a:bodyPr/>
          <a:lstStyle/>
          <a:p>
            <a:br>
              <a:rPr lang="en-US" sz="3200" dirty="0"/>
            </a:br>
            <a:r>
              <a:rPr lang="en-US" sz="3200" dirty="0"/>
              <a:t>DDR Generations</a:t>
            </a:r>
            <a:endParaRPr lang="en-IN" sz="3200" dirty="0"/>
          </a:p>
        </p:txBody>
      </p:sp>
      <p:pic>
        <p:nvPicPr>
          <p:cNvPr id="4" name="Picture 3" descr="In a block representing S D R A M for prefetch buffer bit 1N with a memory array capacity of 100 to 150 mega Hertz, it is indicated that the array can catch up to woo to 150 Mega Hertz inputs and outputs at a speed of woo to quo megabytes per second. In a block representing D D R for prefetch buffer bits 2 N, a set of two memory array blocks of 100 to woo mega Hertz is used with a multiplexer, and 180 to 200 mega Hertz inputs and outputs can be accessed at a speed of 200 to 400 megabytes per second. For the D D R 2 with 4 N prefetch buffer bits, a set of four memory array blocks ranging from 100 to 266 mega Hertz is used with a multiplexer and inputs and outputs of 200 to 533 mega Hertz at a speed of 400 to 1066 megabytes per second. For D D R 3 with 8 N prefetched bits, a set of 8 memory blocks with 100 to 266 mega Hertz speed and multiplexer inputs and outputs is fetched at 400 to 1066 mega Hertz at a speed of 800 to 2133 megabytes per second. For D D R 4, a set of two prefetched buffer bits of 8 N with a set of two memory array blocks of 100 to 266 mega Hertz and a set of three multiplexes and inputs outputs is fetched at 667 to 1600 mega Hertz at a speed of 1333 to 3200 megabytes per second." title="A diagram depicts D D R generations."/>
          <p:cNvPicPr>
            <a:picLocks noChangeAspect="1"/>
          </p:cNvPicPr>
          <p:nvPr/>
        </p:nvPicPr>
        <p:blipFill rotWithShape="1">
          <a:blip r:embed="rId3">
            <a:extLst>
              <a:ext uri="{28A0092B-C50C-407E-A947-70E740481C1C}">
                <a14:useLocalDpi xmlns:a14="http://schemas.microsoft.com/office/drawing/2010/main" val="0"/>
              </a:ext>
            </a:extLst>
          </a:blip>
          <a:srcRect l="6977" t="13858" r="5355" b="16803"/>
          <a:stretch/>
        </p:blipFill>
        <p:spPr>
          <a:xfrm>
            <a:off x="2004517" y="1199427"/>
            <a:ext cx="5134967" cy="5255790"/>
          </a:xfrm>
          <a:prstGeom prst="rect">
            <a:avLst/>
          </a:prstGeom>
        </p:spPr>
      </p:pic>
    </p:spTree>
  </p:cSld>
  <p:clrMapOvr>
    <a:masterClrMapping/>
  </p:clrMapOvr>
  <p:transition spd="med">
    <p:spli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Flash Memory</a:t>
            </a:r>
          </a:p>
        </p:txBody>
      </p:sp>
      <p:sp>
        <p:nvSpPr>
          <p:cNvPr id="3" name="Content Placeholder 2"/>
          <p:cNvSpPr>
            <a:spLocks noGrp="1"/>
          </p:cNvSpPr>
          <p:nvPr>
            <p:ph type="body" idx="1"/>
          </p:nvPr>
        </p:nvSpPr>
        <p:spPr>
          <a:xfrm>
            <a:off x="457200" y="1648328"/>
            <a:ext cx="8229600" cy="4525963"/>
          </a:xfrm>
        </p:spPr>
        <p:txBody>
          <a:bodyPr>
            <a:normAutofit fontScale="85000" lnSpcReduction="20000"/>
          </a:bodyPr>
          <a:lstStyle/>
          <a:p>
            <a:pPr marL="255588" indent="-255588"/>
            <a:r>
              <a:rPr lang="en-US" dirty="0"/>
              <a:t>Used both for internal memory and external memory applications</a:t>
            </a:r>
          </a:p>
          <a:p>
            <a:pPr marL="255588" indent="-255588"/>
            <a:r>
              <a:rPr lang="en-US" dirty="0"/>
              <a:t>First introduced in the mid-1980’s</a:t>
            </a:r>
          </a:p>
          <a:p>
            <a:pPr marL="255588" indent="-255588"/>
            <a:r>
              <a:rPr lang="en-US" dirty="0"/>
              <a:t>Is intermediate between EPROM and EEPROM in both cost and functionality</a:t>
            </a:r>
          </a:p>
          <a:p>
            <a:pPr marL="255588" indent="-255588"/>
            <a:r>
              <a:rPr lang="en-US" dirty="0"/>
              <a:t>Uses an electrical erasing technology like EEPROM</a:t>
            </a:r>
          </a:p>
          <a:p>
            <a:pPr marL="255588" indent="-255588"/>
            <a:r>
              <a:rPr lang="en-US" dirty="0"/>
              <a:t>It is possible to erase just blocks of memory rather than an entire chip</a:t>
            </a:r>
          </a:p>
          <a:p>
            <a:pPr marL="255588" indent="-255588"/>
            <a:r>
              <a:rPr lang="en-US" dirty="0"/>
              <a:t>Gets its name because the microchip is organized so that a section of memory cells are erased in a single action</a:t>
            </a:r>
          </a:p>
          <a:p>
            <a:pPr marL="255588" indent="-255588"/>
            <a:r>
              <a:rPr lang="en-US" dirty="0"/>
              <a:t>Does not provide byte-level erasure</a:t>
            </a:r>
          </a:p>
          <a:p>
            <a:pPr marL="255588" indent="-255588"/>
            <a:r>
              <a:rPr lang="en-US" dirty="0"/>
              <a:t>Uses only one transistor per bit so it achieves the high density of EPROM</a:t>
            </a:r>
          </a:p>
        </p:txBody>
      </p:sp>
    </p:spTree>
    <p:extLst>
      <p:ext uri="{BB962C8B-B14F-4D97-AF65-F5344CB8AC3E}">
        <p14:creationId xmlns:p14="http://schemas.microsoft.com/office/powerpoint/2010/main" val="16321158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8"/>
          <p:cNvSpPr>
            <a:spLocks noGrp="1"/>
          </p:cNvSpPr>
          <p:nvPr>
            <p:ph type="title"/>
          </p:nvPr>
        </p:nvSpPr>
        <p:spPr>
          <a:xfrm>
            <a:off x="447964" y="198165"/>
            <a:ext cx="8516524" cy="1111267"/>
          </a:xfrm>
        </p:spPr>
        <p:txBody>
          <a:bodyPr/>
          <a:lstStyle/>
          <a:p>
            <a:br>
              <a:rPr lang="en-US" sz="3200" dirty="0"/>
            </a:br>
            <a:r>
              <a:rPr lang="en-US" sz="3200" dirty="0"/>
              <a:t>Flash Memory Operation</a:t>
            </a:r>
            <a:endParaRPr lang="en-IN" sz="3200" dirty="0"/>
          </a:p>
        </p:txBody>
      </p:sp>
      <p:pic>
        <p:nvPicPr>
          <p:cNvPr id="3" name="Picture 2" descr="Diagram a represents transistor structure, with a P layer substrate and two N layers. N +, drain, at the top left, and N +, source, at the top right of the substrate. A control gate is over the p + substrate layer. Diagram b represents a flash memory cell in one state. A floating gate lies between the control gate and the p + substrate layer. Diagram c illustrates the flash memory cell in zero state. Holes are present above the control gate, and electrons are between the control gate and the p+ substrate." title="Three diagrams a, b, and c, depict flash memory operation."/>
          <p:cNvPicPr>
            <a:picLocks noChangeAspect="1"/>
          </p:cNvPicPr>
          <p:nvPr/>
        </p:nvPicPr>
        <p:blipFill rotWithShape="1">
          <a:blip r:embed="rId3">
            <a:extLst>
              <a:ext uri="{28A0092B-C50C-407E-A947-70E740481C1C}">
                <a14:useLocalDpi xmlns:a14="http://schemas.microsoft.com/office/drawing/2010/main" val="0"/>
              </a:ext>
            </a:extLst>
          </a:blip>
          <a:srcRect l="9175" t="21417" r="8606" b="40165"/>
          <a:stretch/>
        </p:blipFill>
        <p:spPr>
          <a:xfrm>
            <a:off x="791580" y="1449435"/>
            <a:ext cx="7560840" cy="4571853"/>
          </a:xfrm>
          <a:prstGeom prst="rect">
            <a:avLst/>
          </a:prstGeom>
        </p:spPr>
      </p:pic>
    </p:spTree>
    <p:extLst>
      <p:ext uri="{BB962C8B-B14F-4D97-AF65-F5344CB8AC3E}">
        <p14:creationId xmlns:p14="http://schemas.microsoft.com/office/powerpoint/2010/main" val="22073544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8"/>
          <p:cNvSpPr>
            <a:spLocks noGrp="1"/>
          </p:cNvSpPr>
          <p:nvPr>
            <p:ph type="title"/>
          </p:nvPr>
        </p:nvSpPr>
        <p:spPr>
          <a:xfrm>
            <a:off x="447964" y="198165"/>
            <a:ext cx="8516524" cy="1111267"/>
          </a:xfrm>
        </p:spPr>
        <p:txBody>
          <a:bodyPr/>
          <a:lstStyle/>
          <a:p>
            <a:r>
              <a:rPr lang="en-US" sz="3200" dirty="0"/>
              <a:t>Figure 6.18 </a:t>
            </a:r>
            <a:br>
              <a:rPr lang="en-US" sz="3200" dirty="0"/>
            </a:br>
            <a:r>
              <a:rPr lang="en-US" sz="3200" dirty="0"/>
              <a:t>Flash Memory Structures</a:t>
            </a:r>
            <a:endParaRPr lang="en-IN" sz="3200" dirty="0"/>
          </a:p>
        </p:txBody>
      </p:sp>
      <p:pic>
        <p:nvPicPr>
          <p:cNvPr id="3" name="Picture 2" descr="Diagram A illustrates a N O R flash structure. A set of 6 transistor cells are connected in parallel to bit lines. The word line inputs, arranged from left to right, range from word line 0 to word line 5 in increments of 1. Word line 1 is selected and is accessed by a memory cell. Diagram b illustrates N A N D flash structure. A set of 10 transistors is connected in series to a bit line. A ground select transistor and bit line select transistor are present at the left and right ends. The word lines range from word line 0 to word line 7 from the left after the ground select transistor. Word line 1 is selected and accessed by the memory cell." title="Two diagrams, a and b, depict flash memory structure."/>
          <p:cNvPicPr>
            <a:picLocks noChangeAspect="1"/>
          </p:cNvPicPr>
          <p:nvPr/>
        </p:nvPicPr>
        <p:blipFill rotWithShape="1">
          <a:blip r:embed="rId3">
            <a:extLst>
              <a:ext uri="{28A0092B-C50C-407E-A947-70E740481C1C}">
                <a14:useLocalDpi xmlns:a14="http://schemas.microsoft.com/office/drawing/2010/main" val="0"/>
              </a:ext>
            </a:extLst>
          </a:blip>
          <a:srcRect l="3271" t="24589" r="4145" b="26880"/>
          <a:stretch/>
        </p:blipFill>
        <p:spPr>
          <a:xfrm>
            <a:off x="888856" y="1240438"/>
            <a:ext cx="7366289" cy="4996874"/>
          </a:xfrm>
          <a:prstGeom prst="rect">
            <a:avLst/>
          </a:prstGeom>
        </p:spPr>
      </p:pic>
    </p:spTree>
    <p:extLst>
      <p:ext uri="{BB962C8B-B14F-4D97-AF65-F5344CB8AC3E}">
        <p14:creationId xmlns:p14="http://schemas.microsoft.com/office/powerpoint/2010/main" val="39596978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8"/>
          <p:cNvSpPr>
            <a:spLocks noGrp="1"/>
          </p:cNvSpPr>
          <p:nvPr>
            <p:ph type="title"/>
          </p:nvPr>
        </p:nvSpPr>
        <p:spPr>
          <a:xfrm>
            <a:off x="447964" y="198165"/>
            <a:ext cx="8516524" cy="1111267"/>
          </a:xfrm>
        </p:spPr>
        <p:txBody>
          <a:bodyPr/>
          <a:lstStyle/>
          <a:p>
            <a:r>
              <a:rPr lang="en-US" sz="3200" dirty="0"/>
              <a:t>Figure 6.19</a:t>
            </a:r>
            <a:br>
              <a:rPr lang="en-US" sz="3200" dirty="0"/>
            </a:br>
            <a:r>
              <a:rPr lang="en-US" sz="3200" dirty="0" err="1"/>
              <a:t>Kiviat</a:t>
            </a:r>
            <a:r>
              <a:rPr lang="en-US" sz="3200" dirty="0"/>
              <a:t> Graphs for Flash Memory</a:t>
            </a:r>
            <a:endParaRPr lang="en-IN" sz="3200" dirty="0"/>
          </a:p>
        </p:txBody>
      </p:sp>
      <p:pic>
        <p:nvPicPr>
          <p:cNvPr id="3" name="Picture 2" descr="The variables in both diagrams are laid out at equal angular intervals within a circle moving clockwise. They read as follows. Active power, standby power, cost per bit, file storage use, code execution, capacity, write speed and read speed. Diagram a represents a k i v i a t graph for N O R flash memory. The shape around the circumference of the circle provides high speed access, high read speed, high standby power, and high code execution. Diagram b represents the flash memory of N A N D. N A N D provides high bit density, high in both read and write operations, active power, and low cost per bit." title="Two diagrams, a and b, illustrate k i v i a t graphs for flash memory."/>
          <p:cNvPicPr>
            <a:picLocks noChangeAspect="1"/>
          </p:cNvPicPr>
          <p:nvPr/>
        </p:nvPicPr>
        <p:blipFill rotWithShape="1">
          <a:blip r:embed="rId3">
            <a:extLst>
              <a:ext uri="{28A0092B-C50C-407E-A947-70E740481C1C}">
                <a14:useLocalDpi xmlns:a14="http://schemas.microsoft.com/office/drawing/2010/main" val="0"/>
              </a:ext>
            </a:extLst>
          </a:blip>
          <a:srcRect l="3321" t="22050" r="4104" b="40161"/>
          <a:stretch/>
        </p:blipFill>
        <p:spPr>
          <a:xfrm>
            <a:off x="482600" y="1412775"/>
            <a:ext cx="8178800" cy="4320481"/>
          </a:xfrm>
          <a:prstGeom prst="rect">
            <a:avLst/>
          </a:prstGeom>
        </p:spPr>
      </p:pic>
    </p:spTree>
    <p:extLst>
      <p:ext uri="{BB962C8B-B14F-4D97-AF65-F5344CB8AC3E}">
        <p14:creationId xmlns:p14="http://schemas.microsoft.com/office/powerpoint/2010/main" val="36109545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8"/>
          <p:cNvSpPr>
            <a:spLocks noGrp="1"/>
          </p:cNvSpPr>
          <p:nvPr>
            <p:ph type="title"/>
          </p:nvPr>
        </p:nvSpPr>
        <p:spPr>
          <a:xfrm>
            <a:off x="447964" y="198165"/>
            <a:ext cx="8588532" cy="1111267"/>
          </a:xfrm>
        </p:spPr>
        <p:txBody>
          <a:bodyPr/>
          <a:lstStyle/>
          <a:p>
            <a:r>
              <a:rPr lang="en-US" sz="3200" dirty="0"/>
              <a:t>Figure 6.20 </a:t>
            </a:r>
            <a:br>
              <a:rPr lang="en-US" sz="3200" dirty="0"/>
            </a:br>
            <a:r>
              <a:rPr lang="en-US" sz="3200" dirty="0"/>
              <a:t>Nonvolatile RAM within the Memory Hierarchy</a:t>
            </a:r>
            <a:endParaRPr lang="en-IN" sz="3200" dirty="0"/>
          </a:p>
        </p:txBody>
      </p:sp>
      <p:pic>
        <p:nvPicPr>
          <p:cNvPr id="3" name="Picture 2" descr="A set of 4 layers in the hierarchy from top to bottom reads, S R A M, D R A M, N A N D flash, and hard disk. S R A M and half of D R A M is marked S T T R A M. A D R A M and half of the N A N D flash layer is marked as P C R A M. Hard disk and half of the N A N D flash layer are marked R E R A M. From top to bottom, the layers provide decreasing cost per bit and increasing capacity or density. From bottom to top, layers provides increasing performance and endurance." title="A diagram illustrates non volatile RAM within the memory hierarchy."/>
          <p:cNvPicPr>
            <a:picLocks noChangeAspect="1"/>
          </p:cNvPicPr>
          <p:nvPr/>
        </p:nvPicPr>
        <p:blipFill rotWithShape="1">
          <a:blip r:embed="rId3">
            <a:extLst>
              <a:ext uri="{28A0092B-C50C-407E-A947-70E740481C1C}">
                <a14:useLocalDpi xmlns:a14="http://schemas.microsoft.com/office/drawing/2010/main" val="0"/>
              </a:ext>
            </a:extLst>
          </a:blip>
          <a:srcRect l="6267" t="28260" r="7790" b="19164"/>
          <a:stretch/>
        </p:blipFill>
        <p:spPr>
          <a:xfrm>
            <a:off x="1331640" y="1276322"/>
            <a:ext cx="6480720" cy="5130569"/>
          </a:xfrm>
          <a:prstGeom prst="rect">
            <a:avLst/>
          </a:prstGeom>
        </p:spPr>
      </p:pic>
    </p:spTree>
    <p:extLst>
      <p:ext uri="{BB962C8B-B14F-4D97-AF65-F5344CB8AC3E}">
        <p14:creationId xmlns:p14="http://schemas.microsoft.com/office/powerpoint/2010/main" val="19447309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8"/>
          <p:cNvSpPr>
            <a:spLocks noGrp="1"/>
          </p:cNvSpPr>
          <p:nvPr>
            <p:ph type="title"/>
          </p:nvPr>
        </p:nvSpPr>
        <p:spPr>
          <a:xfrm>
            <a:off x="447964" y="198165"/>
            <a:ext cx="8588532" cy="1111267"/>
          </a:xfrm>
        </p:spPr>
        <p:txBody>
          <a:bodyPr/>
          <a:lstStyle/>
          <a:p>
            <a:r>
              <a:rPr lang="fr-FR" sz="3200" dirty="0"/>
              <a:t>Figure 6.21</a:t>
            </a:r>
            <a:br>
              <a:rPr lang="fr-FR" sz="3200" dirty="0"/>
            </a:br>
            <a:r>
              <a:rPr lang="fr-FR" sz="3200" dirty="0" err="1"/>
              <a:t>Nonvolatile</a:t>
            </a:r>
            <a:r>
              <a:rPr lang="fr-FR" sz="3200" dirty="0"/>
              <a:t> RAM Technologies</a:t>
            </a:r>
            <a:endParaRPr lang="en-IN" sz="3200" dirty="0"/>
          </a:p>
        </p:txBody>
      </p:sp>
      <p:pic>
        <p:nvPicPr>
          <p:cNvPr id="3" name="Picture 2" descr="Diagram A represents an S T T R A M. A set of two structures are presented for binary 0 and binary 1. A bit line at the top is followed by a perpendicular magnetic layer, an interface layer, an insulating layer, an interface layer, and a perpendicular magnetic layer. The bottom of the structure contains the base electrode. During electrical current conduction, the direction of magnetization from both magnetic layers tends toward the insulating layer in binary 0. During electric current conduction for binary 1, the direction of magnetization is upwards from both magnetic layers. In both diagrams, the magnetic and interface layer at the top are marked, free layer. The magnetic layer at bottom and the interface layer are marked reference layer. Diagram b represents P C R A M. A set of two electrodes are at the top and bottom of the structure. A polycrystalline chalcogenide layer exists below the top electrode layer. A heater is set within insulator layers above the bottom electrode. In a given situation, a circle layer of amorphous chalcogenide is formed over the polycrystalline chalcogenide layer. Diagram c represents R E R A M with reduction at low resistance and oxidation at high resistance. A set of two electrodes are at the top and bottom of the structure. Below the top electrode, a filament is enclosed within two insulator layers. A metal oxide layer is above the bottom electrode. At low resistance, a reduction occurs at the filament layer. At high resistance, oxidation occurs at the filament layer below the top electrode. " title="Three diagrams, a, b, and c, illustrate non-volatile R A M technologies."/>
          <p:cNvPicPr>
            <a:picLocks noChangeAspect="1"/>
          </p:cNvPicPr>
          <p:nvPr/>
        </p:nvPicPr>
        <p:blipFill rotWithShape="1">
          <a:blip r:embed="rId3">
            <a:extLst>
              <a:ext uri="{28A0092B-C50C-407E-A947-70E740481C1C}">
                <a14:useLocalDpi xmlns:a14="http://schemas.microsoft.com/office/drawing/2010/main" val="0"/>
              </a:ext>
            </a:extLst>
          </a:blip>
          <a:srcRect l="6606" t="2751" r="3712" b="14300"/>
          <a:stretch/>
        </p:blipFill>
        <p:spPr>
          <a:xfrm>
            <a:off x="2411760" y="1254144"/>
            <a:ext cx="4320480" cy="5171484"/>
          </a:xfrm>
          <a:prstGeom prst="rect">
            <a:avLst/>
          </a:prstGeom>
        </p:spPr>
      </p:pic>
    </p:spTree>
    <p:extLst>
      <p:ext uri="{BB962C8B-B14F-4D97-AF65-F5344CB8AC3E}">
        <p14:creationId xmlns:p14="http://schemas.microsoft.com/office/powerpoint/2010/main" val="34379108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9584</TotalTime>
  <Words>3187</Words>
  <Application>Microsoft Office PowerPoint</Application>
  <PresentationFormat>On-screen Show (4:3)</PresentationFormat>
  <Paragraphs>348</Paragraphs>
  <Slides>35</Slides>
  <Notes>12</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35</vt:i4>
      </vt:variant>
    </vt:vector>
  </HeadingPairs>
  <TitlesOfParts>
    <vt:vector size="44" baseType="lpstr">
      <vt:lpstr>Noto Sans Symbols</vt:lpstr>
      <vt:lpstr>Arial</vt:lpstr>
      <vt:lpstr>Calibri</vt:lpstr>
      <vt:lpstr>Calibri Light</vt:lpstr>
      <vt:lpstr>Cambria Math</vt:lpstr>
      <vt:lpstr>Times New Roman</vt:lpstr>
      <vt:lpstr>Verdana</vt:lpstr>
      <vt:lpstr>Office Theme</vt:lpstr>
      <vt:lpstr>2_508 Lecture</vt:lpstr>
      <vt:lpstr>William Stallings  Computer Organization  and Architecture 7th Edition</vt:lpstr>
      <vt:lpstr>Big Picture Motivation</vt:lpstr>
      <vt:lpstr>Memory Cell Operation</vt:lpstr>
      <vt:lpstr>Semiconductor Memory Types</vt:lpstr>
      <vt:lpstr>RAM</vt:lpstr>
      <vt:lpstr>Types of RAM (DRAM)</vt:lpstr>
      <vt:lpstr>DRAM Operation</vt:lpstr>
      <vt:lpstr>Types of RAM (SRAM)</vt:lpstr>
      <vt:lpstr>Static RAM Operation</vt:lpstr>
      <vt:lpstr>SRAM v DRAM</vt:lpstr>
      <vt:lpstr>Read Only Memory (ROM)</vt:lpstr>
      <vt:lpstr>Types of ROM</vt:lpstr>
      <vt:lpstr>Types of ROM</vt:lpstr>
      <vt:lpstr>Typical 16 Mb DRAM (4M x 4)</vt:lpstr>
      <vt:lpstr>Organisation in detail</vt:lpstr>
      <vt:lpstr>Refreshing</vt:lpstr>
      <vt:lpstr>Packaging</vt:lpstr>
      <vt:lpstr>256kByte Module  Organisation</vt:lpstr>
      <vt:lpstr>1MByte Module Organisation</vt:lpstr>
      <vt:lpstr>Error Correction</vt:lpstr>
      <vt:lpstr>Error Correcting Code Function</vt:lpstr>
      <vt:lpstr>Advanced DRAM Organization</vt:lpstr>
      <vt:lpstr>Synchronous DRAM (SDRAM)</vt:lpstr>
      <vt:lpstr>256-Mb Synchronous Dynamic RAM (SDRAM)</vt:lpstr>
      <vt:lpstr>SDRAM Pin Assignments</vt:lpstr>
      <vt:lpstr> SDRAM Read Timing (burst length = 4, ¯CAS latency = 2)</vt:lpstr>
      <vt:lpstr>Double Data Rate SDRAM  (DDR SDRAM)</vt:lpstr>
      <vt:lpstr> DDR Characteristics</vt:lpstr>
      <vt:lpstr> DDR Generations</vt:lpstr>
      <vt:lpstr>Flash Memory</vt:lpstr>
      <vt:lpstr> Flash Memory Operation</vt:lpstr>
      <vt:lpstr>Figure 6.18  Flash Memory Structures</vt:lpstr>
      <vt:lpstr>Figure 6.19 Kiviat Graphs for Flash Memory</vt:lpstr>
      <vt:lpstr>Figure 6.20  Nonvolatile RAM within the Memory Hierarchy</vt:lpstr>
      <vt:lpstr>Figure 6.21 Nonvolatile RAM Technologies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William Stallings  Computer Organization  and Architecture 7th Edition</dc:title>
  <dc:creator>TEY KOK SOON</dc:creator>
  <cp:lastModifiedBy>TEY KOK SOON</cp:lastModifiedBy>
  <cp:revision>6</cp:revision>
  <dcterms:created xsi:type="dcterms:W3CDTF">2017-03-20T01:40:21Z</dcterms:created>
  <dcterms:modified xsi:type="dcterms:W3CDTF">2020-04-26T09:39:50Z</dcterms:modified>
</cp:coreProperties>
</file>