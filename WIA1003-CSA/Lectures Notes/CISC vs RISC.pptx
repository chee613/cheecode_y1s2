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6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E4010B-63A9-4571-B4BA-6EAEF7EFE580}" v="1" dt="2020-06-19T07:37:44.3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70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Y KOK SOON" userId="b38fed35-100c-4369-8b34-69adb96b726a" providerId="ADAL" clId="{87E4010B-63A9-4571-B4BA-6EAEF7EFE580}"/>
    <pc:docChg chg="modSld">
      <pc:chgData name="TEY KOK SOON" userId="b38fed35-100c-4369-8b34-69adb96b726a" providerId="ADAL" clId="{87E4010B-63A9-4571-B4BA-6EAEF7EFE580}" dt="2020-06-19T07:37:44.387" v="0"/>
      <pc:docMkLst>
        <pc:docMk/>
      </pc:docMkLst>
      <pc:sldChg chg="delSp modTransition modAnim">
        <pc:chgData name="TEY KOK SOON" userId="b38fed35-100c-4369-8b34-69adb96b726a" providerId="ADAL" clId="{87E4010B-63A9-4571-B4BA-6EAEF7EFE580}" dt="2020-06-19T07:37:44.387" v="0"/>
        <pc:sldMkLst>
          <pc:docMk/>
          <pc:sldMk cId="3801512667" sldId="256"/>
        </pc:sldMkLst>
        <pc:picChg chg="del">
          <ac:chgData name="TEY KOK SOON" userId="b38fed35-100c-4369-8b34-69adb96b726a" providerId="ADAL" clId="{87E4010B-63A9-4571-B4BA-6EAEF7EFE580}" dt="2020-06-19T07:37:44.387" v="0"/>
          <ac:picMkLst>
            <pc:docMk/>
            <pc:sldMk cId="3801512667" sldId="256"/>
            <ac:picMk id="4" creationId="{9624E432-9F7E-49CC-9B23-5CE31CCA78DE}"/>
          </ac:picMkLst>
        </pc:picChg>
      </pc:sldChg>
      <pc:sldChg chg="delSp modTransition modAnim">
        <pc:chgData name="TEY KOK SOON" userId="b38fed35-100c-4369-8b34-69adb96b726a" providerId="ADAL" clId="{87E4010B-63A9-4571-B4BA-6EAEF7EFE580}" dt="2020-06-19T07:37:44.387" v="0"/>
        <pc:sldMkLst>
          <pc:docMk/>
          <pc:sldMk cId="1986301792" sldId="257"/>
        </pc:sldMkLst>
        <pc:picChg chg="del">
          <ac:chgData name="TEY KOK SOON" userId="b38fed35-100c-4369-8b34-69adb96b726a" providerId="ADAL" clId="{87E4010B-63A9-4571-B4BA-6EAEF7EFE580}" dt="2020-06-19T07:37:44.387" v="0"/>
          <ac:picMkLst>
            <pc:docMk/>
            <pc:sldMk cId="1986301792" sldId="257"/>
            <ac:picMk id="5" creationId="{2E886073-1599-4B5B-8FF9-D09F4D195DC2}"/>
          </ac:picMkLst>
        </pc:picChg>
        <pc:inkChg chg="del">
          <ac:chgData name="TEY KOK SOON" userId="b38fed35-100c-4369-8b34-69adb96b726a" providerId="ADAL" clId="{87E4010B-63A9-4571-B4BA-6EAEF7EFE580}" dt="2020-06-19T07:37:44.387" v="0"/>
          <ac:inkMkLst>
            <pc:docMk/>
            <pc:sldMk cId="1986301792" sldId="257"/>
            <ac:inkMk id="4" creationId="{BBD1A07C-BAE0-4085-AA58-78DCBC83F44A}"/>
          </ac:inkMkLst>
        </pc:inkChg>
      </pc:sldChg>
      <pc:sldChg chg="delSp modTransition modAnim">
        <pc:chgData name="TEY KOK SOON" userId="b38fed35-100c-4369-8b34-69adb96b726a" providerId="ADAL" clId="{87E4010B-63A9-4571-B4BA-6EAEF7EFE580}" dt="2020-06-19T07:37:44.387" v="0"/>
        <pc:sldMkLst>
          <pc:docMk/>
          <pc:sldMk cId="2343935053" sldId="258"/>
        </pc:sldMkLst>
        <pc:picChg chg="del">
          <ac:chgData name="TEY KOK SOON" userId="b38fed35-100c-4369-8b34-69adb96b726a" providerId="ADAL" clId="{87E4010B-63A9-4571-B4BA-6EAEF7EFE580}" dt="2020-06-19T07:37:44.387" v="0"/>
          <ac:picMkLst>
            <pc:docMk/>
            <pc:sldMk cId="2343935053" sldId="258"/>
            <ac:picMk id="5" creationId="{F2CCDDD6-1C31-41A1-A9AE-CC7A23306FCD}"/>
          </ac:picMkLst>
        </pc:picChg>
        <pc:inkChg chg="del">
          <ac:chgData name="TEY KOK SOON" userId="b38fed35-100c-4369-8b34-69adb96b726a" providerId="ADAL" clId="{87E4010B-63A9-4571-B4BA-6EAEF7EFE580}" dt="2020-06-19T07:37:44.387" v="0"/>
          <ac:inkMkLst>
            <pc:docMk/>
            <pc:sldMk cId="2343935053" sldId="258"/>
            <ac:inkMk id="4" creationId="{55DAC546-237D-4A71-BFAF-BFEFBAFB1FEB}"/>
          </ac:inkMkLst>
        </pc:inkChg>
      </pc:sldChg>
      <pc:sldChg chg="delSp modTransition modAnim">
        <pc:chgData name="TEY KOK SOON" userId="b38fed35-100c-4369-8b34-69adb96b726a" providerId="ADAL" clId="{87E4010B-63A9-4571-B4BA-6EAEF7EFE580}" dt="2020-06-19T07:37:44.387" v="0"/>
        <pc:sldMkLst>
          <pc:docMk/>
          <pc:sldMk cId="1571344656" sldId="259"/>
        </pc:sldMkLst>
        <pc:picChg chg="del">
          <ac:chgData name="TEY KOK SOON" userId="b38fed35-100c-4369-8b34-69adb96b726a" providerId="ADAL" clId="{87E4010B-63A9-4571-B4BA-6EAEF7EFE580}" dt="2020-06-19T07:37:44.387" v="0"/>
          <ac:picMkLst>
            <pc:docMk/>
            <pc:sldMk cId="1571344656" sldId="259"/>
            <ac:picMk id="5" creationId="{53D62B97-EB89-40E3-A789-A85F2F7DB42F}"/>
          </ac:picMkLst>
        </pc:picChg>
        <pc:inkChg chg="del">
          <ac:chgData name="TEY KOK SOON" userId="b38fed35-100c-4369-8b34-69adb96b726a" providerId="ADAL" clId="{87E4010B-63A9-4571-B4BA-6EAEF7EFE580}" dt="2020-06-19T07:37:44.387" v="0"/>
          <ac:inkMkLst>
            <pc:docMk/>
            <pc:sldMk cId="1571344656" sldId="259"/>
            <ac:inkMk id="4" creationId="{79551273-5A44-444E-924C-FACF8BCD161F}"/>
          </ac:inkMkLst>
        </pc:inkChg>
      </pc:sldChg>
      <pc:sldChg chg="delSp modTransition modAnim">
        <pc:chgData name="TEY KOK SOON" userId="b38fed35-100c-4369-8b34-69adb96b726a" providerId="ADAL" clId="{87E4010B-63A9-4571-B4BA-6EAEF7EFE580}" dt="2020-06-19T07:37:44.387" v="0"/>
        <pc:sldMkLst>
          <pc:docMk/>
          <pc:sldMk cId="205161881" sldId="260"/>
        </pc:sldMkLst>
        <pc:picChg chg="del">
          <ac:chgData name="TEY KOK SOON" userId="b38fed35-100c-4369-8b34-69adb96b726a" providerId="ADAL" clId="{87E4010B-63A9-4571-B4BA-6EAEF7EFE580}" dt="2020-06-19T07:37:44.387" v="0"/>
          <ac:picMkLst>
            <pc:docMk/>
            <pc:sldMk cId="205161881" sldId="260"/>
            <ac:picMk id="5" creationId="{9FBBB3A1-C6FB-4E14-915C-C1C96C775B33}"/>
          </ac:picMkLst>
        </pc:picChg>
        <pc:inkChg chg="del">
          <ac:chgData name="TEY KOK SOON" userId="b38fed35-100c-4369-8b34-69adb96b726a" providerId="ADAL" clId="{87E4010B-63A9-4571-B4BA-6EAEF7EFE580}" dt="2020-06-19T07:37:44.387" v="0"/>
          <ac:inkMkLst>
            <pc:docMk/>
            <pc:sldMk cId="205161881" sldId="260"/>
            <ac:inkMk id="4" creationId="{38236C5F-02BF-4703-84C2-455C8E5E283A}"/>
          </ac:inkMkLst>
        </pc:inkChg>
      </pc:sldChg>
      <pc:sldChg chg="delSp modTransition modAnim">
        <pc:chgData name="TEY KOK SOON" userId="b38fed35-100c-4369-8b34-69adb96b726a" providerId="ADAL" clId="{87E4010B-63A9-4571-B4BA-6EAEF7EFE580}" dt="2020-06-19T07:37:44.387" v="0"/>
        <pc:sldMkLst>
          <pc:docMk/>
          <pc:sldMk cId="2488266483" sldId="261"/>
        </pc:sldMkLst>
        <pc:picChg chg="del">
          <ac:chgData name="TEY KOK SOON" userId="b38fed35-100c-4369-8b34-69adb96b726a" providerId="ADAL" clId="{87E4010B-63A9-4571-B4BA-6EAEF7EFE580}" dt="2020-06-19T07:37:44.387" v="0"/>
          <ac:picMkLst>
            <pc:docMk/>
            <pc:sldMk cId="2488266483" sldId="261"/>
            <ac:picMk id="4" creationId="{BF3ADD52-6A19-427F-AF1D-BDB3218D126E}"/>
          </ac:picMkLst>
        </pc:picChg>
      </pc:sldChg>
      <pc:sldChg chg="delSp modTransition modAnim">
        <pc:chgData name="TEY KOK SOON" userId="b38fed35-100c-4369-8b34-69adb96b726a" providerId="ADAL" clId="{87E4010B-63A9-4571-B4BA-6EAEF7EFE580}" dt="2020-06-19T07:37:44.387" v="0"/>
        <pc:sldMkLst>
          <pc:docMk/>
          <pc:sldMk cId="1651979119" sldId="262"/>
        </pc:sldMkLst>
        <pc:picChg chg="del">
          <ac:chgData name="TEY KOK SOON" userId="b38fed35-100c-4369-8b34-69adb96b726a" providerId="ADAL" clId="{87E4010B-63A9-4571-B4BA-6EAEF7EFE580}" dt="2020-06-19T07:37:44.387" v="0"/>
          <ac:picMkLst>
            <pc:docMk/>
            <pc:sldMk cId="1651979119" sldId="262"/>
            <ac:picMk id="5" creationId="{D4965E50-5A59-4F9A-9876-DE2FA4A96200}"/>
          </ac:picMkLst>
        </pc:picChg>
        <pc:inkChg chg="del">
          <ac:chgData name="TEY KOK SOON" userId="b38fed35-100c-4369-8b34-69adb96b726a" providerId="ADAL" clId="{87E4010B-63A9-4571-B4BA-6EAEF7EFE580}" dt="2020-06-19T07:37:44.387" v="0"/>
          <ac:inkMkLst>
            <pc:docMk/>
            <pc:sldMk cId="1651979119" sldId="262"/>
            <ac:inkMk id="4" creationId="{EB5281BB-A0A2-428F-871F-6AEDB90A96B5}"/>
          </ac:inkMkLst>
        </pc:inkChg>
      </pc:sldChg>
      <pc:sldChg chg="delSp modTransition modAnim">
        <pc:chgData name="TEY KOK SOON" userId="b38fed35-100c-4369-8b34-69adb96b726a" providerId="ADAL" clId="{87E4010B-63A9-4571-B4BA-6EAEF7EFE580}" dt="2020-06-19T07:37:44.387" v="0"/>
        <pc:sldMkLst>
          <pc:docMk/>
          <pc:sldMk cId="3295589115" sldId="263"/>
        </pc:sldMkLst>
        <pc:picChg chg="del">
          <ac:chgData name="TEY KOK SOON" userId="b38fed35-100c-4369-8b34-69adb96b726a" providerId="ADAL" clId="{87E4010B-63A9-4571-B4BA-6EAEF7EFE580}" dt="2020-06-19T07:37:44.387" v="0"/>
          <ac:picMkLst>
            <pc:docMk/>
            <pc:sldMk cId="3295589115" sldId="263"/>
            <ac:picMk id="5" creationId="{360D0C4D-5636-463F-AFDF-3CDEAC5F8082}"/>
          </ac:picMkLst>
        </pc:picChg>
        <pc:inkChg chg="del">
          <ac:chgData name="TEY KOK SOON" userId="b38fed35-100c-4369-8b34-69adb96b726a" providerId="ADAL" clId="{87E4010B-63A9-4571-B4BA-6EAEF7EFE580}" dt="2020-06-19T07:37:44.387" v="0"/>
          <ac:inkMkLst>
            <pc:docMk/>
            <pc:sldMk cId="3295589115" sldId="263"/>
            <ac:inkMk id="4" creationId="{1E2C0DAE-11E3-4BF0-A310-88EFAE3E31E8}"/>
          </ac:inkMkLst>
        </pc:inkChg>
      </pc:sldChg>
      <pc:sldChg chg="delSp modTransition modAnim">
        <pc:chgData name="TEY KOK SOON" userId="b38fed35-100c-4369-8b34-69adb96b726a" providerId="ADAL" clId="{87E4010B-63A9-4571-B4BA-6EAEF7EFE580}" dt="2020-06-19T07:37:44.387" v="0"/>
        <pc:sldMkLst>
          <pc:docMk/>
          <pc:sldMk cId="997858968" sldId="264"/>
        </pc:sldMkLst>
        <pc:picChg chg="del">
          <ac:chgData name="TEY KOK SOON" userId="b38fed35-100c-4369-8b34-69adb96b726a" providerId="ADAL" clId="{87E4010B-63A9-4571-B4BA-6EAEF7EFE580}" dt="2020-06-19T07:37:44.387" v="0"/>
          <ac:picMkLst>
            <pc:docMk/>
            <pc:sldMk cId="997858968" sldId="264"/>
            <ac:picMk id="5" creationId="{F6BDB48B-710C-4D1C-9C98-D58C43710A88}"/>
          </ac:picMkLst>
        </pc:picChg>
        <pc:inkChg chg="del">
          <ac:chgData name="TEY KOK SOON" userId="b38fed35-100c-4369-8b34-69adb96b726a" providerId="ADAL" clId="{87E4010B-63A9-4571-B4BA-6EAEF7EFE580}" dt="2020-06-19T07:37:44.387" v="0"/>
          <ac:inkMkLst>
            <pc:docMk/>
            <pc:sldMk cId="997858968" sldId="264"/>
            <ac:inkMk id="4" creationId="{1F159CB9-9DA5-47A3-87EF-8E63D9DB9BDF}"/>
          </ac:inkMkLst>
        </pc:inkChg>
      </pc:sldChg>
      <pc:sldChg chg="delSp modTransition modAnim">
        <pc:chgData name="TEY KOK SOON" userId="b38fed35-100c-4369-8b34-69adb96b726a" providerId="ADAL" clId="{87E4010B-63A9-4571-B4BA-6EAEF7EFE580}" dt="2020-06-19T07:37:44.387" v="0"/>
        <pc:sldMkLst>
          <pc:docMk/>
          <pc:sldMk cId="4028866241" sldId="265"/>
        </pc:sldMkLst>
        <pc:picChg chg="del">
          <ac:chgData name="TEY KOK SOON" userId="b38fed35-100c-4369-8b34-69adb96b726a" providerId="ADAL" clId="{87E4010B-63A9-4571-B4BA-6EAEF7EFE580}" dt="2020-06-19T07:37:44.387" v="0"/>
          <ac:picMkLst>
            <pc:docMk/>
            <pc:sldMk cId="4028866241" sldId="265"/>
            <ac:picMk id="6" creationId="{9860EA83-6AC4-48D1-8A7E-D93477ADD11F}"/>
          </ac:picMkLst>
        </pc:picChg>
        <pc:inkChg chg="del">
          <ac:chgData name="TEY KOK SOON" userId="b38fed35-100c-4369-8b34-69adb96b726a" providerId="ADAL" clId="{87E4010B-63A9-4571-B4BA-6EAEF7EFE580}" dt="2020-06-19T07:37:44.387" v="0"/>
          <ac:inkMkLst>
            <pc:docMk/>
            <pc:sldMk cId="4028866241" sldId="265"/>
            <ac:inkMk id="5" creationId="{7274A39C-854E-46E7-BF3D-E11F93BC8711}"/>
          </ac:inkMkLst>
        </pc:inkChg>
      </pc:sldChg>
      <pc:sldChg chg="delSp modTransition modAnim">
        <pc:chgData name="TEY KOK SOON" userId="b38fed35-100c-4369-8b34-69adb96b726a" providerId="ADAL" clId="{87E4010B-63A9-4571-B4BA-6EAEF7EFE580}" dt="2020-06-19T07:37:44.387" v="0"/>
        <pc:sldMkLst>
          <pc:docMk/>
          <pc:sldMk cId="3434706306" sldId="266"/>
        </pc:sldMkLst>
        <pc:picChg chg="del">
          <ac:chgData name="TEY KOK SOON" userId="b38fed35-100c-4369-8b34-69adb96b726a" providerId="ADAL" clId="{87E4010B-63A9-4571-B4BA-6EAEF7EFE580}" dt="2020-06-19T07:37:44.387" v="0"/>
          <ac:picMkLst>
            <pc:docMk/>
            <pc:sldMk cId="3434706306" sldId="266"/>
            <ac:picMk id="6" creationId="{FD24BB24-8507-477A-844A-10F71CBF31AA}"/>
          </ac:picMkLst>
        </pc:picChg>
        <pc:inkChg chg="del">
          <ac:chgData name="TEY KOK SOON" userId="b38fed35-100c-4369-8b34-69adb96b726a" providerId="ADAL" clId="{87E4010B-63A9-4571-B4BA-6EAEF7EFE580}" dt="2020-06-19T07:37:44.387" v="0"/>
          <ac:inkMkLst>
            <pc:docMk/>
            <pc:sldMk cId="3434706306" sldId="266"/>
            <ac:inkMk id="5" creationId="{A71C7BEA-5E49-4B42-B5B8-EC86D6EC570B}"/>
          </ac:inkMkLst>
        </pc:inkChg>
      </pc:sldChg>
      <pc:sldChg chg="delSp modTransition modAnim">
        <pc:chgData name="TEY KOK SOON" userId="b38fed35-100c-4369-8b34-69adb96b726a" providerId="ADAL" clId="{87E4010B-63A9-4571-B4BA-6EAEF7EFE580}" dt="2020-06-19T07:37:44.387" v="0"/>
        <pc:sldMkLst>
          <pc:docMk/>
          <pc:sldMk cId="745952315" sldId="267"/>
        </pc:sldMkLst>
        <pc:picChg chg="del">
          <ac:chgData name="TEY KOK SOON" userId="b38fed35-100c-4369-8b34-69adb96b726a" providerId="ADAL" clId="{87E4010B-63A9-4571-B4BA-6EAEF7EFE580}" dt="2020-06-19T07:37:44.387" v="0"/>
          <ac:picMkLst>
            <pc:docMk/>
            <pc:sldMk cId="745952315" sldId="267"/>
            <ac:picMk id="9" creationId="{DA22CAC1-D188-40D2-894A-0FE4974C0743}"/>
          </ac:picMkLst>
        </pc:picChg>
        <pc:inkChg chg="del">
          <ac:chgData name="TEY KOK SOON" userId="b38fed35-100c-4369-8b34-69adb96b726a" providerId="ADAL" clId="{87E4010B-63A9-4571-B4BA-6EAEF7EFE580}" dt="2020-06-19T07:37:44.387" v="0"/>
          <ac:inkMkLst>
            <pc:docMk/>
            <pc:sldMk cId="745952315" sldId="267"/>
            <ac:inkMk id="8" creationId="{7AECD8AE-06A8-4345-9434-E517796CD73C}"/>
          </ac:inkMkLst>
        </pc:inkChg>
      </pc:sldChg>
      <pc:sldChg chg="delSp modTransition modAnim">
        <pc:chgData name="TEY KOK SOON" userId="b38fed35-100c-4369-8b34-69adb96b726a" providerId="ADAL" clId="{87E4010B-63A9-4571-B4BA-6EAEF7EFE580}" dt="2020-06-19T07:37:44.387" v="0"/>
        <pc:sldMkLst>
          <pc:docMk/>
          <pc:sldMk cId="4031388481" sldId="269"/>
        </pc:sldMkLst>
        <pc:picChg chg="del">
          <ac:chgData name="TEY KOK SOON" userId="b38fed35-100c-4369-8b34-69adb96b726a" providerId="ADAL" clId="{87E4010B-63A9-4571-B4BA-6EAEF7EFE580}" dt="2020-06-19T07:37:44.387" v="0"/>
          <ac:picMkLst>
            <pc:docMk/>
            <pc:sldMk cId="4031388481" sldId="269"/>
            <ac:picMk id="5" creationId="{953E985C-02CB-45FB-9625-57A1B9D104C7}"/>
          </ac:picMkLst>
        </pc:picChg>
        <pc:inkChg chg="del">
          <ac:chgData name="TEY KOK SOON" userId="b38fed35-100c-4369-8b34-69adb96b726a" providerId="ADAL" clId="{87E4010B-63A9-4571-B4BA-6EAEF7EFE580}" dt="2020-06-19T07:37:44.387" v="0"/>
          <ac:inkMkLst>
            <pc:docMk/>
            <pc:sldMk cId="4031388481" sldId="269"/>
            <ac:inkMk id="4" creationId="{9E0259B0-6635-48AB-B362-17BA33FA64B7}"/>
          </ac:inkMkLst>
        </pc:inkChg>
      </pc:sldChg>
      <pc:sldChg chg="delSp modTransition modAnim">
        <pc:chgData name="TEY KOK SOON" userId="b38fed35-100c-4369-8b34-69adb96b726a" providerId="ADAL" clId="{87E4010B-63A9-4571-B4BA-6EAEF7EFE580}" dt="2020-06-19T07:37:44.387" v="0"/>
        <pc:sldMkLst>
          <pc:docMk/>
          <pc:sldMk cId="3889973986" sldId="270"/>
        </pc:sldMkLst>
        <pc:picChg chg="del">
          <ac:chgData name="TEY KOK SOON" userId="b38fed35-100c-4369-8b34-69adb96b726a" providerId="ADAL" clId="{87E4010B-63A9-4571-B4BA-6EAEF7EFE580}" dt="2020-06-19T07:37:44.387" v="0"/>
          <ac:picMkLst>
            <pc:docMk/>
            <pc:sldMk cId="3889973986" sldId="270"/>
            <ac:picMk id="5" creationId="{4E48CE8E-966E-40DA-86D8-23481C211A2A}"/>
          </ac:picMkLst>
        </pc:picChg>
        <pc:inkChg chg="del">
          <ac:chgData name="TEY KOK SOON" userId="b38fed35-100c-4369-8b34-69adb96b726a" providerId="ADAL" clId="{87E4010B-63A9-4571-B4BA-6EAEF7EFE580}" dt="2020-06-19T07:37:44.387" v="0"/>
          <ac:inkMkLst>
            <pc:docMk/>
            <pc:sldMk cId="3889973986" sldId="270"/>
            <ac:inkMk id="4" creationId="{D5167E07-6DE6-48B5-87CA-3DE96BCA24C7}"/>
          </ac:inkMkLst>
        </pc:inkChg>
      </pc:sldChg>
      <pc:sldChg chg="delSp modTransition modAnim">
        <pc:chgData name="TEY KOK SOON" userId="b38fed35-100c-4369-8b34-69adb96b726a" providerId="ADAL" clId="{87E4010B-63A9-4571-B4BA-6EAEF7EFE580}" dt="2020-06-19T07:37:44.387" v="0"/>
        <pc:sldMkLst>
          <pc:docMk/>
          <pc:sldMk cId="1280523756" sldId="271"/>
        </pc:sldMkLst>
        <pc:picChg chg="del">
          <ac:chgData name="TEY KOK SOON" userId="b38fed35-100c-4369-8b34-69adb96b726a" providerId="ADAL" clId="{87E4010B-63A9-4571-B4BA-6EAEF7EFE580}" dt="2020-06-19T07:37:44.387" v="0"/>
          <ac:picMkLst>
            <pc:docMk/>
            <pc:sldMk cId="1280523756" sldId="271"/>
            <ac:picMk id="5" creationId="{116800BE-9927-4FB8-867A-EF1A6AD52E7E}"/>
          </ac:picMkLst>
        </pc:picChg>
        <pc:inkChg chg="del">
          <ac:chgData name="TEY KOK SOON" userId="b38fed35-100c-4369-8b34-69adb96b726a" providerId="ADAL" clId="{87E4010B-63A9-4571-B4BA-6EAEF7EFE580}" dt="2020-06-19T07:37:44.387" v="0"/>
          <ac:inkMkLst>
            <pc:docMk/>
            <pc:sldMk cId="1280523756" sldId="271"/>
            <ac:inkMk id="4" creationId="{29595A13-52C7-4BE8-A0F4-A451A1C55976}"/>
          </ac:inkMkLst>
        </pc:inkChg>
      </pc:sldChg>
      <pc:sldChg chg="delSp modTransition modAnim">
        <pc:chgData name="TEY KOK SOON" userId="b38fed35-100c-4369-8b34-69adb96b726a" providerId="ADAL" clId="{87E4010B-63A9-4571-B4BA-6EAEF7EFE580}" dt="2020-06-19T07:37:44.387" v="0"/>
        <pc:sldMkLst>
          <pc:docMk/>
          <pc:sldMk cId="1564375679" sldId="272"/>
        </pc:sldMkLst>
        <pc:picChg chg="del">
          <ac:chgData name="TEY KOK SOON" userId="b38fed35-100c-4369-8b34-69adb96b726a" providerId="ADAL" clId="{87E4010B-63A9-4571-B4BA-6EAEF7EFE580}" dt="2020-06-19T07:37:44.387" v="0"/>
          <ac:picMkLst>
            <pc:docMk/>
            <pc:sldMk cId="1564375679" sldId="272"/>
            <ac:picMk id="5" creationId="{DD299167-F035-41D3-8467-D3BA593C8630}"/>
          </ac:picMkLst>
        </pc:picChg>
        <pc:inkChg chg="del">
          <ac:chgData name="TEY KOK SOON" userId="b38fed35-100c-4369-8b34-69adb96b726a" providerId="ADAL" clId="{87E4010B-63A9-4571-B4BA-6EAEF7EFE580}" dt="2020-06-19T07:37:44.387" v="0"/>
          <ac:inkMkLst>
            <pc:docMk/>
            <pc:sldMk cId="1564375679" sldId="272"/>
            <ac:inkMk id="4" creationId="{0013A344-7037-48F9-8660-2C078720D580}"/>
          </ac:inkMkLst>
        </pc:inkChg>
      </pc:sldChg>
      <pc:sldChg chg="modTransition">
        <pc:chgData name="TEY KOK SOON" userId="b38fed35-100c-4369-8b34-69adb96b726a" providerId="ADAL" clId="{87E4010B-63A9-4571-B4BA-6EAEF7EFE580}" dt="2020-06-19T07:37:44.387" v="0"/>
        <pc:sldMkLst>
          <pc:docMk/>
          <pc:sldMk cId="3669842857" sldId="273"/>
        </pc:sldMkLst>
      </pc:sldChg>
      <pc:sldChg chg="delSp modTransition modAnim">
        <pc:chgData name="TEY KOK SOON" userId="b38fed35-100c-4369-8b34-69adb96b726a" providerId="ADAL" clId="{87E4010B-63A9-4571-B4BA-6EAEF7EFE580}" dt="2020-06-19T07:37:44.387" v="0"/>
        <pc:sldMkLst>
          <pc:docMk/>
          <pc:sldMk cId="1481052767" sldId="274"/>
        </pc:sldMkLst>
        <pc:picChg chg="del">
          <ac:chgData name="TEY KOK SOON" userId="b38fed35-100c-4369-8b34-69adb96b726a" providerId="ADAL" clId="{87E4010B-63A9-4571-B4BA-6EAEF7EFE580}" dt="2020-06-19T07:37:44.387" v="0"/>
          <ac:picMkLst>
            <pc:docMk/>
            <pc:sldMk cId="1481052767" sldId="274"/>
            <ac:picMk id="5" creationId="{4635FF89-14D7-49B0-B648-6F76DA1671E5}"/>
          </ac:picMkLst>
        </pc:picChg>
        <pc:inkChg chg="del">
          <ac:chgData name="TEY KOK SOON" userId="b38fed35-100c-4369-8b34-69adb96b726a" providerId="ADAL" clId="{87E4010B-63A9-4571-B4BA-6EAEF7EFE580}" dt="2020-06-19T07:37:44.387" v="0"/>
          <ac:inkMkLst>
            <pc:docMk/>
            <pc:sldMk cId="1481052767" sldId="274"/>
            <ac:inkMk id="4" creationId="{425FE9C2-FF10-43AA-834A-34C2B826890D}"/>
          </ac:inkMkLst>
        </pc:inkChg>
      </pc:sldChg>
      <pc:sldChg chg="delSp modTransition modAnim">
        <pc:chgData name="TEY KOK SOON" userId="b38fed35-100c-4369-8b34-69adb96b726a" providerId="ADAL" clId="{87E4010B-63A9-4571-B4BA-6EAEF7EFE580}" dt="2020-06-19T07:37:44.387" v="0"/>
        <pc:sldMkLst>
          <pc:docMk/>
          <pc:sldMk cId="2006381208" sldId="275"/>
        </pc:sldMkLst>
        <pc:picChg chg="del">
          <ac:chgData name="TEY KOK SOON" userId="b38fed35-100c-4369-8b34-69adb96b726a" providerId="ADAL" clId="{87E4010B-63A9-4571-B4BA-6EAEF7EFE580}" dt="2020-06-19T07:37:44.387" v="0"/>
          <ac:picMkLst>
            <pc:docMk/>
            <pc:sldMk cId="2006381208" sldId="275"/>
            <ac:picMk id="5" creationId="{1401D780-44BF-4395-B036-5F90562D4A86}"/>
          </ac:picMkLst>
        </pc:picChg>
        <pc:inkChg chg="del">
          <ac:chgData name="TEY KOK SOON" userId="b38fed35-100c-4369-8b34-69adb96b726a" providerId="ADAL" clId="{87E4010B-63A9-4571-B4BA-6EAEF7EFE580}" dt="2020-06-19T07:37:44.387" v="0"/>
          <ac:inkMkLst>
            <pc:docMk/>
            <pc:sldMk cId="2006381208" sldId="275"/>
            <ac:inkMk id="4" creationId="{28B61B9E-8167-4997-A5E3-1D91F133F0A3}"/>
          </ac:inkMkLst>
        </pc:inkChg>
      </pc:sldChg>
      <pc:sldChg chg="delSp modTransition modAnim">
        <pc:chgData name="TEY KOK SOON" userId="b38fed35-100c-4369-8b34-69adb96b726a" providerId="ADAL" clId="{87E4010B-63A9-4571-B4BA-6EAEF7EFE580}" dt="2020-06-19T07:37:44.387" v="0"/>
        <pc:sldMkLst>
          <pc:docMk/>
          <pc:sldMk cId="4087531452" sldId="276"/>
        </pc:sldMkLst>
        <pc:picChg chg="del">
          <ac:chgData name="TEY KOK SOON" userId="b38fed35-100c-4369-8b34-69adb96b726a" providerId="ADAL" clId="{87E4010B-63A9-4571-B4BA-6EAEF7EFE580}" dt="2020-06-19T07:37:44.387" v="0"/>
          <ac:picMkLst>
            <pc:docMk/>
            <pc:sldMk cId="4087531452" sldId="276"/>
            <ac:picMk id="5" creationId="{6CF523CE-26B6-4DEA-B41F-87DC29C63FBF}"/>
          </ac:picMkLst>
        </pc:picChg>
      </pc:sldChg>
      <pc:sldChg chg="delSp modTransition modAnim">
        <pc:chgData name="TEY KOK SOON" userId="b38fed35-100c-4369-8b34-69adb96b726a" providerId="ADAL" clId="{87E4010B-63A9-4571-B4BA-6EAEF7EFE580}" dt="2020-06-19T07:37:44.387" v="0"/>
        <pc:sldMkLst>
          <pc:docMk/>
          <pc:sldMk cId="833823496" sldId="277"/>
        </pc:sldMkLst>
        <pc:picChg chg="del">
          <ac:chgData name="TEY KOK SOON" userId="b38fed35-100c-4369-8b34-69adb96b726a" providerId="ADAL" clId="{87E4010B-63A9-4571-B4BA-6EAEF7EFE580}" dt="2020-06-19T07:37:44.387" v="0"/>
          <ac:picMkLst>
            <pc:docMk/>
            <pc:sldMk cId="833823496" sldId="277"/>
            <ac:picMk id="5" creationId="{CAC19744-BB29-40AA-B1EA-F5B13950F886}"/>
          </ac:picMkLst>
        </pc:picChg>
        <pc:inkChg chg="del">
          <ac:chgData name="TEY KOK SOON" userId="b38fed35-100c-4369-8b34-69adb96b726a" providerId="ADAL" clId="{87E4010B-63A9-4571-B4BA-6EAEF7EFE580}" dt="2020-06-19T07:37:44.387" v="0"/>
          <ac:inkMkLst>
            <pc:docMk/>
            <pc:sldMk cId="833823496" sldId="277"/>
            <ac:inkMk id="4" creationId="{58121577-85C7-4736-8F00-02705BE5AA0D}"/>
          </ac:inkMkLst>
        </pc:inkChg>
      </pc:sldChg>
      <pc:sldChg chg="delSp modTransition modAnim">
        <pc:chgData name="TEY KOK SOON" userId="b38fed35-100c-4369-8b34-69adb96b726a" providerId="ADAL" clId="{87E4010B-63A9-4571-B4BA-6EAEF7EFE580}" dt="2020-06-19T07:37:44.387" v="0"/>
        <pc:sldMkLst>
          <pc:docMk/>
          <pc:sldMk cId="4245236911" sldId="278"/>
        </pc:sldMkLst>
        <pc:picChg chg="del">
          <ac:chgData name="TEY KOK SOON" userId="b38fed35-100c-4369-8b34-69adb96b726a" providerId="ADAL" clId="{87E4010B-63A9-4571-B4BA-6EAEF7EFE580}" dt="2020-06-19T07:37:44.387" v="0"/>
          <ac:picMkLst>
            <pc:docMk/>
            <pc:sldMk cId="4245236911" sldId="278"/>
            <ac:picMk id="5" creationId="{3CA6EC21-7317-4235-A602-224053C60445}"/>
          </ac:picMkLst>
        </pc:picChg>
        <pc:inkChg chg="del">
          <ac:chgData name="TEY KOK SOON" userId="b38fed35-100c-4369-8b34-69adb96b726a" providerId="ADAL" clId="{87E4010B-63A9-4571-B4BA-6EAEF7EFE580}" dt="2020-06-19T07:37:44.387" v="0"/>
          <ac:inkMkLst>
            <pc:docMk/>
            <pc:sldMk cId="4245236911" sldId="278"/>
            <ac:inkMk id="4" creationId="{1496FCC3-CA94-482E-BA35-4F498EC254B7}"/>
          </ac:inkMkLst>
        </pc:inkChg>
      </pc:sldChg>
      <pc:sldChg chg="delSp modTransition modAnim">
        <pc:chgData name="TEY KOK SOON" userId="b38fed35-100c-4369-8b34-69adb96b726a" providerId="ADAL" clId="{87E4010B-63A9-4571-B4BA-6EAEF7EFE580}" dt="2020-06-19T07:37:44.387" v="0"/>
        <pc:sldMkLst>
          <pc:docMk/>
          <pc:sldMk cId="200772813" sldId="279"/>
        </pc:sldMkLst>
        <pc:picChg chg="del">
          <ac:chgData name="TEY KOK SOON" userId="b38fed35-100c-4369-8b34-69adb96b726a" providerId="ADAL" clId="{87E4010B-63A9-4571-B4BA-6EAEF7EFE580}" dt="2020-06-19T07:37:44.387" v="0"/>
          <ac:picMkLst>
            <pc:docMk/>
            <pc:sldMk cId="200772813" sldId="279"/>
            <ac:picMk id="5" creationId="{4CE0E6AD-1A69-42BA-9804-886D94753199}"/>
          </ac:picMkLst>
        </pc:picChg>
        <pc:inkChg chg="del">
          <ac:chgData name="TEY KOK SOON" userId="b38fed35-100c-4369-8b34-69adb96b726a" providerId="ADAL" clId="{87E4010B-63A9-4571-B4BA-6EAEF7EFE580}" dt="2020-06-19T07:37:44.387" v="0"/>
          <ac:inkMkLst>
            <pc:docMk/>
            <pc:sldMk cId="200772813" sldId="279"/>
            <ac:inkMk id="4" creationId="{D7D21B49-6371-4F4E-B127-4EA8D6E0F00E}"/>
          </ac:inkMkLst>
        </pc:inkChg>
      </pc:sldChg>
      <pc:sldChg chg="delSp modTransition modAnim">
        <pc:chgData name="TEY KOK SOON" userId="b38fed35-100c-4369-8b34-69adb96b726a" providerId="ADAL" clId="{87E4010B-63A9-4571-B4BA-6EAEF7EFE580}" dt="2020-06-19T07:37:44.387" v="0"/>
        <pc:sldMkLst>
          <pc:docMk/>
          <pc:sldMk cId="2659953403" sldId="280"/>
        </pc:sldMkLst>
        <pc:picChg chg="del">
          <ac:chgData name="TEY KOK SOON" userId="b38fed35-100c-4369-8b34-69adb96b726a" providerId="ADAL" clId="{87E4010B-63A9-4571-B4BA-6EAEF7EFE580}" dt="2020-06-19T07:37:44.387" v="0"/>
          <ac:picMkLst>
            <pc:docMk/>
            <pc:sldMk cId="2659953403" sldId="280"/>
            <ac:picMk id="8" creationId="{F9F89306-19F8-4054-B611-9632B2C87F9A}"/>
          </ac:picMkLst>
        </pc:picChg>
        <pc:inkChg chg="del">
          <ac:chgData name="TEY KOK SOON" userId="b38fed35-100c-4369-8b34-69adb96b726a" providerId="ADAL" clId="{87E4010B-63A9-4571-B4BA-6EAEF7EFE580}" dt="2020-06-19T07:37:44.387" v="0"/>
          <ac:inkMkLst>
            <pc:docMk/>
            <pc:sldMk cId="2659953403" sldId="280"/>
            <ac:inkMk id="7" creationId="{9A3B4024-B360-457D-AE27-08FA1F3E09C2}"/>
          </ac:inkMkLst>
        </pc:inkChg>
      </pc:sldChg>
      <pc:sldChg chg="delSp modTransition modAnim">
        <pc:chgData name="TEY KOK SOON" userId="b38fed35-100c-4369-8b34-69adb96b726a" providerId="ADAL" clId="{87E4010B-63A9-4571-B4BA-6EAEF7EFE580}" dt="2020-06-19T07:37:44.387" v="0"/>
        <pc:sldMkLst>
          <pc:docMk/>
          <pc:sldMk cId="1323425979" sldId="281"/>
        </pc:sldMkLst>
        <pc:picChg chg="del">
          <ac:chgData name="TEY KOK SOON" userId="b38fed35-100c-4369-8b34-69adb96b726a" providerId="ADAL" clId="{87E4010B-63A9-4571-B4BA-6EAEF7EFE580}" dt="2020-06-19T07:37:44.387" v="0"/>
          <ac:picMkLst>
            <pc:docMk/>
            <pc:sldMk cId="1323425979" sldId="281"/>
            <ac:picMk id="6" creationId="{1364FDFC-E604-409B-928D-13EE3BCECFB6}"/>
          </ac:picMkLst>
        </pc:picChg>
      </pc:sldChg>
      <pc:sldChg chg="delSp modTransition modAnim">
        <pc:chgData name="TEY KOK SOON" userId="b38fed35-100c-4369-8b34-69adb96b726a" providerId="ADAL" clId="{87E4010B-63A9-4571-B4BA-6EAEF7EFE580}" dt="2020-06-19T07:37:44.387" v="0"/>
        <pc:sldMkLst>
          <pc:docMk/>
          <pc:sldMk cId="272372658" sldId="282"/>
        </pc:sldMkLst>
        <pc:picChg chg="del">
          <ac:chgData name="TEY KOK SOON" userId="b38fed35-100c-4369-8b34-69adb96b726a" providerId="ADAL" clId="{87E4010B-63A9-4571-B4BA-6EAEF7EFE580}" dt="2020-06-19T07:37:44.387" v="0"/>
          <ac:picMkLst>
            <pc:docMk/>
            <pc:sldMk cId="272372658" sldId="282"/>
            <ac:picMk id="6" creationId="{6FCA2AB0-040C-488F-9B1B-5F41E361C21F}"/>
          </ac:picMkLst>
        </pc:picChg>
        <pc:inkChg chg="del">
          <ac:chgData name="TEY KOK SOON" userId="b38fed35-100c-4369-8b34-69adb96b726a" providerId="ADAL" clId="{87E4010B-63A9-4571-B4BA-6EAEF7EFE580}" dt="2020-06-19T07:37:44.387" v="0"/>
          <ac:inkMkLst>
            <pc:docMk/>
            <pc:sldMk cId="272372658" sldId="282"/>
            <ac:inkMk id="5" creationId="{678BEB80-BF8A-4B91-8956-9CA5AC6661CC}"/>
          </ac:inkMkLst>
        </pc:inkChg>
      </pc:sldChg>
      <pc:sldChg chg="delSp modTransition modAnim">
        <pc:chgData name="TEY KOK SOON" userId="b38fed35-100c-4369-8b34-69adb96b726a" providerId="ADAL" clId="{87E4010B-63A9-4571-B4BA-6EAEF7EFE580}" dt="2020-06-19T07:37:44.387" v="0"/>
        <pc:sldMkLst>
          <pc:docMk/>
          <pc:sldMk cId="804793451" sldId="283"/>
        </pc:sldMkLst>
        <pc:picChg chg="del">
          <ac:chgData name="TEY KOK SOON" userId="b38fed35-100c-4369-8b34-69adb96b726a" providerId="ADAL" clId="{87E4010B-63A9-4571-B4BA-6EAEF7EFE580}" dt="2020-06-19T07:37:44.387" v="0"/>
          <ac:picMkLst>
            <pc:docMk/>
            <pc:sldMk cId="804793451" sldId="283"/>
            <ac:picMk id="9" creationId="{5235CE0F-1C24-4A90-8D37-2BF4270C18F9}"/>
          </ac:picMkLst>
        </pc:picChg>
        <pc:inkChg chg="del">
          <ac:chgData name="TEY KOK SOON" userId="b38fed35-100c-4369-8b34-69adb96b726a" providerId="ADAL" clId="{87E4010B-63A9-4571-B4BA-6EAEF7EFE580}" dt="2020-06-19T07:37:44.387" v="0"/>
          <ac:inkMkLst>
            <pc:docMk/>
            <pc:sldMk cId="804793451" sldId="283"/>
            <ac:inkMk id="8" creationId="{0199F463-BB8E-4083-9039-23E8FF2000BA}"/>
          </ac:inkMkLst>
        </pc:inkChg>
      </pc:sldChg>
      <pc:sldChg chg="delSp modTransition modAnim">
        <pc:chgData name="TEY KOK SOON" userId="b38fed35-100c-4369-8b34-69adb96b726a" providerId="ADAL" clId="{87E4010B-63A9-4571-B4BA-6EAEF7EFE580}" dt="2020-06-19T07:37:44.387" v="0"/>
        <pc:sldMkLst>
          <pc:docMk/>
          <pc:sldMk cId="1578890777" sldId="284"/>
        </pc:sldMkLst>
        <pc:picChg chg="del">
          <ac:chgData name="TEY KOK SOON" userId="b38fed35-100c-4369-8b34-69adb96b726a" providerId="ADAL" clId="{87E4010B-63A9-4571-B4BA-6EAEF7EFE580}" dt="2020-06-19T07:37:44.387" v="0"/>
          <ac:picMkLst>
            <pc:docMk/>
            <pc:sldMk cId="1578890777" sldId="284"/>
            <ac:picMk id="6" creationId="{D5BC7517-EAB1-4FAB-BCBE-9FDB03810C02}"/>
          </ac:picMkLst>
        </pc:picChg>
        <pc:inkChg chg="del">
          <ac:chgData name="TEY KOK SOON" userId="b38fed35-100c-4369-8b34-69adb96b726a" providerId="ADAL" clId="{87E4010B-63A9-4571-B4BA-6EAEF7EFE580}" dt="2020-06-19T07:37:44.387" v="0"/>
          <ac:inkMkLst>
            <pc:docMk/>
            <pc:sldMk cId="1578890777" sldId="284"/>
            <ac:inkMk id="5" creationId="{4037F732-2BB7-4E0A-BBC5-66215A4A8744}"/>
          </ac:inkMkLst>
        </pc:inkChg>
      </pc:sldChg>
      <pc:sldChg chg="delSp modTransition modAnim">
        <pc:chgData name="TEY KOK SOON" userId="b38fed35-100c-4369-8b34-69adb96b726a" providerId="ADAL" clId="{87E4010B-63A9-4571-B4BA-6EAEF7EFE580}" dt="2020-06-19T07:37:44.387" v="0"/>
        <pc:sldMkLst>
          <pc:docMk/>
          <pc:sldMk cId="2427376372" sldId="285"/>
        </pc:sldMkLst>
        <pc:picChg chg="del">
          <ac:chgData name="TEY KOK SOON" userId="b38fed35-100c-4369-8b34-69adb96b726a" providerId="ADAL" clId="{87E4010B-63A9-4571-B4BA-6EAEF7EFE580}" dt="2020-06-19T07:37:44.387" v="0"/>
          <ac:picMkLst>
            <pc:docMk/>
            <pc:sldMk cId="2427376372" sldId="285"/>
            <ac:picMk id="5" creationId="{85298A80-FD6B-40A0-9473-F8C6ACAA2BD0}"/>
          </ac:picMkLst>
        </pc:picChg>
        <pc:inkChg chg="del">
          <ac:chgData name="TEY KOK SOON" userId="b38fed35-100c-4369-8b34-69adb96b726a" providerId="ADAL" clId="{87E4010B-63A9-4571-B4BA-6EAEF7EFE580}" dt="2020-06-19T07:37:44.387" v="0"/>
          <ac:inkMkLst>
            <pc:docMk/>
            <pc:sldMk cId="2427376372" sldId="285"/>
            <ac:inkMk id="4" creationId="{A4B1ED1A-4077-4BF1-A2C6-C2ACE3D4F19A}"/>
          </ac:inkMkLst>
        </pc:inkChg>
      </pc:sldChg>
      <pc:sldChg chg="delSp modTransition modAnim">
        <pc:chgData name="TEY KOK SOON" userId="b38fed35-100c-4369-8b34-69adb96b726a" providerId="ADAL" clId="{87E4010B-63A9-4571-B4BA-6EAEF7EFE580}" dt="2020-06-19T07:37:44.387" v="0"/>
        <pc:sldMkLst>
          <pc:docMk/>
          <pc:sldMk cId="1856610157" sldId="286"/>
        </pc:sldMkLst>
        <pc:picChg chg="del">
          <ac:chgData name="TEY KOK SOON" userId="b38fed35-100c-4369-8b34-69adb96b726a" providerId="ADAL" clId="{87E4010B-63A9-4571-B4BA-6EAEF7EFE580}" dt="2020-06-19T07:37:44.387" v="0"/>
          <ac:picMkLst>
            <pc:docMk/>
            <pc:sldMk cId="1856610157" sldId="286"/>
            <ac:picMk id="5" creationId="{DE438CAB-805F-43F8-97A2-1498E6C60D58}"/>
          </ac:picMkLst>
        </pc:picChg>
        <pc:inkChg chg="del">
          <ac:chgData name="TEY KOK SOON" userId="b38fed35-100c-4369-8b34-69adb96b726a" providerId="ADAL" clId="{87E4010B-63A9-4571-B4BA-6EAEF7EFE580}" dt="2020-06-19T07:37:44.387" v="0"/>
          <ac:inkMkLst>
            <pc:docMk/>
            <pc:sldMk cId="1856610157" sldId="286"/>
            <ac:inkMk id="4" creationId="{4ECB3797-D0E7-49C4-911C-8034A41B22FE}"/>
          </ac:inkMkLst>
        </pc:ink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77721-8B30-418E-B786-0AB308B1676B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0BAD0-65BC-4335-AC75-56DCD1970F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2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77721-8B30-418E-B786-0AB308B1676B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0BAD0-65BC-4335-AC75-56DCD1970F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881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CISC</a:t>
            </a:r>
            <a:r>
              <a:rPr lang="en-US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vs. RISC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51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Franklin Gothic Medium" panose="020B0603020102020204" pitchFamily="34" charset="0"/>
              </a:rPr>
              <a:t>CISC History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301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Franklin Gothic Medium" panose="020B0603020102020204" pitchFamily="34" charset="0"/>
              </a:rPr>
              <a:t>CISC History</a:t>
            </a:r>
            <a:endParaRPr lang="en-MY" alt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935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Franklin Gothic Medium" panose="020B0603020102020204" pitchFamily="34" charset="0"/>
              </a:rPr>
              <a:t>RISC History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344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 alt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61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Introduction - RISC and CISC	</a:t>
            </a:r>
            <a:endParaRPr lang="en-US" altLang="en-US" dirty="0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266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Debate becoming moot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979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Historical Context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589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Palatino" pitchFamily="18" charset="0"/>
              </a:rPr>
              <a:t>No Big Difference Now!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858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 exception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66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Palatino" pitchFamily="18" charset="0"/>
              </a:rPr>
              <a:t>CISC to RISC (1)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706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Palatino" pitchFamily="18" charset="0"/>
              </a:rPr>
              <a:t>CISC to RISC (2)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952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F700346-E668-4A5E-8B99-8AD33BD1C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Palatino" pitchFamily="18" charset="0"/>
              </a:rPr>
              <a:t>CISC to RISC (3)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E0D1F1-3F95-4BD2-90F2-D2709C2970A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10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Palatino" pitchFamily="18" charset="0"/>
              </a:rPr>
              <a:t>RISC to CISC (1)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388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Palatino" pitchFamily="18" charset="0"/>
              </a:rPr>
              <a:t>RISC to CISC (2)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9739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Palatino" pitchFamily="18" charset="0"/>
              </a:rPr>
              <a:t>CISC and RISC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5237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Franklin Gothic Medium" panose="020B0603020102020204" pitchFamily="34" charset="0"/>
              </a:rPr>
              <a:t>CISC vs. RISC (In General !!)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3756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Palatino" pitchFamily="18" charset="0"/>
              </a:rPr>
              <a:t>CISC vs RISC 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842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RISC vs CISC 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0527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Economics of IC Manufacturing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381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The graph tells us...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5314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RISC vs CISC: 500k transistors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8234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RISC vs CISC: 2M transistors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2369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Even More Transistors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728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Convergence: 5M transistors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9534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Even more: 50M transistors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4259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Case Study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726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The CISC Approach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-33166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7934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The RISC Approach </a:t>
            </a:r>
            <a:endParaRPr lang="en-US" altLang="en-US"/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8907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Conclusion</a:t>
            </a: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376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111</Words>
  <Application>Microsoft Office PowerPoint</Application>
  <PresentationFormat>On-screen Show (4:3)</PresentationFormat>
  <Paragraphs>29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Palatino</vt:lpstr>
      <vt:lpstr>Arial</vt:lpstr>
      <vt:lpstr>Calibri</vt:lpstr>
      <vt:lpstr>Calibri Light</vt:lpstr>
      <vt:lpstr>Franklin Gothic Medium</vt:lpstr>
      <vt:lpstr>Office Theme</vt:lpstr>
      <vt:lpstr>CISC vs. RISC</vt:lpstr>
      <vt:lpstr>CISC History</vt:lpstr>
      <vt:lpstr>CISC History</vt:lpstr>
      <vt:lpstr>RISC History</vt:lpstr>
      <vt:lpstr>PowerPoint Presentation</vt:lpstr>
      <vt:lpstr>Introduction - RISC and CISC </vt:lpstr>
      <vt:lpstr>Debate becoming moot</vt:lpstr>
      <vt:lpstr>Historical Context</vt:lpstr>
      <vt:lpstr>No Big Difference Now!</vt:lpstr>
      <vt:lpstr>An exception</vt:lpstr>
      <vt:lpstr>CISC to RISC (1)</vt:lpstr>
      <vt:lpstr>CISC to RISC (2)</vt:lpstr>
      <vt:lpstr>CISC to RISC (3)</vt:lpstr>
      <vt:lpstr>RISC to CISC (1)</vt:lpstr>
      <vt:lpstr>RISC to CISC (2)</vt:lpstr>
      <vt:lpstr>CISC and RISC</vt:lpstr>
      <vt:lpstr>CISC vs. RISC (In General !!)</vt:lpstr>
      <vt:lpstr>CISC vs RISC </vt:lpstr>
      <vt:lpstr>RISC vs CISC </vt:lpstr>
      <vt:lpstr>Economics of IC Manufacturing</vt:lpstr>
      <vt:lpstr> The graph tells us...</vt:lpstr>
      <vt:lpstr>RISC vs CISC: 500k transistors</vt:lpstr>
      <vt:lpstr>RISC vs CISC: 2M transistors</vt:lpstr>
      <vt:lpstr>Even More Transistors</vt:lpstr>
      <vt:lpstr>Convergence: 5M transistors</vt:lpstr>
      <vt:lpstr>Even more: 50M transistors</vt:lpstr>
      <vt:lpstr>Case Study</vt:lpstr>
      <vt:lpstr>The CISC Approach</vt:lpstr>
      <vt:lpstr>The RISC Approach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CISC vs. RISC</dc:title>
  <dc:creator>TEY KOK SOON</dc:creator>
  <cp:lastModifiedBy>TEY KOK SOON</cp:lastModifiedBy>
  <cp:revision>5</cp:revision>
  <dcterms:created xsi:type="dcterms:W3CDTF">2016-05-11T00:32:31Z</dcterms:created>
  <dcterms:modified xsi:type="dcterms:W3CDTF">2020-06-19T07:37:46Z</dcterms:modified>
</cp:coreProperties>
</file>